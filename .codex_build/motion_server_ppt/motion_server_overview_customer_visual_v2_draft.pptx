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6dba5848d74f4b" /><Relationship Type="http://schemas.openxmlformats.org/officeDocument/2006/relationships/extended-properties" Target="/docProps/app.xml" Id="R7fa3a888111a498b" /><Relationship Type="http://schemas.openxmlformats.org/officeDocument/2006/relationships/officeDocument" Target="/ppt/presentation.xml" Id="R62a66dbda07c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ef2669dd9c4ded"/>
    <p:sldMasterId xmlns:r="http://schemas.openxmlformats.org/officeDocument/2006/relationships" id="2147483711" r:id="R0e5c405d3f174ae5"/>
  </p:sldMasterIdLst>
  <p:notesMasterIdLst>
    <p:notesMasterId xmlns:r="http://schemas.openxmlformats.org/officeDocument/2006/relationships" r:id="R129d376376bb4839"/>
  </p:notesMasterIdLst>
  <p:sldIdLst>
    <p:sldId xmlns:r="http://schemas.openxmlformats.org/officeDocument/2006/relationships" id="256" r:id="Rdb03ed89bf4e46d6"/>
    <p:sldId xmlns:r="http://schemas.openxmlformats.org/officeDocument/2006/relationships" id="257" r:id="R4059c24863444adf"/>
    <p:sldId xmlns:r="http://schemas.openxmlformats.org/officeDocument/2006/relationships" id="258" r:id="Reb384cdebd2a4ce9"/>
    <p:sldId xmlns:r="http://schemas.openxmlformats.org/officeDocument/2006/relationships" id="259" r:id="R4f8782c97bef454f"/>
    <p:sldId xmlns:r="http://schemas.openxmlformats.org/officeDocument/2006/relationships" id="260" r:id="R0c3006cc5e1e4377"/>
    <p:sldId xmlns:r="http://schemas.openxmlformats.org/officeDocument/2006/relationships" id="261" r:id="Rd85cc7f0f7ee4a03"/>
    <p:sldId xmlns:r="http://schemas.openxmlformats.org/officeDocument/2006/relationships" id="262" r:id="R1adc1bb0ae1d4102"/>
    <p:sldId xmlns:r="http://schemas.openxmlformats.org/officeDocument/2006/relationships" id="263" r:id="R9159c1f1a8e94c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3cc7d8f05446b" /><Relationship Type="http://schemas.openxmlformats.org/officeDocument/2006/relationships/slideMaster" Target="/ppt/slideMasters/slideMaster1.xml" Id="Rc0ef2669dd9c4ded" /><Relationship Type="http://schemas.openxmlformats.org/officeDocument/2006/relationships/slideMaster" Target="/ppt/slideMasters/slideMaster2.xml" Id="R0e5c405d3f174ae5" /><Relationship Type="http://schemas.openxmlformats.org/officeDocument/2006/relationships/notesMaster" Target="/ppt/notesMasters/notesMaster1.xml" Id="R129d376376bb4839" /><Relationship Type="http://schemas.openxmlformats.org/officeDocument/2006/relationships/presProps" Target="/ppt/presProps.xml" Id="Rfd4c3ef06b144f31" /><Relationship Type="http://schemas.openxmlformats.org/officeDocument/2006/relationships/viewProps" Target="/ppt/viewProps.xml" Id="R3dfeb1b696b7485d" /><Relationship Type="http://schemas.openxmlformats.org/officeDocument/2006/relationships/tableStyles" Target="/ppt/tableStyles.xml" Id="R3fae3925d17a47c0" /><Relationship Type="http://schemas.openxmlformats.org/officeDocument/2006/relationships/slide" Target="/ppt/slides/slide1.xml" Id="Rdb03ed89bf4e46d6" /><Relationship Type="http://schemas.openxmlformats.org/officeDocument/2006/relationships/slide" Target="/ppt/slides/slide2.xml" Id="R4059c24863444adf" /><Relationship Type="http://schemas.openxmlformats.org/officeDocument/2006/relationships/slide" Target="/ppt/slides/slide3.xml" Id="Reb384cdebd2a4ce9" /><Relationship Type="http://schemas.openxmlformats.org/officeDocument/2006/relationships/slide" Target="/ppt/slides/slide4.xml" Id="R4f8782c97bef454f" /><Relationship Type="http://schemas.openxmlformats.org/officeDocument/2006/relationships/slide" Target="/ppt/slides/slide5.xml" Id="R0c3006cc5e1e4377" /><Relationship Type="http://schemas.openxmlformats.org/officeDocument/2006/relationships/slide" Target="/ppt/slides/slide6.xml" Id="Rd85cc7f0f7ee4a03" /><Relationship Type="http://schemas.openxmlformats.org/officeDocument/2006/relationships/slide" Target="/ppt/slides/slide7.xml" Id="R1adc1bb0ae1d4102" /><Relationship Type="http://schemas.openxmlformats.org/officeDocument/2006/relationships/slide" Target="/ppt/slides/slide8.xml" Id="R9159c1f1a8e94c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0a46662d76b45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e3b394b934e10" /><Relationship Type="http://schemas.openxmlformats.org/officeDocument/2006/relationships/notesMaster" Target="/ppt/notesMasters/notesMaster1.xml" Id="R7658a0f2144c44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1ca6656164aaa" /><Relationship Type="http://schemas.openxmlformats.org/officeDocument/2006/relationships/notesMaster" Target="/ppt/notesMasters/notesMaster1.xml" Id="Rf315c23e74aa4b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ed0df4f41143be" /><Relationship Type="http://schemas.openxmlformats.org/officeDocument/2006/relationships/notesMaster" Target="/ppt/notesMasters/notesMaster1.xml" Id="Re94631f83b5043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3d6f730b3d4f8a" /><Relationship Type="http://schemas.openxmlformats.org/officeDocument/2006/relationships/notesMaster" Target="/ppt/notesMasters/notesMaster1.xml" Id="R19587f63ba69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125ed795744a86" /><Relationship Type="http://schemas.openxmlformats.org/officeDocument/2006/relationships/notesMaster" Target="/ppt/notesMasters/notesMaster1.xml" Id="R5aab372a6b024d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6ad73224e54923" /><Relationship Type="http://schemas.openxmlformats.org/officeDocument/2006/relationships/notesMaster" Target="/ppt/notesMasters/notesMaster1.xml" Id="Ra56c0a593a5447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e40c6e65734256" /><Relationship Type="http://schemas.openxmlformats.org/officeDocument/2006/relationships/notesMaster" Target="/ppt/notesMasters/notesMaster1.xml" Id="Rd9ed688afd744d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8648e1de4d4e99" /><Relationship Type="http://schemas.openxmlformats.org/officeDocument/2006/relationships/notesMaster" Target="/ppt/notesMasters/notesMaster1.xml" Id="R323200b890e144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1c1cb4d244af0" /><Relationship Type="http://schemas.openxmlformats.org/officeDocument/2006/relationships/image" Target="/ppt/media/image2.png" Id="R854bd189a4594c08" /><Relationship Type="http://schemas.openxmlformats.org/officeDocument/2006/relationships/image" Target="/ppt/media/image2.svg" Id="R4d084d27a8b149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8c9ed3f7f4b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723b44dcf4b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8404780344f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8a4f7708c4ea7" /><Relationship Type="http://schemas.openxmlformats.org/officeDocument/2006/relationships/image" Target="/ppt/media/image3.png" Id="R4dbe40f80a84415a" /><Relationship Type="http://schemas.openxmlformats.org/officeDocument/2006/relationships/image" Target="/ppt/media/image3.svg" Id="Rf91b12744daf40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0226b88a148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a463fb9f8433a" /><Relationship Type="http://schemas.openxmlformats.org/officeDocument/2006/relationships/image" Target="/ppt/media/image3.png" Id="Rd56ca22159fb4232" /><Relationship Type="http://schemas.openxmlformats.org/officeDocument/2006/relationships/image" Target="/ppt/media/image3.svg" Id="Ra4d66c0d1c3a470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a7986a7d744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e06ee3f344ddb" /><Relationship Type="http://schemas.openxmlformats.org/officeDocument/2006/relationships/image" Target="/ppt/media/image3.png" Id="R2846049707684129" /><Relationship Type="http://schemas.openxmlformats.org/officeDocument/2006/relationships/image" Target="/ppt/media/image3.svg" Id="Rbe585f61acc1480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0d19d68f9417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188edee48481c" /><Relationship Type="http://schemas.openxmlformats.org/officeDocument/2006/relationships/image" Target="/ppt/media/image4.png" Id="Rdf3862d083de4a27" /><Relationship Type="http://schemas.openxmlformats.org/officeDocument/2006/relationships/image" Target="/ppt/media/image4.svg" Id="Re4cbc182ecb44467" /><Relationship Type="http://schemas.openxmlformats.org/officeDocument/2006/relationships/image" Target="/ppt/media/image3.png" Id="Rc85b957fcbc243e6" /><Relationship Type="http://schemas.openxmlformats.org/officeDocument/2006/relationships/image" Target="/ppt/media/image3.svg" Id="Re81f43e0d22545b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f9e9523d3498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7252a210947d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0c4c9e641458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afea56b3a439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bf3f4de6f4ab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e8343e2a4419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5ff0033f84327" /><Relationship Type="http://schemas.openxmlformats.org/officeDocument/2006/relationships/image" Target="/ppt/media/image5.png" Id="R8c159ce3c4a04318" /><Relationship Type="http://schemas.openxmlformats.org/officeDocument/2006/relationships/image" Target="/ppt/media/image5.svg" Id="R83d2ff0fc64c40f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6b9b504e04e61" /><Relationship Type="http://schemas.openxmlformats.org/officeDocument/2006/relationships/image" Target="/ppt/media/image5.png" Id="R176a3115ca414d98" /><Relationship Type="http://schemas.openxmlformats.org/officeDocument/2006/relationships/image" Target="/ppt/media/image5.svg" Id="Re5090ef78ec64bd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6b2163a194a9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bda5257bc4e4e" /><Relationship Type="http://schemas.openxmlformats.org/officeDocument/2006/relationships/image" Target="/ppt/media/image4.png" Id="R2dd2c69139fc4ffb" /><Relationship Type="http://schemas.openxmlformats.org/officeDocument/2006/relationships/image" Target="/ppt/media/image4.svg" Id="R1b4cc23a855740f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75a970d6a4a79" /><Relationship Type="http://schemas.openxmlformats.org/officeDocument/2006/relationships/image" Target="/ppt/media/image4.png" Id="Rcb6cf444ec4e4d5e" /><Relationship Type="http://schemas.openxmlformats.org/officeDocument/2006/relationships/image" Target="/ppt/media/image4.svg" Id="R43e294962aeb4c0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5b8568f9b486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c60399fa5446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ea8d8e11345e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eb96f933c4b01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8d494d7da494a" /><Relationship Type="http://schemas.openxmlformats.org/officeDocument/2006/relationships/image" Target="/ppt/media/image3.png" Id="Rb230e66151074d3b" /><Relationship Type="http://schemas.openxmlformats.org/officeDocument/2006/relationships/image" Target="/ppt/media/image3.svg" Id="R21786e5ee8fd4da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08a182f9b4fa0" /><Relationship Type="http://schemas.openxmlformats.org/officeDocument/2006/relationships/image" Target="/ppt/media/image3.png" Id="R5b91f975c26040a2" /><Relationship Type="http://schemas.openxmlformats.org/officeDocument/2006/relationships/image" Target="/ppt/media/image3.svg" Id="R7e9f79887cbe437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c59948cd74fdb" /><Relationship Type="http://schemas.openxmlformats.org/officeDocument/2006/relationships/image" Target="/ppt/media/image3.png" Id="Rc569b069bda8417c" /><Relationship Type="http://schemas.openxmlformats.org/officeDocument/2006/relationships/image" Target="/ppt/media/image3.svg" Id="R9abb0387469847b8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533763dae449d" /><Relationship Type="http://schemas.openxmlformats.org/officeDocument/2006/relationships/image" Target="/ppt/media/image3.png" Id="R83d44e196ef7463a" /><Relationship Type="http://schemas.openxmlformats.org/officeDocument/2006/relationships/image" Target="/ppt/media/image3.svg" Id="R53b11f041f904c2c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9ef12cf434049" /><Relationship Type="http://schemas.openxmlformats.org/officeDocument/2006/relationships/image" Target="/ppt/media/image3.png" Id="Rc5fec2e5bbb749e6" /><Relationship Type="http://schemas.openxmlformats.org/officeDocument/2006/relationships/image" Target="/ppt/media/image3.svg" Id="R242a92d61f9b45cd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7a93596e143e4" /><Relationship Type="http://schemas.openxmlformats.org/officeDocument/2006/relationships/image" Target="/ppt/media/image3.png" Id="R4b531291fdf645c8" /><Relationship Type="http://schemas.openxmlformats.org/officeDocument/2006/relationships/image" Target="/ppt/media/image3.svg" Id="R83eec02610ff4947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55cf8f2a64ac1" /><Relationship Type="http://schemas.openxmlformats.org/officeDocument/2006/relationships/image" Target="/ppt/media/image3.png" Id="R3fac3a9ae1c942f3" /><Relationship Type="http://schemas.openxmlformats.org/officeDocument/2006/relationships/image" Target="/ppt/media/image3.svg" Id="Rde2ab13ad03c45b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e29f063e9433f" /><Relationship Type="http://schemas.openxmlformats.org/officeDocument/2006/relationships/image" Target="/ppt/media/image3.png" Id="Reafe8531d7fe43ed" /><Relationship Type="http://schemas.openxmlformats.org/officeDocument/2006/relationships/image" Target="/ppt/media/image3.svg" Id="Rbb2729ab8dad450b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dbe88be484c11" /><Relationship Type="http://schemas.openxmlformats.org/officeDocument/2006/relationships/image" Target="/ppt/media/image3.png" Id="R3e83d76f0baa4c19" /><Relationship Type="http://schemas.openxmlformats.org/officeDocument/2006/relationships/image" Target="/ppt/media/image3.svg" Id="Rebad9d004cde446f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cf6f4ae4a4cce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6062f5083463e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cafceaee64ef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81ffa68fa4073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bca2d8183456c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d559544e24dc6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a072499934c46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18b84cc2046c1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158eed6bb44f4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f8f45b57d4d68" /><Relationship Type="http://schemas.openxmlformats.org/officeDocument/2006/relationships/image" Target="/ppt/media/image3.png" Id="Rebaf04c941854751" /><Relationship Type="http://schemas.openxmlformats.org/officeDocument/2006/relationships/image" Target="/ppt/media/image3.svg" Id="R0ffcd75522854523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54ee3b3a147f4" /><Relationship Type="http://schemas.openxmlformats.org/officeDocument/2006/relationships/image" Target="/ppt/media/image3.png" Id="R1e464779d9044cf3" /><Relationship Type="http://schemas.openxmlformats.org/officeDocument/2006/relationships/image" Target="/ppt/media/image3.svg" Id="R742b69530ecc4eaa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7bd4252d447ad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19af3ae2e4515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b2e4cbbd44ff0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154c82e73455f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0382cdf684f88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c7106f8184fdb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7f2e2db0649f7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27be298e94227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a4f23d38e4950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dac6f5ea54d5d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cae0dea134149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8f554199e4cc2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fb03583f947ff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1d3ce14ff47a0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34915ea864833" /><Relationship Type="http://schemas.openxmlformats.org/officeDocument/2006/relationships/image" Target="/ppt/media/image.png" Id="Refe2339d15cb4850" /><Relationship Type="http://schemas.openxmlformats.org/officeDocument/2006/relationships/image" Target="/ppt/media/image.svg" Id="Ra3a3d4a8dd844f24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57ec9c2634ff6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2b717ee3374482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9fb5e12af04939" /><Relationship Type="http://schemas.openxmlformats.org/officeDocument/2006/relationships/image" Target="/ppt/media/image2.png" Id="Rd9245210c91d4b06" /><Relationship Type="http://schemas.openxmlformats.org/officeDocument/2006/relationships/image" Target="/ppt/media/image2.svg" Id="R5f23876fed874916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38540e9060457f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46b52689ec4b91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0c07160b5a4b88" /><Relationship Type="http://schemas.openxmlformats.org/officeDocument/2006/relationships/image" Target="/ppt/media/image3.png" Id="R34070b5dc0634d8c" /><Relationship Type="http://schemas.openxmlformats.org/officeDocument/2006/relationships/image" Target="/ppt/media/image3.svg" Id="R73a23eb63bf84d1b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0511b369534233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d753d3e1664ff6" /><Relationship Type="http://schemas.openxmlformats.org/officeDocument/2006/relationships/image" Target="/ppt/media/image3.png" Id="R12672d3518f3415c" /><Relationship Type="http://schemas.openxmlformats.org/officeDocument/2006/relationships/image" Target="/ppt/media/image3.svg" Id="Rd40f93ba0ffe4792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de71e69b5744ab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b1e23848604bf2" /><Relationship Type="http://schemas.openxmlformats.org/officeDocument/2006/relationships/image" Target="/ppt/media/image3.png" Id="R7bcdaeff4c8c4ff8" /><Relationship Type="http://schemas.openxmlformats.org/officeDocument/2006/relationships/image" Target="/ppt/media/image3.svg" Id="Rb3bf3b98c60b48ad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59177bcbf64e2c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113489c8174eeb" /><Relationship Type="http://schemas.openxmlformats.org/officeDocument/2006/relationships/image" Target="/ppt/media/image4.png" Id="R6f26beb33f5b44da" /><Relationship Type="http://schemas.openxmlformats.org/officeDocument/2006/relationships/image" Target="/ppt/media/image4.svg" Id="R92fbca6f736d46fc" /><Relationship Type="http://schemas.openxmlformats.org/officeDocument/2006/relationships/image" Target="/ppt/media/image3.png" Id="R525018594632426d" /><Relationship Type="http://schemas.openxmlformats.org/officeDocument/2006/relationships/image" Target="/ppt/media/image3.svg" Id="R2a9155cb676e4236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ea64e998b14036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42477846344c0c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3482ee6c0740cc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42e9145aa5466c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0d1919b8d304d84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d461ef5f8a49b4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b189805aa54937" /><Relationship Type="http://schemas.openxmlformats.org/officeDocument/2006/relationships/image" Target="/ppt/media/image5.png" Id="Rdf0939b0e83b4ba4" /><Relationship Type="http://schemas.openxmlformats.org/officeDocument/2006/relationships/image" Target="/ppt/media/image5.svg" Id="Reab169561f46454b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b57b02c2894d19" /><Relationship Type="http://schemas.openxmlformats.org/officeDocument/2006/relationships/image" Target="/ppt/media/image5.png" Id="Raa83a57bac654f32" /><Relationship Type="http://schemas.openxmlformats.org/officeDocument/2006/relationships/image" Target="/ppt/media/image5.svg" Id="R0ae0172b09994783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ee3bd94caf43a4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6dbe0f0bc94130" /><Relationship Type="http://schemas.openxmlformats.org/officeDocument/2006/relationships/image" Target="/ppt/media/image4.png" Id="Rda9c9baec7b64910" /><Relationship Type="http://schemas.openxmlformats.org/officeDocument/2006/relationships/image" Target="/ppt/media/image4.svg" Id="R07096cc780de499a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e557368d314b12" /><Relationship Type="http://schemas.openxmlformats.org/officeDocument/2006/relationships/image" Target="/ppt/media/image4.png" Id="R0d92e02e9f764801" /><Relationship Type="http://schemas.openxmlformats.org/officeDocument/2006/relationships/image" Target="/ppt/media/image4.svg" Id="R7afd3e244c9e496a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3b6f1e90d94309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a94311e75e42b8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41989736c0484b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40e4a9586e4726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7e997f00dc49d0" /><Relationship Type="http://schemas.openxmlformats.org/officeDocument/2006/relationships/image" Target="/ppt/media/image3.png" Id="Rbaf62dae277d4dfa" /><Relationship Type="http://schemas.openxmlformats.org/officeDocument/2006/relationships/image" Target="/ppt/media/image3.svg" Id="R7c27e277f1cd4ebe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2e047f11c84518" /><Relationship Type="http://schemas.openxmlformats.org/officeDocument/2006/relationships/image" Target="/ppt/media/image3.png" Id="Rd64e099728cb4973" /><Relationship Type="http://schemas.openxmlformats.org/officeDocument/2006/relationships/image" Target="/ppt/media/image3.svg" Id="R7fce19d5474b437a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9ab30051b74db3" /><Relationship Type="http://schemas.openxmlformats.org/officeDocument/2006/relationships/image" Target="/ppt/media/image3.png" Id="R595fa88a816f4a69" /><Relationship Type="http://schemas.openxmlformats.org/officeDocument/2006/relationships/image" Target="/ppt/media/image3.svg" Id="Re4a1e546a26640e8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cd0204adc84b03" /><Relationship Type="http://schemas.openxmlformats.org/officeDocument/2006/relationships/image" Target="/ppt/media/image3.png" Id="R2e7be01c315c40d1" /><Relationship Type="http://schemas.openxmlformats.org/officeDocument/2006/relationships/image" Target="/ppt/media/image3.svg" Id="Rcaa3adac4c544de0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693c422d294790" /><Relationship Type="http://schemas.openxmlformats.org/officeDocument/2006/relationships/image" Target="/ppt/media/image3.png" Id="R5bd2103a8e304d74" /><Relationship Type="http://schemas.openxmlformats.org/officeDocument/2006/relationships/image" Target="/ppt/media/image3.svg" Id="Re99514ec7b124aeb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b73dcfb5df4237" /><Relationship Type="http://schemas.openxmlformats.org/officeDocument/2006/relationships/image" Target="/ppt/media/image3.png" Id="Rbe2441ca18c64d32" /><Relationship Type="http://schemas.openxmlformats.org/officeDocument/2006/relationships/image" Target="/ppt/media/image3.svg" Id="R2b96f14e11ad4d2c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e963f202df4c3a" /><Relationship Type="http://schemas.openxmlformats.org/officeDocument/2006/relationships/image" Target="/ppt/media/image3.png" Id="Ra48d48e1afec4c66" /><Relationship Type="http://schemas.openxmlformats.org/officeDocument/2006/relationships/image" Target="/ppt/media/image3.svg" Id="R3f9d519e5a3e46a7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afed538ac642b3" /><Relationship Type="http://schemas.openxmlformats.org/officeDocument/2006/relationships/image" Target="/ppt/media/image3.png" Id="R10dd57b8b3b7414a" /><Relationship Type="http://schemas.openxmlformats.org/officeDocument/2006/relationships/image" Target="/ppt/media/image3.svg" Id="Rcc6d8f5b31a442a1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97b1c9835e4fb4" /><Relationship Type="http://schemas.openxmlformats.org/officeDocument/2006/relationships/image" Target="/ppt/media/image3.png" Id="R95a3a27cac434e35" /><Relationship Type="http://schemas.openxmlformats.org/officeDocument/2006/relationships/image" Target="/ppt/media/image3.svg" Id="Rdce161b17ba94414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af7db096fe4081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803f0f0f1c43bf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e3e035a5ad4148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93e645fb4d4256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abe6539046463d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56d32b502a4dcd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a3af71b9454598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d0fa9bb12244a6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6792eb220b401e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2b0a333e4b45ca" /><Relationship Type="http://schemas.openxmlformats.org/officeDocument/2006/relationships/image" Target="/ppt/media/image3.png" Id="Rb1cb86ed7b084b56" /><Relationship Type="http://schemas.openxmlformats.org/officeDocument/2006/relationships/image" Target="/ppt/media/image3.svg" Id="Rc1f13026aa804e13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83f07b8aa8417c" /><Relationship Type="http://schemas.openxmlformats.org/officeDocument/2006/relationships/image" Target="/ppt/media/image3.png" Id="R76ad7d056b614e83" /><Relationship Type="http://schemas.openxmlformats.org/officeDocument/2006/relationships/image" Target="/ppt/media/image3.svg" Id="Ra353a01a8c754bda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82bc8ee55e48e6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15a5b5d29645e7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fd99007553456f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f7381507a742b1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c40436dfb44d58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384d2120ca4bff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98bd6ef7944dbb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097b2fb0704899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5e2cc006354e3d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f8cd3aa6374242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38d062810743bc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ecb5aafde547d3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7b2083bb094bab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cf8f4ce6794bf0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1a024ead284c02" /><Relationship Type="http://schemas.openxmlformats.org/officeDocument/2006/relationships/image" Target="/ppt/media/image.png" Id="Rb7128fe4fa964964" /><Relationship Type="http://schemas.openxmlformats.org/officeDocument/2006/relationships/image" Target="/ppt/media/image.svg" Id="Rd19598dc51e34698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bd189a4594c08">
            <a:extLst>
              <a:ext uri="{96DAC541-7B7A-43D3-8B79-37D633B846F1}">
                <asvg:svgBlip xmlns:asvg="http://schemas.microsoft.com/office/drawing/2016/SVG/main" r:embed="R4d084d27a8b149a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3B7E0E92-AA2D-46E9-9894-C064694F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dbe40f80a84415a">
              <a:extLst>
                <a:ext uri="{96DAC541-7B7A-43D3-8B79-37D633B846F1}">
                  <asvg:svgBlip xmlns:asvg="http://schemas.microsoft.com/office/drawing/2016/SVG/main" r:embed="Rf91b12744daf40e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D46880EA-E2CA-4B92-A584-F035A6D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56ca22159fb4232">
              <a:extLst>
                <a:ext uri="{96DAC541-7B7A-43D3-8B79-37D633B846F1}">
                  <asvg:svgBlip xmlns:asvg="http://schemas.microsoft.com/office/drawing/2016/SVG/main" r:embed="Ra4d66c0d1c3a470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846049707684129">
              <a:extLst>
                <a:ext uri="{96DAC541-7B7A-43D3-8B79-37D633B846F1}">
                  <asvg:svgBlip xmlns:asvg="http://schemas.microsoft.com/office/drawing/2016/SVG/main" r:embed="Rbe585f61acc1480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f3862d083de4a27">
              <a:extLst>
                <a:ext uri="{96DAC541-7B7A-43D3-8B79-37D633B846F1}">
                  <asvg:svgBlip xmlns:asvg="http://schemas.microsoft.com/office/drawing/2016/SVG/main" r:embed="Re4cbc182ecb44467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85b957fcbc243e6">
              <a:extLst>
                <a:ext uri="{96DAC541-7B7A-43D3-8B79-37D633B846F1}">
                  <asvg:svgBlip xmlns:asvg="http://schemas.microsoft.com/office/drawing/2016/SVG/main" r:embed="Re81f43e0d22545b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984A9378-067D-48D1-877C-D9B90FCB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2D959A8A-81AD-4015-BCF8-4D749EB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7E4118B1-492E-4C14-B0C4-BB46438B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A4D496C6-0879-49E1-8F7E-22B1D641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E10C34C4-AA94-493D-989F-D66E93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c159ce3c4a04318">
              <a:extLst>
                <a:ext uri="{96DAC541-7B7A-43D3-8B79-37D633B846F1}">
                  <asvg:svgBlip xmlns:asvg="http://schemas.microsoft.com/office/drawing/2016/SVG/main" r:embed="R83d2ff0fc64c40f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c159ce3c4a04318">
              <a:extLst>
                <a:ext uri="{96DAC541-7B7A-43D3-8B79-37D633B846F1}">
                  <asvg:svgBlip xmlns:asvg="http://schemas.microsoft.com/office/drawing/2016/SVG/main" r:embed="R83d2ff0fc64c40f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c159ce3c4a04318">
              <a:extLst>
                <a:ext uri="{96DAC541-7B7A-43D3-8B79-37D633B846F1}">
                  <asvg:svgBlip xmlns:asvg="http://schemas.microsoft.com/office/drawing/2016/SVG/main" r:embed="R83d2ff0fc64c40f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c159ce3c4a04318">
              <a:extLst>
                <a:ext uri="{96DAC541-7B7A-43D3-8B79-37D633B846F1}">
                  <asvg:svgBlip xmlns:asvg="http://schemas.microsoft.com/office/drawing/2016/SVG/main" r:embed="R83d2ff0fc64c40f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0519E827-03C3-436E-B8C8-96EAC35E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76a3115ca414d98">
              <a:extLst>
                <a:ext uri="{96DAC541-7B7A-43D3-8B79-37D633B846F1}">
                  <asvg:svgBlip xmlns:asvg="http://schemas.microsoft.com/office/drawing/2016/SVG/main" r:embed="Re5090ef78ec64bd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76a3115ca414d98">
              <a:extLst>
                <a:ext uri="{96DAC541-7B7A-43D3-8B79-37D633B846F1}">
                  <asvg:svgBlip xmlns:asvg="http://schemas.microsoft.com/office/drawing/2016/SVG/main" r:embed="Re5090ef78ec64bd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76a3115ca414d98">
              <a:extLst>
                <a:ext uri="{96DAC541-7B7A-43D3-8B79-37D633B846F1}">
                  <asvg:svgBlip xmlns:asvg="http://schemas.microsoft.com/office/drawing/2016/SVG/main" r:embed="Re5090ef78ec64bd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76a3115ca414d98">
              <a:extLst>
                <a:ext uri="{96DAC541-7B7A-43D3-8B79-37D633B846F1}">
                  <asvg:svgBlip xmlns:asvg="http://schemas.microsoft.com/office/drawing/2016/SVG/main" r:embed="Re5090ef78ec64bd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76a3115ca414d98">
              <a:extLst>
                <a:ext uri="{96DAC541-7B7A-43D3-8B79-37D633B846F1}">
                  <asvg:svgBlip xmlns:asvg="http://schemas.microsoft.com/office/drawing/2016/SVG/main" r:embed="Re5090ef78ec64bd5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51E0D6A-14E9-44EF-A0B1-957D61B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0E24B4B-F96D-4B54-8BC2-F0A2355A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dd2c69139fc4ffb">
              <a:extLst>
                <a:ext uri="{96DAC541-7B7A-43D3-8B79-37D633B846F1}">
                  <asvg:svgBlip xmlns:asvg="http://schemas.microsoft.com/office/drawing/2016/SVG/main" r:embed="R1b4cc23a855740f1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dd2c69139fc4ffb">
              <a:extLst>
                <a:ext uri="{96DAC541-7B7A-43D3-8B79-37D633B846F1}">
                  <asvg:svgBlip xmlns:asvg="http://schemas.microsoft.com/office/drawing/2016/SVG/main" r:embed="R1b4cc23a855740f1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48D9368-0ECF-4472-BF4B-614BCA5F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b6cf444ec4e4d5e">
              <a:extLst>
                <a:ext uri="{96DAC541-7B7A-43D3-8B79-37D633B846F1}">
                  <asvg:svgBlip xmlns:asvg="http://schemas.microsoft.com/office/drawing/2016/SVG/main" r:embed="R43e294962aeb4c08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b6cf444ec4e4d5e">
              <a:extLst>
                <a:ext uri="{96DAC541-7B7A-43D3-8B79-37D633B846F1}">
                  <asvg:svgBlip xmlns:asvg="http://schemas.microsoft.com/office/drawing/2016/SVG/main" r:embed="R43e294962aeb4c08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b6cf444ec4e4d5e">
              <a:extLst>
                <a:ext uri="{96DAC541-7B7A-43D3-8B79-37D633B846F1}">
                  <asvg:svgBlip xmlns:asvg="http://schemas.microsoft.com/office/drawing/2016/SVG/main" r:embed="R43e294962aeb4c08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A1482BBB-C579-499A-ABAE-3A504A22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8806AF1-7627-4113-98FB-D8ABA44B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69780117-9120-4CAC-8BCC-32F74C8EA4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C34523A6-DEA1-4EE9-86D8-B86D21BF947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D347436D-599B-46CC-8D84-DC8945A2AE9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6DB730C3-67A2-48CA-91B1-9A587ACE861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7080934-DF4D-491E-97B9-1290BF7E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7B924D3F-2490-43E4-9F2F-7451910A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230e66151074d3b">
              <a:extLst>
                <a:ext uri="{96DAC541-7B7A-43D3-8B79-37D633B846F1}">
                  <asvg:svgBlip xmlns:asvg="http://schemas.microsoft.com/office/drawing/2016/SVG/main" r:embed="R21786e5ee8fd4da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13667BC8-81B1-4C3B-8998-70AEF0B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b91f975c26040a2">
              <a:extLst>
                <a:ext uri="{96DAC541-7B7A-43D3-8B79-37D633B846F1}">
                  <asvg:svgBlip xmlns:asvg="http://schemas.microsoft.com/office/drawing/2016/SVG/main" r:embed="R7e9f79887cbe437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8243459-C039-4B67-8A4B-32FCC6BD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569b069bda8417c">
              <a:extLst>
                <a:ext uri="{96DAC541-7B7A-43D3-8B79-37D633B846F1}">
                  <asvg:svgBlip xmlns:asvg="http://schemas.microsoft.com/office/drawing/2016/SVG/main" r:embed="R9abb0387469847b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D82D8BC-B91B-4631-B6A0-1335D21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3d44e196ef7463a">
              <a:extLst>
                <a:ext uri="{96DAC541-7B7A-43D3-8B79-37D633B846F1}">
                  <asvg:svgBlip xmlns:asvg="http://schemas.microsoft.com/office/drawing/2016/SVG/main" r:embed="R53b11f041f904c2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13713AC-C9CC-4B05-BC0B-AE288338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5fec2e5bbb749e6">
              <a:extLst>
                <a:ext uri="{96DAC541-7B7A-43D3-8B79-37D633B846F1}">
                  <asvg:svgBlip xmlns:asvg="http://schemas.microsoft.com/office/drawing/2016/SVG/main" r:embed="R242a92d61f9b45c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290925E-88FF-425F-9426-9BB5ED76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b531291fdf645c8">
              <a:extLst>
                <a:ext uri="{96DAC541-7B7A-43D3-8B79-37D633B846F1}">
                  <asvg:svgBlip xmlns:asvg="http://schemas.microsoft.com/office/drawing/2016/SVG/main" r:embed="R83eec02610ff494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455EA82-5C5C-4F7B-8C5E-82157A0D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fac3a9ae1c942f3">
              <a:extLst>
                <a:ext uri="{96DAC541-7B7A-43D3-8B79-37D633B846F1}">
                  <asvg:svgBlip xmlns:asvg="http://schemas.microsoft.com/office/drawing/2016/SVG/main" r:embed="Rde2ab13ad03c45b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6177C791-B671-4E54-984D-B0D0AEFF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afe8531d7fe43ed">
              <a:extLst>
                <a:ext uri="{96DAC541-7B7A-43D3-8B79-37D633B846F1}">
                  <asvg:svgBlip xmlns:asvg="http://schemas.microsoft.com/office/drawing/2016/SVG/main" r:embed="Rbb2729ab8dad450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1655E30-BE4A-463E-92C3-3F74E786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e83d76f0baa4c19">
              <a:extLst>
                <a:ext uri="{96DAC541-7B7A-43D3-8B79-37D633B846F1}">
                  <asvg:svgBlip xmlns:asvg="http://schemas.microsoft.com/office/drawing/2016/SVG/main" r:embed="Rebad9d004cde446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556122C-E6AA-4ACA-8EDB-3773E2A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baf04c941854751">
              <a:extLst>
                <a:ext uri="{96DAC541-7B7A-43D3-8B79-37D633B846F1}">
                  <asvg:svgBlip xmlns:asvg="http://schemas.microsoft.com/office/drawing/2016/SVG/main" r:embed="R0ffcd7552285452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e464779d9044cf3">
              <a:extLst>
                <a:ext uri="{96DAC541-7B7A-43D3-8B79-37D633B846F1}">
                  <asvg:svgBlip xmlns:asvg="http://schemas.microsoft.com/office/drawing/2016/SVG/main" r:embed="R742b69530ecc4ea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C1646587-AB2E-4071-AC31-D777A257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5A57CF5-0034-4BBC-8157-C246BF69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CD1145E-E0DA-4F0C-865A-E72B9EF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82F9BE4-0198-46FD-AAE2-39FC0C94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39E470EA-C04F-4DBC-84F8-B44F6423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2A7EAF0-8B34-4B9C-A099-030E071C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E867703-0948-4BD1-B969-28B4F05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D69E5E94-F6BE-45DD-B8A1-D767DFF1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AFB26BE2-DB97-4F99-B724-4797C602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29A5D80-8AB5-404A-B34F-351B5E0C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9D7800A5-77F0-4C8F-9390-BB9F91A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2339d15cb4850">
            <a:extLst>
              <a:ext uri="{96DAC541-7B7A-43D3-8B79-37D633B846F1}">
                <asvg:svgBlip xmlns:asvg="http://schemas.microsoft.com/office/drawing/2016/SVG/main" r:embed="Ra3a3d4a8dd844f2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2E7C0C-DA2F-4415-A324-854C924940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45210c91d4b06">
            <a:extLst>
              <a:ext uri="{96DAC541-7B7A-43D3-8B79-37D633B846F1}">
                <asvg:svgBlip xmlns:asvg="http://schemas.microsoft.com/office/drawing/2016/SVG/main" r:embed="R5f23876fed8749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1F993A14-AD2D-49AD-9F3F-9FA06564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4070b5dc0634d8c">
              <a:extLst>
                <a:ext uri="{96DAC541-7B7A-43D3-8B79-37D633B846F1}">
                  <asvg:svgBlip xmlns:asvg="http://schemas.microsoft.com/office/drawing/2016/SVG/main" r:embed="R73a23eb63bf84d1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1A2B2C95-4BFE-4C7D-9DDC-CDBF02C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2672d3518f3415c">
              <a:extLst>
                <a:ext uri="{96DAC541-7B7A-43D3-8B79-37D633B846F1}">
                  <asvg:svgBlip xmlns:asvg="http://schemas.microsoft.com/office/drawing/2016/SVG/main" r:embed="Rd40f93ba0ffe479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bcdaeff4c8c4ff8">
              <a:extLst>
                <a:ext uri="{96DAC541-7B7A-43D3-8B79-37D633B846F1}">
                  <asvg:svgBlip xmlns:asvg="http://schemas.microsoft.com/office/drawing/2016/SVG/main" r:embed="Rb3bf3b98c60b48a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f26beb33f5b44da">
              <a:extLst>
                <a:ext uri="{96DAC541-7B7A-43D3-8B79-37D633B846F1}">
                  <asvg:svgBlip xmlns:asvg="http://schemas.microsoft.com/office/drawing/2016/SVG/main" r:embed="R92fbca6f736d46fc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25018594632426d">
              <a:extLst>
                <a:ext uri="{96DAC541-7B7A-43D3-8B79-37D633B846F1}">
                  <asvg:svgBlip xmlns:asvg="http://schemas.microsoft.com/office/drawing/2016/SVG/main" r:embed="R2a9155cb676e423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A7DC8A55-23C8-4824-B6EE-CAF3A765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FE47D34E-EE92-4DB9-9E13-2C48F0EA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ACFEB543-899F-4701-888B-66D43C39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44C6B8E6-9619-4D83-BD72-E47DEEC6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2A3DF348-66A2-40EA-8A2C-3D43654C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f0939b0e83b4ba4">
              <a:extLst>
                <a:ext uri="{96DAC541-7B7A-43D3-8B79-37D633B846F1}">
                  <asvg:svgBlip xmlns:asvg="http://schemas.microsoft.com/office/drawing/2016/SVG/main" r:embed="Reab169561f46454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f0939b0e83b4ba4">
              <a:extLst>
                <a:ext uri="{96DAC541-7B7A-43D3-8B79-37D633B846F1}">
                  <asvg:svgBlip xmlns:asvg="http://schemas.microsoft.com/office/drawing/2016/SVG/main" r:embed="Reab169561f46454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f0939b0e83b4ba4">
              <a:extLst>
                <a:ext uri="{96DAC541-7B7A-43D3-8B79-37D633B846F1}">
                  <asvg:svgBlip xmlns:asvg="http://schemas.microsoft.com/office/drawing/2016/SVG/main" r:embed="Reab169561f46454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f0939b0e83b4ba4">
              <a:extLst>
                <a:ext uri="{96DAC541-7B7A-43D3-8B79-37D633B846F1}">
                  <asvg:svgBlip xmlns:asvg="http://schemas.microsoft.com/office/drawing/2016/SVG/main" r:embed="Reab169561f46454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80550617-6036-46E5-9787-17797AB2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a83a57bac654f32">
              <a:extLst>
                <a:ext uri="{96DAC541-7B7A-43D3-8B79-37D633B846F1}">
                  <asvg:svgBlip xmlns:asvg="http://schemas.microsoft.com/office/drawing/2016/SVG/main" r:embed="R0ae0172b099947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a83a57bac654f32">
              <a:extLst>
                <a:ext uri="{96DAC541-7B7A-43D3-8B79-37D633B846F1}">
                  <asvg:svgBlip xmlns:asvg="http://schemas.microsoft.com/office/drawing/2016/SVG/main" r:embed="R0ae0172b099947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a83a57bac654f32">
              <a:extLst>
                <a:ext uri="{96DAC541-7B7A-43D3-8B79-37D633B846F1}">
                  <asvg:svgBlip xmlns:asvg="http://schemas.microsoft.com/office/drawing/2016/SVG/main" r:embed="R0ae0172b099947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a83a57bac654f32">
              <a:extLst>
                <a:ext uri="{96DAC541-7B7A-43D3-8B79-37D633B846F1}">
                  <asvg:svgBlip xmlns:asvg="http://schemas.microsoft.com/office/drawing/2016/SVG/main" r:embed="R0ae0172b099947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a83a57bac654f32">
              <a:extLst>
                <a:ext uri="{96DAC541-7B7A-43D3-8B79-37D633B846F1}">
                  <asvg:svgBlip xmlns:asvg="http://schemas.microsoft.com/office/drawing/2016/SVG/main" r:embed="R0ae0172b0999478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24EAD74D-C4FB-4D4A-AFE1-6F611052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FF069F5-F33F-4335-8FC3-A532FA43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a9c9baec7b64910">
              <a:extLst>
                <a:ext uri="{96DAC541-7B7A-43D3-8B79-37D633B846F1}">
                  <asvg:svgBlip xmlns:asvg="http://schemas.microsoft.com/office/drawing/2016/SVG/main" r:embed="R07096cc780de499a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a9c9baec7b64910">
              <a:extLst>
                <a:ext uri="{96DAC541-7B7A-43D3-8B79-37D633B846F1}">
                  <asvg:svgBlip xmlns:asvg="http://schemas.microsoft.com/office/drawing/2016/SVG/main" r:embed="R07096cc780de499a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C92EE00F-B018-490A-AB93-DBC43A2E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d92e02e9f764801">
              <a:extLst>
                <a:ext uri="{96DAC541-7B7A-43D3-8B79-37D633B846F1}">
                  <asvg:svgBlip xmlns:asvg="http://schemas.microsoft.com/office/drawing/2016/SVG/main" r:embed="R7afd3e244c9e496a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d92e02e9f764801">
              <a:extLst>
                <a:ext uri="{96DAC541-7B7A-43D3-8B79-37D633B846F1}">
                  <asvg:svgBlip xmlns:asvg="http://schemas.microsoft.com/office/drawing/2016/SVG/main" r:embed="R7afd3e244c9e496a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d92e02e9f764801">
              <a:extLst>
                <a:ext uri="{96DAC541-7B7A-43D3-8B79-37D633B846F1}">
                  <asvg:svgBlip xmlns:asvg="http://schemas.microsoft.com/office/drawing/2016/SVG/main" r:embed="R7afd3e244c9e496a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D9CA87CA-0D54-4342-A6BB-85E13E63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41C53A09-7B24-4E5D-A430-76B92DF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3FA88545-6406-4A70-A8EC-4884873774F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34D14DF1-24C5-42E9-985F-C1772819AF0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4779C259-AED4-415C-ACD7-6649C53B086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00F116FC-C3E0-42A4-9C48-579F0369A7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258D6F9-2AEC-44E8-B2C8-1BF0780D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55F061E2-DA50-4446-9549-E484E416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af62dae277d4dfa">
              <a:extLst>
                <a:ext uri="{96DAC541-7B7A-43D3-8B79-37D633B846F1}">
                  <asvg:svgBlip xmlns:asvg="http://schemas.microsoft.com/office/drawing/2016/SVG/main" r:embed="R7c27e277f1cd4eb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B0A0BCB3-D896-4519-9EB5-514FA60E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64e099728cb4973">
              <a:extLst>
                <a:ext uri="{96DAC541-7B7A-43D3-8B79-37D633B846F1}">
                  <asvg:svgBlip xmlns:asvg="http://schemas.microsoft.com/office/drawing/2016/SVG/main" r:embed="R7fce19d5474b437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9511682-4C6B-4FC8-81BE-5F0E4BF1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95fa88a816f4a69">
              <a:extLst>
                <a:ext uri="{96DAC541-7B7A-43D3-8B79-37D633B846F1}">
                  <asvg:svgBlip xmlns:asvg="http://schemas.microsoft.com/office/drawing/2016/SVG/main" r:embed="Re4a1e546a26640e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351ACA0-E31D-4609-8F1A-4EDE4180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e7be01c315c40d1">
              <a:extLst>
                <a:ext uri="{96DAC541-7B7A-43D3-8B79-37D633B846F1}">
                  <asvg:svgBlip xmlns:asvg="http://schemas.microsoft.com/office/drawing/2016/SVG/main" r:embed="Rcaa3adac4c544de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CB0BDAF-C7E1-4DB4-98CE-90423D2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bd2103a8e304d74">
              <a:extLst>
                <a:ext uri="{96DAC541-7B7A-43D3-8B79-37D633B846F1}">
                  <asvg:svgBlip xmlns:asvg="http://schemas.microsoft.com/office/drawing/2016/SVG/main" r:embed="Re99514ec7b124ae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608ACD4-7976-4A84-89C1-55C58AD2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e2441ca18c64d32">
              <a:extLst>
                <a:ext uri="{96DAC541-7B7A-43D3-8B79-37D633B846F1}">
                  <asvg:svgBlip xmlns:asvg="http://schemas.microsoft.com/office/drawing/2016/SVG/main" r:embed="R2b96f14e11ad4d2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94FD4C1-86D4-488B-8788-8234787F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48d48e1afec4c66">
              <a:extLst>
                <a:ext uri="{96DAC541-7B7A-43D3-8B79-37D633B846F1}">
                  <asvg:svgBlip xmlns:asvg="http://schemas.microsoft.com/office/drawing/2016/SVG/main" r:embed="R3f9d519e5a3e46a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4CD94CBF-FA78-471C-A18B-512D921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0dd57b8b3b7414a">
              <a:extLst>
                <a:ext uri="{96DAC541-7B7A-43D3-8B79-37D633B846F1}">
                  <asvg:svgBlip xmlns:asvg="http://schemas.microsoft.com/office/drawing/2016/SVG/main" r:embed="Rcc6d8f5b31a442a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B0C23D5-16FB-43B1-8BA8-679F2B9E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5a3a27cac434e35">
              <a:extLst>
                <a:ext uri="{96DAC541-7B7A-43D3-8B79-37D633B846F1}">
                  <asvg:svgBlip xmlns:asvg="http://schemas.microsoft.com/office/drawing/2016/SVG/main" r:embed="Rdce161b17ba9441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D3FCBCED-EEC5-47AF-ACBC-DF3A6A2E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1cb86ed7b084b56">
              <a:extLst>
                <a:ext uri="{96DAC541-7B7A-43D3-8B79-37D633B846F1}">
                  <asvg:svgBlip xmlns:asvg="http://schemas.microsoft.com/office/drawing/2016/SVG/main" r:embed="Rc1f13026aa804e1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6ad7d056b614e83">
              <a:extLst>
                <a:ext uri="{96DAC541-7B7A-43D3-8B79-37D633B846F1}">
                  <asvg:svgBlip xmlns:asvg="http://schemas.microsoft.com/office/drawing/2016/SVG/main" r:embed="Ra353a01a8c754bd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88C39B9-571B-4D66-9CF4-748E6253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24E455C-5819-4082-B64B-4002B7D3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19DC1BDE-7B80-444F-877E-BDE0278E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C4A927A4-65CA-45D6-95AC-B9958438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6075BED9-527B-4CF6-B97C-62098575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C9CDED6-F653-46E3-9A6E-FA4095A9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C01322A-6B75-45B6-BC37-FE6EDE22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134035C-89BF-49CC-8957-E4CAEE9B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03FAA7C9-0DA4-48DB-82C7-E6E15347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4800758-9126-4EC3-A4B9-3D01CF7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975452B8-A0D1-41B0-B01F-F19C49A6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28fe4fa964964">
            <a:extLst>
              <a:ext uri="{96DAC541-7B7A-43D3-8B79-37D633B846F1}">
                <asvg:svgBlip xmlns:asvg="http://schemas.microsoft.com/office/drawing/2016/SVG/main" r:embed="Rd19598dc51e346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0c01a93b0ac4edf" /><Relationship Type="http://schemas.openxmlformats.org/officeDocument/2006/relationships/image" Target="/ppt/media/image.svg" Id="Rfe453ed332814ee7" /><Relationship Type="http://schemas.openxmlformats.org/officeDocument/2006/relationships/theme" Target="/ppt/slideMasters/theme/theme2.xml" Id="Rc247d47e948f4585" /><Relationship Type="http://schemas.openxmlformats.org/officeDocument/2006/relationships/slideLayout" Target="/ppt/slideLayouts/slideLayout1.xml" Id="Ra9f5cdabb5e54b01" /><Relationship Type="http://schemas.openxmlformats.org/officeDocument/2006/relationships/slideLayout" Target="/ppt/slideLayouts/slideLayout2.xml" Id="R2a9fe341469241bd" /><Relationship Type="http://schemas.openxmlformats.org/officeDocument/2006/relationships/slideLayout" Target="/ppt/slideLayouts/slideLayout3.xml" Id="R1e4ecfb97f544da3" /><Relationship Type="http://schemas.openxmlformats.org/officeDocument/2006/relationships/slideLayout" Target="/ppt/slideLayouts/slideLayout4.xml" Id="Re861d44e521c439e" /><Relationship Type="http://schemas.openxmlformats.org/officeDocument/2006/relationships/slideLayout" Target="/ppt/slideLayouts/slideLayout5.xml" Id="R1ab8914a980f477d" /><Relationship Type="http://schemas.openxmlformats.org/officeDocument/2006/relationships/slideLayout" Target="/ppt/slideLayouts/slideLayout6.xml" Id="Rf2a7c6d1e0654735" /><Relationship Type="http://schemas.openxmlformats.org/officeDocument/2006/relationships/slideLayout" Target="/ppt/slideLayouts/slideLayout7.xml" Id="Rf300894529e941b6" /><Relationship Type="http://schemas.openxmlformats.org/officeDocument/2006/relationships/slideLayout" Target="/ppt/slideLayouts/slideLayout8.xml" Id="Rc3bb34e61b004c60" /><Relationship Type="http://schemas.openxmlformats.org/officeDocument/2006/relationships/slideLayout" Target="/ppt/slideLayouts/slideLayout9.xml" Id="Ra140b2fe0b464300" /><Relationship Type="http://schemas.openxmlformats.org/officeDocument/2006/relationships/slideLayout" Target="/ppt/slideLayouts/slideLayout10.xml" Id="R0cfd87186e944efb" /><Relationship Type="http://schemas.openxmlformats.org/officeDocument/2006/relationships/slideLayout" Target="/ppt/slideLayouts/slideLayout11.xml" Id="R34b76c59410b48dd" /><Relationship Type="http://schemas.openxmlformats.org/officeDocument/2006/relationships/slideLayout" Target="/ppt/slideLayouts/slideLayout12.xml" Id="R6a2ff678a5054a37" /><Relationship Type="http://schemas.openxmlformats.org/officeDocument/2006/relationships/slideLayout" Target="/ppt/slideLayouts/slideLayout13.xml" Id="R63e511ca82d144ef" /><Relationship Type="http://schemas.openxmlformats.org/officeDocument/2006/relationships/slideLayout" Target="/ppt/slideLayouts/slideLayout14.xml" Id="R0ee10978dd3a4fd3" /><Relationship Type="http://schemas.openxmlformats.org/officeDocument/2006/relationships/slideLayout" Target="/ppt/slideLayouts/slideLayout15.xml" Id="R0769cdbf152d45cc" /><Relationship Type="http://schemas.openxmlformats.org/officeDocument/2006/relationships/slideLayout" Target="/ppt/slideLayouts/slideLayout16.xml" Id="R71270561b3394547" /><Relationship Type="http://schemas.openxmlformats.org/officeDocument/2006/relationships/slideLayout" Target="/ppt/slideLayouts/slideLayout17.xml" Id="R5f00f9a6b03c49d6" /><Relationship Type="http://schemas.openxmlformats.org/officeDocument/2006/relationships/slideLayout" Target="/ppt/slideLayouts/slideLayout18.xml" Id="R262507d70b53468b" /><Relationship Type="http://schemas.openxmlformats.org/officeDocument/2006/relationships/slideLayout" Target="/ppt/slideLayouts/slideLayout19.xml" Id="R4f2f299c82484563" /><Relationship Type="http://schemas.openxmlformats.org/officeDocument/2006/relationships/slideLayout" Target="/ppt/slideLayouts/slideLayout20.xml" Id="Rd9f6cbdabac347b1" /><Relationship Type="http://schemas.openxmlformats.org/officeDocument/2006/relationships/slideLayout" Target="/ppt/slideLayouts/slideLayout21.xml" Id="Raebb6f1a92e448d0" /><Relationship Type="http://schemas.openxmlformats.org/officeDocument/2006/relationships/slideLayout" Target="/ppt/slideLayouts/slideLayout22.xml" Id="R6ac9714f651943b1" /><Relationship Type="http://schemas.openxmlformats.org/officeDocument/2006/relationships/slideLayout" Target="/ppt/slideLayouts/slideLayout23.xml" Id="Ra4c5130fcdf44be0" /><Relationship Type="http://schemas.openxmlformats.org/officeDocument/2006/relationships/slideLayout" Target="/ppt/slideLayouts/slideLayout24.xml" Id="R47a7f1fb4f0e4b06" /><Relationship Type="http://schemas.openxmlformats.org/officeDocument/2006/relationships/slideLayout" Target="/ppt/slideLayouts/slideLayout25.xml" Id="R300c804709514f19" /><Relationship Type="http://schemas.openxmlformats.org/officeDocument/2006/relationships/slideLayout" Target="/ppt/slideLayouts/slideLayout26.xml" Id="R736346e0859d4bfd" /><Relationship Type="http://schemas.openxmlformats.org/officeDocument/2006/relationships/slideLayout" Target="/ppt/slideLayouts/slideLayout27.xml" Id="R9b9afebf3b714cf3" /><Relationship Type="http://schemas.openxmlformats.org/officeDocument/2006/relationships/slideLayout" Target="/ppt/slideLayouts/slideLayout28.xml" Id="R2f93f6da56db4020" /><Relationship Type="http://schemas.openxmlformats.org/officeDocument/2006/relationships/slideLayout" Target="/ppt/slideLayouts/slideLayout29.xml" Id="R1d6637b451d34aaa" /><Relationship Type="http://schemas.openxmlformats.org/officeDocument/2006/relationships/slideLayout" Target="/ppt/slideLayouts/slideLayout30.xml" Id="R7fdcf59cad614214" /><Relationship Type="http://schemas.openxmlformats.org/officeDocument/2006/relationships/slideLayout" Target="/ppt/slideLayouts/slideLayout31.xml" Id="R0c517f1be2144158" /><Relationship Type="http://schemas.openxmlformats.org/officeDocument/2006/relationships/slideLayout" Target="/ppt/slideLayouts/slideLayout32.xml" Id="R2ce30c0c4cd64061" /><Relationship Type="http://schemas.openxmlformats.org/officeDocument/2006/relationships/slideLayout" Target="/ppt/slideLayouts/slideLayout33.xml" Id="Rba588c74f1f54b7a" /><Relationship Type="http://schemas.openxmlformats.org/officeDocument/2006/relationships/slideLayout" Target="/ppt/slideLayouts/slideLayout34.xml" Id="Rb20371853c6e4f3f" /><Relationship Type="http://schemas.openxmlformats.org/officeDocument/2006/relationships/slideLayout" Target="/ppt/slideLayouts/slideLayout35.xml" Id="R074934776f2641b6" /><Relationship Type="http://schemas.openxmlformats.org/officeDocument/2006/relationships/slideLayout" Target="/ppt/slideLayouts/slideLayout36.xml" Id="Rfae14c6f82b24cb3" /><Relationship Type="http://schemas.openxmlformats.org/officeDocument/2006/relationships/slideLayout" Target="/ppt/slideLayouts/slideLayout37.xml" Id="R48e23560bd204371" /><Relationship Type="http://schemas.openxmlformats.org/officeDocument/2006/relationships/slideLayout" Target="/ppt/slideLayouts/slideLayout38.xml" Id="R74a5856b072947d4" /><Relationship Type="http://schemas.openxmlformats.org/officeDocument/2006/relationships/slideLayout" Target="/ppt/slideLayouts/slideLayout39.xml" Id="R900757e2a0214511" /><Relationship Type="http://schemas.openxmlformats.org/officeDocument/2006/relationships/slideLayout" Target="/ppt/slideLayouts/slideLayout40.xml" Id="Rdcf14d786e8749b8" /><Relationship Type="http://schemas.openxmlformats.org/officeDocument/2006/relationships/slideLayout" Target="/ppt/slideLayouts/slideLayout41.xml" Id="Rb9c9b55a7e674957" /><Relationship Type="http://schemas.openxmlformats.org/officeDocument/2006/relationships/slideLayout" Target="/ppt/slideLayouts/slideLayout42.xml" Id="Rbde024b0621f417b" /><Relationship Type="http://schemas.openxmlformats.org/officeDocument/2006/relationships/slideLayout" Target="/ppt/slideLayouts/slideLayout43.xml" Id="R746c220c115a4acf" /><Relationship Type="http://schemas.openxmlformats.org/officeDocument/2006/relationships/slideLayout" Target="/ppt/slideLayouts/slideLayout44.xml" Id="Rd390dc8cac9640b8" /><Relationship Type="http://schemas.openxmlformats.org/officeDocument/2006/relationships/slideLayout" Target="/ppt/slideLayouts/slideLayout45.xml" Id="R72d68a9e0a9c47d1" /><Relationship Type="http://schemas.openxmlformats.org/officeDocument/2006/relationships/slideLayout" Target="/ppt/slideLayouts/slideLayout46.xml" Id="Rc8d691561fc84ab8" /><Relationship Type="http://schemas.openxmlformats.org/officeDocument/2006/relationships/slideLayout" Target="/ppt/slideLayouts/slideLayout47.xml" Id="R262ffb146d914efa" /><Relationship Type="http://schemas.openxmlformats.org/officeDocument/2006/relationships/slideLayout" Target="/ppt/slideLayouts/slideLayout48.xml" Id="R82c6d5b89f614400" /><Relationship Type="http://schemas.openxmlformats.org/officeDocument/2006/relationships/slideLayout" Target="/ppt/slideLayouts/slideLayout49.xml" Id="Rb48f65b5f2194700" /><Relationship Type="http://schemas.openxmlformats.org/officeDocument/2006/relationships/slideLayout" Target="/ppt/slideLayouts/slideLayout50.xml" Id="Rc402771888ae4d4d" /><Relationship Type="http://schemas.openxmlformats.org/officeDocument/2006/relationships/slideLayout" Target="/ppt/slideLayouts/slideLayout51.xml" Id="R161f48b520324f39" /><Relationship Type="http://schemas.openxmlformats.org/officeDocument/2006/relationships/slideLayout" Target="/ppt/slideLayouts/slideLayout52.xml" Id="Rf54d3ba52f0d41e2" /><Relationship Type="http://schemas.openxmlformats.org/officeDocument/2006/relationships/slideLayout" Target="/ppt/slideLayouts/slideLayout53.xml" Id="R443857b54dd9448e" /><Relationship Type="http://schemas.openxmlformats.org/officeDocument/2006/relationships/slideLayout" Target="/ppt/slideLayouts/slideLayout54.xml" Id="R58fda666c2064f74" /><Relationship Type="http://schemas.openxmlformats.org/officeDocument/2006/relationships/slideLayout" Target="/ppt/slideLayouts/slideLayout55.xml" Id="Rf502d6d0597e4484" /><Relationship Type="http://schemas.openxmlformats.org/officeDocument/2006/relationships/slideLayout" Target="/ppt/slideLayouts/slideLayout56.xml" Id="Rb4dc0195a77f4cc9" /><Relationship Type="http://schemas.openxmlformats.org/officeDocument/2006/relationships/slideLayout" Target="/ppt/slideLayouts/slideLayout57.xml" Id="Rcb5968050bbc4bb1" /><Relationship Type="http://schemas.openxmlformats.org/officeDocument/2006/relationships/slideLayout" Target="/ppt/slideLayouts/slideLayout58.xml" Id="R85167cd2040b42c5" /><Relationship Type="http://schemas.openxmlformats.org/officeDocument/2006/relationships/slideLayout" Target="/ppt/slideLayouts/slideLayout59.xml" Id="R3b08a34c14f34f00" /><Relationship Type="http://schemas.openxmlformats.org/officeDocument/2006/relationships/slideLayout" Target="/ppt/slideLayouts/slideLayout60.xml" Id="Re2f7d0844d3b4771" /><Relationship Type="http://schemas.openxmlformats.org/officeDocument/2006/relationships/slideLayout" Target="/ppt/slideLayouts/slideLayout61.xml" Id="R4a8dc580297c4614" /><Relationship Type="http://schemas.openxmlformats.org/officeDocument/2006/relationships/slideLayout" Target="/ppt/slideLayouts/slideLayout62.xml" Id="R738750474fd4403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34170a87b0f2457e" /><Relationship Type="http://schemas.openxmlformats.org/officeDocument/2006/relationships/image" Target="/ppt/media/image.svg" Id="R8a9dabc931584706" /><Relationship Type="http://schemas.openxmlformats.org/officeDocument/2006/relationships/theme" Target="/ppt/slideMasters/theme/theme3.xml" Id="R8a1845e5eb834974" /><Relationship Type="http://schemas.openxmlformats.org/officeDocument/2006/relationships/slideLayout" Target="/ppt/slideLayouts/slideLayout63.xml" Id="Ra67cdcb2be3144c9" /><Relationship Type="http://schemas.openxmlformats.org/officeDocument/2006/relationships/slideLayout" Target="/ppt/slideLayouts/slideLayout64.xml" Id="R3e60b061f1824c44" /><Relationship Type="http://schemas.openxmlformats.org/officeDocument/2006/relationships/slideLayout" Target="/ppt/slideLayouts/slideLayout65.xml" Id="Re8f240290082476a" /><Relationship Type="http://schemas.openxmlformats.org/officeDocument/2006/relationships/slideLayout" Target="/ppt/slideLayouts/slideLayout66.xml" Id="R92a5795befab4e17" /><Relationship Type="http://schemas.openxmlformats.org/officeDocument/2006/relationships/slideLayout" Target="/ppt/slideLayouts/slideLayout67.xml" Id="Rbbe6889d9ab14a46" /><Relationship Type="http://schemas.openxmlformats.org/officeDocument/2006/relationships/slideLayout" Target="/ppt/slideLayouts/slideLayout68.xml" Id="Rc215a525b4fd4ff7" /><Relationship Type="http://schemas.openxmlformats.org/officeDocument/2006/relationships/slideLayout" Target="/ppt/slideLayouts/slideLayout69.xml" Id="R2aa14b08a9dc4a13" /><Relationship Type="http://schemas.openxmlformats.org/officeDocument/2006/relationships/slideLayout" Target="/ppt/slideLayouts/slideLayout70.xml" Id="Rc0c8c14a58724974" /><Relationship Type="http://schemas.openxmlformats.org/officeDocument/2006/relationships/slideLayout" Target="/ppt/slideLayouts/slideLayout71.xml" Id="R16d30bd5679a4c39" /><Relationship Type="http://schemas.openxmlformats.org/officeDocument/2006/relationships/slideLayout" Target="/ppt/slideLayouts/slideLayout72.xml" Id="Rb7a97f6251384883" /><Relationship Type="http://schemas.openxmlformats.org/officeDocument/2006/relationships/slideLayout" Target="/ppt/slideLayouts/slideLayout73.xml" Id="R01430ad1bdac4d7d" /><Relationship Type="http://schemas.openxmlformats.org/officeDocument/2006/relationships/slideLayout" Target="/ppt/slideLayouts/slideLayout74.xml" Id="Ra88416608ce74c99" /><Relationship Type="http://schemas.openxmlformats.org/officeDocument/2006/relationships/slideLayout" Target="/ppt/slideLayouts/slideLayout75.xml" Id="Rfadaf05fd1784c95" /><Relationship Type="http://schemas.openxmlformats.org/officeDocument/2006/relationships/slideLayout" Target="/ppt/slideLayouts/slideLayout76.xml" Id="Rfe9aa17489744cb8" /><Relationship Type="http://schemas.openxmlformats.org/officeDocument/2006/relationships/slideLayout" Target="/ppt/slideLayouts/slideLayout77.xml" Id="Re91755c102eb4776" /><Relationship Type="http://schemas.openxmlformats.org/officeDocument/2006/relationships/slideLayout" Target="/ppt/slideLayouts/slideLayout78.xml" Id="Rd5776c48dfbb4196" /><Relationship Type="http://schemas.openxmlformats.org/officeDocument/2006/relationships/slideLayout" Target="/ppt/slideLayouts/slideLayout79.xml" Id="Rd1edb3c9513d490b" /><Relationship Type="http://schemas.openxmlformats.org/officeDocument/2006/relationships/slideLayout" Target="/ppt/slideLayouts/slideLayout80.xml" Id="R243cfd9749834c33" /><Relationship Type="http://schemas.openxmlformats.org/officeDocument/2006/relationships/slideLayout" Target="/ppt/slideLayouts/slideLayout81.xml" Id="Ra23eb4e7606643d0" /><Relationship Type="http://schemas.openxmlformats.org/officeDocument/2006/relationships/slideLayout" Target="/ppt/slideLayouts/slideLayout82.xml" Id="Rcf3b870955694874" /><Relationship Type="http://schemas.openxmlformats.org/officeDocument/2006/relationships/slideLayout" Target="/ppt/slideLayouts/slideLayout83.xml" Id="Rdeb786e689e6455f" /><Relationship Type="http://schemas.openxmlformats.org/officeDocument/2006/relationships/slideLayout" Target="/ppt/slideLayouts/slideLayout84.xml" Id="Re84577333b054746" /><Relationship Type="http://schemas.openxmlformats.org/officeDocument/2006/relationships/slideLayout" Target="/ppt/slideLayouts/slideLayout85.xml" Id="R207623251d8a4b86" /><Relationship Type="http://schemas.openxmlformats.org/officeDocument/2006/relationships/slideLayout" Target="/ppt/slideLayouts/slideLayout86.xml" Id="R78b2196d357a48c3" /><Relationship Type="http://schemas.openxmlformats.org/officeDocument/2006/relationships/slideLayout" Target="/ppt/slideLayouts/slideLayout87.xml" Id="R27e987df28e2408a" /><Relationship Type="http://schemas.openxmlformats.org/officeDocument/2006/relationships/slideLayout" Target="/ppt/slideLayouts/slideLayout88.xml" Id="R75bc03d0338e4079" /><Relationship Type="http://schemas.openxmlformats.org/officeDocument/2006/relationships/slideLayout" Target="/ppt/slideLayouts/slideLayout89.xml" Id="R9227131259524872" /><Relationship Type="http://schemas.openxmlformats.org/officeDocument/2006/relationships/slideLayout" Target="/ppt/slideLayouts/slideLayout90.xml" Id="R1b0381f93d99432e" /><Relationship Type="http://schemas.openxmlformats.org/officeDocument/2006/relationships/slideLayout" Target="/ppt/slideLayouts/slideLayout91.xml" Id="Raa12b562b2f24077" /><Relationship Type="http://schemas.openxmlformats.org/officeDocument/2006/relationships/slideLayout" Target="/ppt/slideLayouts/slideLayout92.xml" Id="R0708c511ebb34541" /><Relationship Type="http://schemas.openxmlformats.org/officeDocument/2006/relationships/slideLayout" Target="/ppt/slideLayouts/slideLayout93.xml" Id="R06d8735823f84cd5" /><Relationship Type="http://schemas.openxmlformats.org/officeDocument/2006/relationships/slideLayout" Target="/ppt/slideLayouts/slideLayout94.xml" Id="Rdcebe6f46d7a490e" /><Relationship Type="http://schemas.openxmlformats.org/officeDocument/2006/relationships/slideLayout" Target="/ppt/slideLayouts/slideLayout95.xml" Id="R61d4ff6315b24728" /><Relationship Type="http://schemas.openxmlformats.org/officeDocument/2006/relationships/slideLayout" Target="/ppt/slideLayouts/slideLayout96.xml" Id="R2208ef7e93fd4ba1" /><Relationship Type="http://schemas.openxmlformats.org/officeDocument/2006/relationships/slideLayout" Target="/ppt/slideLayouts/slideLayout97.xml" Id="Rca8188879d0e4214" /><Relationship Type="http://schemas.openxmlformats.org/officeDocument/2006/relationships/slideLayout" Target="/ppt/slideLayouts/slideLayout98.xml" Id="R8f0903aff54a4f30" /><Relationship Type="http://schemas.openxmlformats.org/officeDocument/2006/relationships/slideLayout" Target="/ppt/slideLayouts/slideLayout99.xml" Id="Raf0d01132bc3474f" /><Relationship Type="http://schemas.openxmlformats.org/officeDocument/2006/relationships/slideLayout" Target="/ppt/slideLayouts/slideLayout100.xml" Id="R962478ce184947fc" /><Relationship Type="http://schemas.openxmlformats.org/officeDocument/2006/relationships/slideLayout" Target="/ppt/slideLayouts/slideLayout101.xml" Id="Rdce1252455b94a5f" /><Relationship Type="http://schemas.openxmlformats.org/officeDocument/2006/relationships/slideLayout" Target="/ppt/slideLayouts/slideLayout102.xml" Id="R4952b3dee0b94bff" /><Relationship Type="http://schemas.openxmlformats.org/officeDocument/2006/relationships/slideLayout" Target="/ppt/slideLayouts/slideLayout103.xml" Id="R5173bb61c6ae4772" /><Relationship Type="http://schemas.openxmlformats.org/officeDocument/2006/relationships/slideLayout" Target="/ppt/slideLayouts/slideLayout104.xml" Id="Rc55f14d092cf4f3d" /><Relationship Type="http://schemas.openxmlformats.org/officeDocument/2006/relationships/slideLayout" Target="/ppt/slideLayouts/slideLayout105.xml" Id="R4c7e0651e6544824" /><Relationship Type="http://schemas.openxmlformats.org/officeDocument/2006/relationships/slideLayout" Target="/ppt/slideLayouts/slideLayout106.xml" Id="Rbde8866d89ff43d6" /><Relationship Type="http://schemas.openxmlformats.org/officeDocument/2006/relationships/slideLayout" Target="/ppt/slideLayouts/slideLayout107.xml" Id="Rd21b00277254405d" /><Relationship Type="http://schemas.openxmlformats.org/officeDocument/2006/relationships/slideLayout" Target="/ppt/slideLayouts/slideLayout108.xml" Id="R880196853e2c4b30" /><Relationship Type="http://schemas.openxmlformats.org/officeDocument/2006/relationships/slideLayout" Target="/ppt/slideLayouts/slideLayout109.xml" Id="R8d94bcaaab0741aa" /><Relationship Type="http://schemas.openxmlformats.org/officeDocument/2006/relationships/slideLayout" Target="/ppt/slideLayouts/slideLayout110.xml" Id="R268e7f97cd7b447b" /><Relationship Type="http://schemas.openxmlformats.org/officeDocument/2006/relationships/slideLayout" Target="/ppt/slideLayouts/slideLayout111.xml" Id="R7713477f295042bb" /><Relationship Type="http://schemas.openxmlformats.org/officeDocument/2006/relationships/slideLayout" Target="/ppt/slideLayouts/slideLayout112.xml" Id="Rf0c440d77c9949b7" /><Relationship Type="http://schemas.openxmlformats.org/officeDocument/2006/relationships/slideLayout" Target="/ppt/slideLayouts/slideLayout113.xml" Id="R94b93f74457d4565" /><Relationship Type="http://schemas.openxmlformats.org/officeDocument/2006/relationships/slideLayout" Target="/ppt/slideLayouts/slideLayout114.xml" Id="R7c86436f855845f9" /><Relationship Type="http://schemas.openxmlformats.org/officeDocument/2006/relationships/slideLayout" Target="/ppt/slideLayouts/slideLayout115.xml" Id="R6ceb49728db14035" /><Relationship Type="http://schemas.openxmlformats.org/officeDocument/2006/relationships/slideLayout" Target="/ppt/slideLayouts/slideLayout116.xml" Id="R21e235236d914ace" /><Relationship Type="http://schemas.openxmlformats.org/officeDocument/2006/relationships/slideLayout" Target="/ppt/slideLayouts/slideLayout117.xml" Id="Rb955c7b548b94c83" /><Relationship Type="http://schemas.openxmlformats.org/officeDocument/2006/relationships/slideLayout" Target="/ppt/slideLayouts/slideLayout118.xml" Id="Rc7788b46768c4682" /><Relationship Type="http://schemas.openxmlformats.org/officeDocument/2006/relationships/slideLayout" Target="/ppt/slideLayouts/slideLayout119.xml" Id="R1a4a84096ab1482b" /><Relationship Type="http://schemas.openxmlformats.org/officeDocument/2006/relationships/slideLayout" Target="/ppt/slideLayouts/slideLayout120.xml" Id="R46980967faa843d0" /><Relationship Type="http://schemas.openxmlformats.org/officeDocument/2006/relationships/slideLayout" Target="/ppt/slideLayouts/slideLayout121.xml" Id="Ree9c8685494744df" /><Relationship Type="http://schemas.openxmlformats.org/officeDocument/2006/relationships/slideLayout" Target="/ppt/slideLayouts/slideLayout122.xml" Id="R676d5ff047714421" /><Relationship Type="http://schemas.openxmlformats.org/officeDocument/2006/relationships/slideLayout" Target="/ppt/slideLayouts/slideLayout123.xml" Id="Ra92f258b099544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01a93b0ac4edf">
            <a:extLst>
              <a:ext uri="{96DAC541-7B7A-43D3-8B79-37D633B846F1}">
                <asvg:svgBlip xmlns:asvg="http://schemas.microsoft.com/office/drawing/2016/SVG/main" r:embed="Rfe453ed332814e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5cdabb5e54b01"/>
    <p:sldLayoutId xmlns:r="http://schemas.openxmlformats.org/officeDocument/2006/relationships" id="2147483650" r:id="R2a9fe341469241bd"/>
    <p:sldLayoutId xmlns:r="http://schemas.openxmlformats.org/officeDocument/2006/relationships" id="2147483651" r:id="R1e4ecfb97f544da3"/>
    <p:sldLayoutId xmlns:r="http://schemas.openxmlformats.org/officeDocument/2006/relationships" id="2147483652" r:id="Re861d44e521c439e"/>
    <p:sldLayoutId xmlns:r="http://schemas.openxmlformats.org/officeDocument/2006/relationships" id="2147483653" r:id="R1ab8914a980f477d"/>
    <p:sldLayoutId xmlns:r="http://schemas.openxmlformats.org/officeDocument/2006/relationships" id="2147483654" r:id="Rf2a7c6d1e0654735"/>
    <p:sldLayoutId xmlns:r="http://schemas.openxmlformats.org/officeDocument/2006/relationships" id="2147483655" r:id="Rf300894529e941b6"/>
    <p:sldLayoutId xmlns:r="http://schemas.openxmlformats.org/officeDocument/2006/relationships" id="2147483656" r:id="Rc3bb34e61b004c60"/>
    <p:sldLayoutId xmlns:r="http://schemas.openxmlformats.org/officeDocument/2006/relationships" id="2147483657" r:id="Ra140b2fe0b464300"/>
    <p:sldLayoutId xmlns:r="http://schemas.openxmlformats.org/officeDocument/2006/relationships" id="2147483658" r:id="R0cfd87186e944efb"/>
    <p:sldLayoutId xmlns:r="http://schemas.openxmlformats.org/officeDocument/2006/relationships" id="2147483659" r:id="R34b76c59410b48dd"/>
    <p:sldLayoutId xmlns:r="http://schemas.openxmlformats.org/officeDocument/2006/relationships" id="2147483660" r:id="R6a2ff678a5054a37"/>
    <p:sldLayoutId xmlns:r="http://schemas.openxmlformats.org/officeDocument/2006/relationships" id="2147483661" r:id="R63e511ca82d144ef"/>
    <p:sldLayoutId xmlns:r="http://schemas.openxmlformats.org/officeDocument/2006/relationships" id="2147483662" r:id="R0ee10978dd3a4fd3"/>
    <p:sldLayoutId xmlns:r="http://schemas.openxmlformats.org/officeDocument/2006/relationships" id="2147483663" r:id="R0769cdbf152d45cc"/>
    <p:sldLayoutId xmlns:r="http://schemas.openxmlformats.org/officeDocument/2006/relationships" id="2147483664" r:id="R71270561b3394547"/>
    <p:sldLayoutId xmlns:r="http://schemas.openxmlformats.org/officeDocument/2006/relationships" id="2147483665" r:id="R5f00f9a6b03c49d6"/>
    <p:sldLayoutId xmlns:r="http://schemas.openxmlformats.org/officeDocument/2006/relationships" id="2147483666" r:id="R262507d70b53468b"/>
    <p:sldLayoutId xmlns:r="http://schemas.openxmlformats.org/officeDocument/2006/relationships" id="2147483667" r:id="R4f2f299c82484563"/>
    <p:sldLayoutId xmlns:r="http://schemas.openxmlformats.org/officeDocument/2006/relationships" id="2147483668" r:id="Rd9f6cbdabac347b1"/>
    <p:sldLayoutId xmlns:r="http://schemas.openxmlformats.org/officeDocument/2006/relationships" id="2147483669" r:id="Raebb6f1a92e448d0"/>
    <p:sldLayoutId xmlns:r="http://schemas.openxmlformats.org/officeDocument/2006/relationships" id="2147483670" r:id="R6ac9714f651943b1"/>
    <p:sldLayoutId xmlns:r="http://schemas.openxmlformats.org/officeDocument/2006/relationships" id="2147483671" r:id="Ra4c5130fcdf44be0"/>
    <p:sldLayoutId xmlns:r="http://schemas.openxmlformats.org/officeDocument/2006/relationships" id="2147483672" r:id="R47a7f1fb4f0e4b06"/>
    <p:sldLayoutId xmlns:r="http://schemas.openxmlformats.org/officeDocument/2006/relationships" id="2147483673" r:id="R300c804709514f19"/>
    <p:sldLayoutId xmlns:r="http://schemas.openxmlformats.org/officeDocument/2006/relationships" id="2147483674" r:id="R736346e0859d4bfd"/>
    <p:sldLayoutId xmlns:r="http://schemas.openxmlformats.org/officeDocument/2006/relationships" id="2147483675" r:id="R9b9afebf3b714cf3"/>
    <p:sldLayoutId xmlns:r="http://schemas.openxmlformats.org/officeDocument/2006/relationships" id="2147483676" r:id="R2f93f6da56db4020"/>
    <p:sldLayoutId xmlns:r="http://schemas.openxmlformats.org/officeDocument/2006/relationships" id="2147483677" r:id="R1d6637b451d34aaa"/>
    <p:sldLayoutId xmlns:r="http://schemas.openxmlformats.org/officeDocument/2006/relationships" id="2147483678" r:id="R7fdcf59cad614214"/>
    <p:sldLayoutId xmlns:r="http://schemas.openxmlformats.org/officeDocument/2006/relationships" id="2147483679" r:id="R0c517f1be2144158"/>
    <p:sldLayoutId xmlns:r="http://schemas.openxmlformats.org/officeDocument/2006/relationships" id="2147483680" r:id="R2ce30c0c4cd64061"/>
    <p:sldLayoutId xmlns:r="http://schemas.openxmlformats.org/officeDocument/2006/relationships" id="2147483681" r:id="Rba588c74f1f54b7a"/>
    <p:sldLayoutId xmlns:r="http://schemas.openxmlformats.org/officeDocument/2006/relationships" id="2147483682" r:id="Rb20371853c6e4f3f"/>
    <p:sldLayoutId xmlns:r="http://schemas.openxmlformats.org/officeDocument/2006/relationships" id="2147483683" r:id="R074934776f2641b6"/>
    <p:sldLayoutId xmlns:r="http://schemas.openxmlformats.org/officeDocument/2006/relationships" id="2147483684" r:id="Rfae14c6f82b24cb3"/>
    <p:sldLayoutId xmlns:r="http://schemas.openxmlformats.org/officeDocument/2006/relationships" id="2147483685" r:id="R48e23560bd204371"/>
    <p:sldLayoutId xmlns:r="http://schemas.openxmlformats.org/officeDocument/2006/relationships" id="2147483686" r:id="R74a5856b072947d4"/>
    <p:sldLayoutId xmlns:r="http://schemas.openxmlformats.org/officeDocument/2006/relationships" id="2147483687" r:id="R900757e2a0214511"/>
    <p:sldLayoutId xmlns:r="http://schemas.openxmlformats.org/officeDocument/2006/relationships" id="2147483688" r:id="Rdcf14d786e8749b8"/>
    <p:sldLayoutId xmlns:r="http://schemas.openxmlformats.org/officeDocument/2006/relationships" id="2147483689" r:id="Rb9c9b55a7e674957"/>
    <p:sldLayoutId xmlns:r="http://schemas.openxmlformats.org/officeDocument/2006/relationships" id="2147483690" r:id="Rbde024b0621f417b"/>
    <p:sldLayoutId xmlns:r="http://schemas.openxmlformats.org/officeDocument/2006/relationships" id="2147483691" r:id="R746c220c115a4acf"/>
    <p:sldLayoutId xmlns:r="http://schemas.openxmlformats.org/officeDocument/2006/relationships" id="2147483692" r:id="Rd390dc8cac9640b8"/>
    <p:sldLayoutId xmlns:r="http://schemas.openxmlformats.org/officeDocument/2006/relationships" id="2147483693" r:id="R72d68a9e0a9c47d1"/>
    <p:sldLayoutId xmlns:r="http://schemas.openxmlformats.org/officeDocument/2006/relationships" id="2147483694" r:id="Rc8d691561fc84ab8"/>
    <p:sldLayoutId xmlns:r="http://schemas.openxmlformats.org/officeDocument/2006/relationships" id="2147483695" r:id="R262ffb146d914efa"/>
    <p:sldLayoutId xmlns:r="http://schemas.openxmlformats.org/officeDocument/2006/relationships" id="2147483696" r:id="R82c6d5b89f614400"/>
    <p:sldLayoutId xmlns:r="http://schemas.openxmlformats.org/officeDocument/2006/relationships" id="2147483697" r:id="Rb48f65b5f2194700"/>
    <p:sldLayoutId xmlns:r="http://schemas.openxmlformats.org/officeDocument/2006/relationships" id="2147483698" r:id="Rc402771888ae4d4d"/>
    <p:sldLayoutId xmlns:r="http://schemas.openxmlformats.org/officeDocument/2006/relationships" id="2147483699" r:id="R161f48b520324f39"/>
    <p:sldLayoutId xmlns:r="http://schemas.openxmlformats.org/officeDocument/2006/relationships" id="2147483700" r:id="Rf54d3ba52f0d41e2"/>
    <p:sldLayoutId xmlns:r="http://schemas.openxmlformats.org/officeDocument/2006/relationships" id="2147483701" r:id="R443857b54dd9448e"/>
    <p:sldLayoutId xmlns:r="http://schemas.openxmlformats.org/officeDocument/2006/relationships" id="2147483702" r:id="R58fda666c2064f74"/>
    <p:sldLayoutId xmlns:r="http://schemas.openxmlformats.org/officeDocument/2006/relationships" id="2147483703" r:id="Rf502d6d0597e4484"/>
    <p:sldLayoutId xmlns:r="http://schemas.openxmlformats.org/officeDocument/2006/relationships" id="2147483704" r:id="Rb4dc0195a77f4cc9"/>
    <p:sldLayoutId xmlns:r="http://schemas.openxmlformats.org/officeDocument/2006/relationships" id="2147483705" r:id="Rcb5968050bbc4bb1"/>
    <p:sldLayoutId xmlns:r="http://schemas.openxmlformats.org/officeDocument/2006/relationships" id="2147483706" r:id="R85167cd2040b42c5"/>
    <p:sldLayoutId xmlns:r="http://schemas.openxmlformats.org/officeDocument/2006/relationships" id="2147483707" r:id="R3b08a34c14f34f00"/>
    <p:sldLayoutId xmlns:r="http://schemas.openxmlformats.org/officeDocument/2006/relationships" id="2147483708" r:id="Re2f7d0844d3b4771"/>
    <p:sldLayoutId xmlns:r="http://schemas.openxmlformats.org/officeDocument/2006/relationships" id="2147483709" r:id="R4a8dc580297c4614"/>
    <p:sldLayoutId xmlns:r="http://schemas.openxmlformats.org/officeDocument/2006/relationships" id="2147483710" r:id="R738750474fd44035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70a87b0f2457e">
            <a:extLst>
              <a:ext uri="{96DAC541-7B7A-43D3-8B79-37D633B846F1}">
                <asvg:svgBlip xmlns:asvg="http://schemas.microsoft.com/office/drawing/2016/SVG/main" r:embed="R8a9dabc9315847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a67cdcb2be3144c9"/>
    <p:sldLayoutId xmlns:r="http://schemas.openxmlformats.org/officeDocument/2006/relationships" id="2147483713" r:id="R3e60b061f1824c44"/>
    <p:sldLayoutId xmlns:r="http://schemas.openxmlformats.org/officeDocument/2006/relationships" id="2147483714" r:id="Re8f240290082476a"/>
    <p:sldLayoutId xmlns:r="http://schemas.openxmlformats.org/officeDocument/2006/relationships" id="2147483715" r:id="R92a5795befab4e17"/>
    <p:sldLayoutId xmlns:r="http://schemas.openxmlformats.org/officeDocument/2006/relationships" id="2147483716" r:id="Rbbe6889d9ab14a46"/>
    <p:sldLayoutId xmlns:r="http://schemas.openxmlformats.org/officeDocument/2006/relationships" id="2147483717" r:id="Rc215a525b4fd4ff7"/>
    <p:sldLayoutId xmlns:r="http://schemas.openxmlformats.org/officeDocument/2006/relationships" id="2147483718" r:id="R2aa14b08a9dc4a13"/>
    <p:sldLayoutId xmlns:r="http://schemas.openxmlformats.org/officeDocument/2006/relationships" id="2147483719" r:id="Rc0c8c14a58724974"/>
    <p:sldLayoutId xmlns:r="http://schemas.openxmlformats.org/officeDocument/2006/relationships" id="2147483720" r:id="R16d30bd5679a4c39"/>
    <p:sldLayoutId xmlns:r="http://schemas.openxmlformats.org/officeDocument/2006/relationships" id="2147483721" r:id="Rb7a97f6251384883"/>
    <p:sldLayoutId xmlns:r="http://schemas.openxmlformats.org/officeDocument/2006/relationships" id="2147483722" r:id="R01430ad1bdac4d7d"/>
    <p:sldLayoutId xmlns:r="http://schemas.openxmlformats.org/officeDocument/2006/relationships" id="2147483723" r:id="Ra88416608ce74c99"/>
    <p:sldLayoutId xmlns:r="http://schemas.openxmlformats.org/officeDocument/2006/relationships" id="2147483724" r:id="Rfadaf05fd1784c95"/>
    <p:sldLayoutId xmlns:r="http://schemas.openxmlformats.org/officeDocument/2006/relationships" id="2147483725" r:id="Rfe9aa17489744cb8"/>
    <p:sldLayoutId xmlns:r="http://schemas.openxmlformats.org/officeDocument/2006/relationships" id="2147483726" r:id="Re91755c102eb4776"/>
    <p:sldLayoutId xmlns:r="http://schemas.openxmlformats.org/officeDocument/2006/relationships" id="2147483727" r:id="Rd5776c48dfbb4196"/>
    <p:sldLayoutId xmlns:r="http://schemas.openxmlformats.org/officeDocument/2006/relationships" id="2147483728" r:id="Rd1edb3c9513d490b"/>
    <p:sldLayoutId xmlns:r="http://schemas.openxmlformats.org/officeDocument/2006/relationships" id="2147483729" r:id="R243cfd9749834c33"/>
    <p:sldLayoutId xmlns:r="http://schemas.openxmlformats.org/officeDocument/2006/relationships" id="2147483730" r:id="Ra23eb4e7606643d0"/>
    <p:sldLayoutId xmlns:r="http://schemas.openxmlformats.org/officeDocument/2006/relationships" id="2147483731" r:id="Rcf3b870955694874"/>
    <p:sldLayoutId xmlns:r="http://schemas.openxmlformats.org/officeDocument/2006/relationships" id="2147483732" r:id="Rdeb786e689e6455f"/>
    <p:sldLayoutId xmlns:r="http://schemas.openxmlformats.org/officeDocument/2006/relationships" id="2147483733" r:id="Re84577333b054746"/>
    <p:sldLayoutId xmlns:r="http://schemas.openxmlformats.org/officeDocument/2006/relationships" id="2147483734" r:id="R207623251d8a4b86"/>
    <p:sldLayoutId xmlns:r="http://schemas.openxmlformats.org/officeDocument/2006/relationships" id="2147483735" r:id="R78b2196d357a48c3"/>
    <p:sldLayoutId xmlns:r="http://schemas.openxmlformats.org/officeDocument/2006/relationships" id="2147483736" r:id="R27e987df28e2408a"/>
    <p:sldLayoutId xmlns:r="http://schemas.openxmlformats.org/officeDocument/2006/relationships" id="2147483737" r:id="R75bc03d0338e4079"/>
    <p:sldLayoutId xmlns:r="http://schemas.openxmlformats.org/officeDocument/2006/relationships" id="2147483738" r:id="R9227131259524872"/>
    <p:sldLayoutId xmlns:r="http://schemas.openxmlformats.org/officeDocument/2006/relationships" id="2147483739" r:id="R1b0381f93d99432e"/>
    <p:sldLayoutId xmlns:r="http://schemas.openxmlformats.org/officeDocument/2006/relationships" id="2147483740" r:id="Raa12b562b2f24077"/>
    <p:sldLayoutId xmlns:r="http://schemas.openxmlformats.org/officeDocument/2006/relationships" id="2147483741" r:id="R0708c511ebb34541"/>
    <p:sldLayoutId xmlns:r="http://schemas.openxmlformats.org/officeDocument/2006/relationships" id="2147483742" r:id="R06d8735823f84cd5"/>
    <p:sldLayoutId xmlns:r="http://schemas.openxmlformats.org/officeDocument/2006/relationships" id="2147483743" r:id="Rdcebe6f46d7a490e"/>
    <p:sldLayoutId xmlns:r="http://schemas.openxmlformats.org/officeDocument/2006/relationships" id="2147483744" r:id="R61d4ff6315b24728"/>
    <p:sldLayoutId xmlns:r="http://schemas.openxmlformats.org/officeDocument/2006/relationships" id="2147483745" r:id="R2208ef7e93fd4ba1"/>
    <p:sldLayoutId xmlns:r="http://schemas.openxmlformats.org/officeDocument/2006/relationships" id="2147483746" r:id="Rca8188879d0e4214"/>
    <p:sldLayoutId xmlns:r="http://schemas.openxmlformats.org/officeDocument/2006/relationships" id="2147483747" r:id="R8f0903aff54a4f30"/>
    <p:sldLayoutId xmlns:r="http://schemas.openxmlformats.org/officeDocument/2006/relationships" id="2147483748" r:id="Raf0d01132bc3474f"/>
    <p:sldLayoutId xmlns:r="http://schemas.openxmlformats.org/officeDocument/2006/relationships" id="2147483749" r:id="R962478ce184947fc"/>
    <p:sldLayoutId xmlns:r="http://schemas.openxmlformats.org/officeDocument/2006/relationships" id="2147483750" r:id="Rdce1252455b94a5f"/>
    <p:sldLayoutId xmlns:r="http://schemas.openxmlformats.org/officeDocument/2006/relationships" id="2147483751" r:id="R4952b3dee0b94bff"/>
    <p:sldLayoutId xmlns:r="http://schemas.openxmlformats.org/officeDocument/2006/relationships" id="2147483752" r:id="R5173bb61c6ae4772"/>
    <p:sldLayoutId xmlns:r="http://schemas.openxmlformats.org/officeDocument/2006/relationships" id="2147483753" r:id="Rc55f14d092cf4f3d"/>
    <p:sldLayoutId xmlns:r="http://schemas.openxmlformats.org/officeDocument/2006/relationships" id="2147483754" r:id="R4c7e0651e6544824"/>
    <p:sldLayoutId xmlns:r="http://schemas.openxmlformats.org/officeDocument/2006/relationships" id="2147483755" r:id="Rbde8866d89ff43d6"/>
    <p:sldLayoutId xmlns:r="http://schemas.openxmlformats.org/officeDocument/2006/relationships" id="2147483756" r:id="Rd21b00277254405d"/>
    <p:sldLayoutId xmlns:r="http://schemas.openxmlformats.org/officeDocument/2006/relationships" id="2147483757" r:id="R880196853e2c4b30"/>
    <p:sldLayoutId xmlns:r="http://schemas.openxmlformats.org/officeDocument/2006/relationships" id="2147483758" r:id="R8d94bcaaab0741aa"/>
    <p:sldLayoutId xmlns:r="http://schemas.openxmlformats.org/officeDocument/2006/relationships" id="2147483759" r:id="R268e7f97cd7b447b"/>
    <p:sldLayoutId xmlns:r="http://schemas.openxmlformats.org/officeDocument/2006/relationships" id="2147483760" r:id="R7713477f295042bb"/>
    <p:sldLayoutId xmlns:r="http://schemas.openxmlformats.org/officeDocument/2006/relationships" id="2147483761" r:id="Rf0c440d77c9949b7"/>
    <p:sldLayoutId xmlns:r="http://schemas.openxmlformats.org/officeDocument/2006/relationships" id="2147483762" r:id="R94b93f74457d4565"/>
    <p:sldLayoutId xmlns:r="http://schemas.openxmlformats.org/officeDocument/2006/relationships" id="2147483763" r:id="R7c86436f855845f9"/>
    <p:sldLayoutId xmlns:r="http://schemas.openxmlformats.org/officeDocument/2006/relationships" id="2147483764" r:id="R6ceb49728db14035"/>
    <p:sldLayoutId xmlns:r="http://schemas.openxmlformats.org/officeDocument/2006/relationships" id="2147483765" r:id="R21e235236d914ace"/>
    <p:sldLayoutId xmlns:r="http://schemas.openxmlformats.org/officeDocument/2006/relationships" id="2147483766" r:id="Rb955c7b548b94c83"/>
    <p:sldLayoutId xmlns:r="http://schemas.openxmlformats.org/officeDocument/2006/relationships" id="2147483767" r:id="Rc7788b46768c4682"/>
    <p:sldLayoutId xmlns:r="http://schemas.openxmlformats.org/officeDocument/2006/relationships" id="2147483768" r:id="R1a4a84096ab1482b"/>
    <p:sldLayoutId xmlns:r="http://schemas.openxmlformats.org/officeDocument/2006/relationships" id="2147483769" r:id="R46980967faa843d0"/>
    <p:sldLayoutId xmlns:r="http://schemas.openxmlformats.org/officeDocument/2006/relationships" id="2147483770" r:id="Ree9c8685494744df"/>
    <p:sldLayoutId xmlns:r="http://schemas.openxmlformats.org/officeDocument/2006/relationships" id="2147483771" r:id="R676d5ff047714421"/>
    <p:sldLayoutId xmlns:r="http://schemas.openxmlformats.org/officeDocument/2006/relationships" id="2147483772" r:id="Ra92f258b09954478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0b5cfd48614f03" /><Relationship Type="http://schemas.openxmlformats.org/officeDocument/2006/relationships/image" Target="/ppt/media/image6.png" Id="Rc0fdfdb889b04ba2" /><Relationship Type="http://schemas.openxmlformats.org/officeDocument/2006/relationships/notesSlide" Target="/ppt/notesSlides/notesSlide1.xml" Id="R65183247f88f43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7332a92d1444842" /><Relationship Type="http://schemas.openxmlformats.org/officeDocument/2006/relationships/image" Target="/ppt/media/image7.png" Id="R742b7b35fd8f4fda" /><Relationship Type="http://schemas.openxmlformats.org/officeDocument/2006/relationships/notesSlide" Target="/ppt/notesSlides/notesSlide2.xml" Id="R587012fa29e443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8e7df441aef4f61" /><Relationship Type="http://schemas.openxmlformats.org/officeDocument/2006/relationships/notesSlide" Target="/ppt/notesSlides/notesSlide3.xml" Id="R22e234bc59b140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d11c12d5a07433d" /><Relationship Type="http://schemas.openxmlformats.org/officeDocument/2006/relationships/notesSlide" Target="/ppt/notesSlides/notesSlide4.xml" Id="Re392b4b4e5c34d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4b80e26607d4569" /><Relationship Type="http://schemas.openxmlformats.org/officeDocument/2006/relationships/notesSlide" Target="/ppt/notesSlides/notesSlide5.xml" Id="R8c95204d4aa845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ec4e82693d74470" /><Relationship Type="http://schemas.openxmlformats.org/officeDocument/2006/relationships/image" Target="/ppt/media/image8.png" Id="Rfbf21f7f0a5b4859" /><Relationship Type="http://schemas.openxmlformats.org/officeDocument/2006/relationships/notesSlide" Target="/ppt/notesSlides/notesSlide6.xml" Id="Rf3e8c84a4d2643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8704cf4df104097" /><Relationship Type="http://schemas.openxmlformats.org/officeDocument/2006/relationships/notesSlide" Target="/ppt/notesSlides/notesSlide7.xml" Id="R58d360316ace41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f3cfc7b737143df" /><Relationship Type="http://schemas.openxmlformats.org/officeDocument/2006/relationships/notesSlide" Target="/ppt/notesSlides/notesSlide8.xml" Id="Re206dedd64f4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8BD81-4FBA-4B5D-B9D5-F869BB51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45DE9-EBA4-407B-971F-3C46120B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복잡한 모션 제어를 간단한 앱으로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D9AC2-F3A6-4948-99ED-7800FBD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1BC82-BA2E-4E97-B34D-6A5E8A90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633AB-A5B4-439F-A9A5-75695632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and virtual devices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dfdb889b04ba2"/>
          <a:srcRect xmlns:a="http://schemas.openxmlformats.org/drawingml/2006/main" l="3770" t="0" r="3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33500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551D-950D-49F7-8276-2966BA69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967579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3DF72-4519-44D5-8866-A9F21A97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9D316-D6AD-49C9-A725-BD1C95F4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F8CCC-6AB0-4D8C-B2AA-B5549648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C1355-251D-414C-9BA3-D6C0DC7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55C69-63FE-4CB2-8478-2EE83F17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B9234-F9D7-43CB-8D21-1B7206CA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reduces custom control work between the application and the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EE303-5B2A-46E2-A4EE-9282BBBA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1A150-60CC-4402-9055-BA1CE24B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5BDBD-953D-4CA8-A2EF-58FEEDFC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35FBE-ADD1-4611-ADA8-DF9B1B3C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A2763-3FD2-4666-AFE0-620F44D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7A30E-EAEB-44F0-A63C-1BEA9CB7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12928-EC5A-40A5-B29E-507F73AC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8C487-A863-4C27-982A-3D9370AF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and I/O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b7b35fd8f4fda"/>
          <a:stretch xmlns:a="http://schemas.openxmlformats.org/drawingml/2006/main"/>
        </p:blipFill>
        <p:spPr>
          <a:xfrm xmlns:a="http://schemas.openxmlformats.org/drawingml/2006/main">
            <a:off x="7667625" y="204787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7BB9E-ED28-488B-A339-C687B83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84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the sequence.</a:t>
            </a:r>
          </a:p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Let the server handle motion commands, feedback,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072592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2C6966-8334-4B16-B5D4-6B3498A3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157FD-0C01-45E2-B02B-E33819E7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8D6DB-2DF9-46DE-BBF2-1046AE4C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A9381-00BE-4498-B943-FD300D27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C6AAC-F3EB-4BC0-B1FC-148162A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1086B-C7AB-497A-9E61-B6C7FF84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191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609BD-E892-41BF-8B3B-12AAB37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3AB19-66D6-4528-8068-C559A73A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B9F3E-4473-48CA-847B-3D8BAA9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058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C4DD4-C60C-471D-84D9-6CA9477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 Reconnect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0E61F-38B1-4B26-A847-4ACED6FC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3BA00-50FF-41B3-864A-AC451FCC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Disconnect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AC8E6-EC23-45F6-9D52-C71D976F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Server: normal   Initialized: yes   Process data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C0241-7B1B-4B0F-BDBA-BC8312B8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8DF11-ED89-4260-B514-7DF0A610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5AEE6-2848-4290-8ADF-C835346D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DE6A5-F93D-4200-BD2D-0BF88D5C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DD4F6-F255-41CE-89E6-0102CBC9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0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8AEED-FBC8-4FB4-9495-42636E2E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1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406EE-5A9F-491A-A81B-C9C55401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2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8A59D-ED89-41E5-B572-5AE667F3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3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399C1-008A-4499-B148-4BB119F6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C2ADC-5C62-495D-AC52-AA8A4E76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2363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CA56D-4770-44FC-A804-BFB140B4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262EE-AD0F-462B-8858-1F8A634F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9588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3F0A94-EBA5-4B01-A054-B6A60BFC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6616"/>
            <a:ext cx="1619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E82D6-F4F2-45A2-A7D5-D35BAD65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2024"/>
            <a:ext cx="161925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01994-DC83-45A9-80EB-E4D45E6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63746"/>
            <a:ext cx="161925" cy="432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8DE9F3-E575-4244-BFFE-8CD24EEE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6858"/>
            <a:ext cx="161925" cy="678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559A3-2D50-466A-B965-7823704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30015"/>
            <a:ext cx="161925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115F27-70E2-40AD-94F6-61D1DBF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52266"/>
            <a:ext cx="161925" cy="843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E9598B-9417-4D85-8F1D-5F8CC50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Position / velocity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B82DAA-73A8-43C4-80FD-9BE1975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setup and commissioning can start from a ready-made panel.</a:t>
            </a:r>
          </a:p>
        </p:txBody>
      </p:sp>
    </p:spTree>
    <p:extLst>
      <p:ext uri="{BB962C8B-B14F-4D97-AF65-F5344CB8AC3E}">
        <p14:creationId xmlns:p14="http://schemas.microsoft.com/office/powerpoint/2010/main" val="1033845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B80C3-EDC8-4E46-9527-73B95983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5DE04-63AC-4C63-BBBC-709A091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72855-969B-44FF-BD4B-4D40DEF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Visual motion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4DCD3-DA84-4DF8-9E0E-CC00E4F3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3AD80-BCA3-4599-BD8C-0DC0242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855E9-AD1A-4464-8F6C-04463470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71E52-543B-45CF-83D1-CC95EEDF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4145D-C619-4EC4-BC9D-04F35BD7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2A995-31FF-41A1-AEB0-58C183C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4236E-82D1-4E8C-8425-CE2213BA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0, 1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FA12B-FDCE-46C1-AECD-8200DD08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2, 3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6687F-5743-4058-88D7-AB4F91E7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484B1-786A-49FB-8470-A6D77F2E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63472-37D1-4123-9908-E263215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020F-8AD6-4A3D-991B-9ADE8212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D5909-3EBA-40A8-92CF-87C90B1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7E7C1-98E4-4314-9056-5E6E3D46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BEDF1-E105-4F56-8A82-ECC2D4C0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EB4D0-9A10-4031-B5AA-F17D5D80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44B2B-32CB-47BF-A3D5-B98D4CE8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Prebuilt nodes make a sequence easy to assemble and modify.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D35A6-AE08-4ED1-A993-89272236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70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PLC-style motion code required</a:t>
            </a:r>
          </a:p>
        </p:txBody>
      </p:sp>
    </p:spTree>
    <p:extLst>
      <p:ext uri="{BB962C8B-B14F-4D97-AF65-F5344CB8AC3E}">
        <p14:creationId xmlns:p14="http://schemas.microsoft.com/office/powerpoint/2010/main" val="1468063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20FCC2-4BC1-4E0F-9A86-00C22FB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EBEDA-04D9-47D9-8FCC-7E3E13D7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6FC4-B89C-4F12-BEEA-62DB738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0D95A-ED08-4B02-9A58-A7D9A4A4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0FCA3-3AAA-4405-8FE1-841D082A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ED217-A390-408C-9B3F-26AB87A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C9F2F-3FA0-4A3E-AF29-C6D05A5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9B054-910F-49D8-8CB2-EFB4C1F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3FD86-5DD6-4AF8-AED1-F8149531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CPX-AP-I-EC   Modules: IOL, DI, DO, AI, 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7965F-2157-47B3-9ADF-5D82C09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Digital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60482-DE5E-4E3F-81D1-0FD59729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A5A02-868C-4FC0-954E-E576D098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6233E-5FA1-44D8-B49A-3E7FA91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080B2-BE0D-497A-9FEA-6DE87FF1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C3A02-3609-43AC-96D5-6FD6F474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F00A6-13C4-49F5-91B6-CEE8432E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18F64-ECC6-4CA3-8C10-8102047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39267-B678-4D68-A73D-F2C2C253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7BCF8-FF43-4022-BE73-466077F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Analog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6A1AF-49FB-4286-BBCB-E853562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4DCA1-093D-4382-92C8-C8DE8B0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681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DE278-9D10-45BE-AEA6-B866949E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CC631-F0D4-4558-A6A8-3BDA49C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93F23-9E41-429A-9BCC-F88C20E1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D3F22-15DB-4000-A6B1-B5C37698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9163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D0E98-CC5F-41B0-BB46-16E62570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IO-Link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DBDF06-A6E4-4D80-8D15-DB8BBE4C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Profile 2</a:t>
            </a:r>
          </a:p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Vibration and temperature</a:t>
            </a:r>
          </a:p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read/write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C6F3B6-DEB6-4B79-9A2E-3087A5B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7A271-268C-4DFD-8F29-0A505E6C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Volatile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4F7EC-F014-4A05-B862-9A07222D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Non-volatile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BCFB9-7E38-4DD5-9051-09F095FF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status and parameter access use the same Motion Server connection.</a:t>
            </a:r>
          </a:p>
        </p:txBody>
      </p:sp>
    </p:spTree>
    <p:extLst>
      <p:ext uri="{BB962C8B-B14F-4D97-AF65-F5344CB8AC3E}">
        <p14:creationId xmlns:p14="http://schemas.microsoft.com/office/powerpoint/2010/main" val="464777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E08B0-74E7-4BC4-B1B0-37DDF6D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7BE87-9784-4114-BA6B-F864DF69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AA76C-8836-4E27-AE68-CAC57A5A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 and virtual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60AD2-9B43-46F5-8709-98D8DCB6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5FA4D-9C5D-4B19-A879-C4857594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21f7f0a5b4859"/>
          <a:srcRect xmlns:a="http://schemas.openxmlformats.org/drawingml/2006/main" l="0" t="21810" r="0" b="2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BA77-0372-474F-91E2-E67FC792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6BD5F-B541-4673-AD4E-5E2DCCB7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command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A7D08-56E1-4CE7-8BE5-E3C7E7C3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EtherCAT system</a:t>
            </a:r>
          </a:p>
        </p:txBody>
      </p:sp>
    </p:spTree>
    <p:extLst>
      <p:ext uri="{BB962C8B-B14F-4D97-AF65-F5344CB8AC3E}">
        <p14:creationId xmlns:p14="http://schemas.microsoft.com/office/powerpoint/2010/main" val="5363350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B0309-E000-4290-A74A-05FBC55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55C57-4E5B-4A0A-87B5-531D1C5F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B73B6-72C2-443F-98C5-F40A27E4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A71AC-B334-45A6-993F-06196AB3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49B1F-B56F-4537-8905-E0C8F519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7814D-6D38-4B8F-9DE0-34984736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71A62-3999-42E2-A38F-C0D1A6CC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Command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E0F73-09F7-46F5-8AF8-F0A2BA33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E3BAC-F891-42B4-9FCD-454CF912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F455F-0F5C-4B6B-BF30-1742804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5FBD3-477B-433E-8CFC-CE3F7895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2BBD7-BDB4-4D53-A017-2C17B4E7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64AC8-5DC9-4DB9-9810-01DB699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9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9E88A-F64F-4A13-9561-3A4ED786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tasks are available as ready-made commands, so the customer application can stay focused on sequence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4FA49-59DD-4EDB-BDF7-FC02381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Examples: enable, move, stop, fault reset, bus reconnect, I/O read/write</a:t>
            </a:r>
          </a:p>
        </p:txBody>
      </p:sp>
    </p:spTree>
    <p:extLst>
      <p:ext uri="{BB962C8B-B14F-4D97-AF65-F5344CB8AC3E}">
        <p14:creationId xmlns:p14="http://schemas.microsoft.com/office/powerpoint/2010/main" val="1403869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49264-AA9E-465E-A5A7-E6CFD85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3E940-1419-4723-880E-32FE9576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64385-ACCC-4E71-B160-BD21C50F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C07E7-D4FB-415F-B630-98322A2F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8DFD7-5C76-46EE-B55C-C2EF5B4E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EE582-39B4-4CE9-A408-E78373D4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demo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Show motion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197B-E103-42B7-8117-FF98E221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Lab system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devices and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F2422-BA63-4532-BF1B-8EFB5B0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application logic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2D386-A791-46E2-A1BF-E5F774C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8DB20-B7AA-4A0F-B00D-748CF494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B2B00-002C-4D78-95C8-ABE9D44C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step: connect a device, open the panel, and build the first Node-RED sequence.</a:t>
            </a:r>
          </a:p>
        </p:txBody>
      </p:sp>
    </p:spTree>
    <p:extLst>
      <p:ext uri="{BB962C8B-B14F-4D97-AF65-F5344CB8AC3E}">
        <p14:creationId xmlns:p14="http://schemas.microsoft.com/office/powerpoint/2010/main" val="2110761058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2026-09-07T09:27:27.1530000Z</dcterms:created>
  <dcterms:modified xsi:type="dcterms:W3CDTF">2026-09-07T09:27:27.1530000Z</dcterms:modified>
</coreProperties>
</file>