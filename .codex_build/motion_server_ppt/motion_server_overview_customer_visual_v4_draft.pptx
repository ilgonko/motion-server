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c842e7a037494a" /><Relationship Type="http://schemas.openxmlformats.org/officeDocument/2006/relationships/extended-properties" Target="/docProps/app.xml" Id="R7755270f715c42a9" /><Relationship Type="http://schemas.openxmlformats.org/officeDocument/2006/relationships/officeDocument" Target="/ppt/presentation.xml" Id="R03603ea2a6ae4a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3b232d9e0746ac"/>
    <p:sldMasterId xmlns:r="http://schemas.openxmlformats.org/officeDocument/2006/relationships" id="2147483711" r:id="R10cde9a4d0ad452d"/>
  </p:sldMasterIdLst>
  <p:notesMasterIdLst>
    <p:notesMasterId xmlns:r="http://schemas.openxmlformats.org/officeDocument/2006/relationships" r:id="Rb49d17ebe8fc481e"/>
  </p:notesMasterIdLst>
  <p:sldIdLst>
    <p:sldId xmlns:r="http://schemas.openxmlformats.org/officeDocument/2006/relationships" id="256" r:id="Rb1af394aaa0f4b18"/>
    <p:sldId xmlns:r="http://schemas.openxmlformats.org/officeDocument/2006/relationships" id="257" r:id="R0f1a5d7400e747e5"/>
    <p:sldId xmlns:r="http://schemas.openxmlformats.org/officeDocument/2006/relationships" id="258" r:id="Rfeb2c6aa4ff34fa8"/>
    <p:sldId xmlns:r="http://schemas.openxmlformats.org/officeDocument/2006/relationships" id="259" r:id="R39284c60fab44783"/>
    <p:sldId xmlns:r="http://schemas.openxmlformats.org/officeDocument/2006/relationships" id="260" r:id="Rf8fdfbb736854c34"/>
    <p:sldId xmlns:r="http://schemas.openxmlformats.org/officeDocument/2006/relationships" id="261" r:id="R4567c78a052d411d"/>
    <p:sldId xmlns:r="http://schemas.openxmlformats.org/officeDocument/2006/relationships" id="262" r:id="R54bdade3403e43ac"/>
    <p:sldId xmlns:r="http://schemas.openxmlformats.org/officeDocument/2006/relationships" id="263" r:id="R96c2723595404d87"/>
    <p:sldId xmlns:r="http://schemas.openxmlformats.org/officeDocument/2006/relationships" id="264" r:id="R70b39e33ed664c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d577d047be4605" /><Relationship Type="http://schemas.openxmlformats.org/officeDocument/2006/relationships/slideMaster" Target="/ppt/slideMasters/slideMaster1.xml" Id="Re13b232d9e0746ac" /><Relationship Type="http://schemas.openxmlformats.org/officeDocument/2006/relationships/slideMaster" Target="/ppt/slideMasters/slideMaster2.xml" Id="R10cde9a4d0ad452d" /><Relationship Type="http://schemas.openxmlformats.org/officeDocument/2006/relationships/notesMaster" Target="/ppt/notesMasters/notesMaster1.xml" Id="Rb49d17ebe8fc481e" /><Relationship Type="http://schemas.openxmlformats.org/officeDocument/2006/relationships/presProps" Target="/ppt/presProps.xml" Id="Rcf8cbc1486cd47b1" /><Relationship Type="http://schemas.openxmlformats.org/officeDocument/2006/relationships/viewProps" Target="/ppt/viewProps.xml" Id="R76d2ec5730e34d7a" /><Relationship Type="http://schemas.openxmlformats.org/officeDocument/2006/relationships/tableStyles" Target="/ppt/tableStyles.xml" Id="Rb2dd2f40fc2b4aa0" /><Relationship Type="http://schemas.openxmlformats.org/officeDocument/2006/relationships/slide" Target="/ppt/slides/slide1.xml" Id="Rb1af394aaa0f4b18" /><Relationship Type="http://schemas.openxmlformats.org/officeDocument/2006/relationships/slide" Target="/ppt/slides/slide2.xml" Id="R0f1a5d7400e747e5" /><Relationship Type="http://schemas.openxmlformats.org/officeDocument/2006/relationships/slide" Target="/ppt/slides/slide3.xml" Id="Rfeb2c6aa4ff34fa8" /><Relationship Type="http://schemas.openxmlformats.org/officeDocument/2006/relationships/slide" Target="/ppt/slides/slide4.xml" Id="R39284c60fab44783" /><Relationship Type="http://schemas.openxmlformats.org/officeDocument/2006/relationships/slide" Target="/ppt/slides/slide5.xml" Id="Rf8fdfbb736854c34" /><Relationship Type="http://schemas.openxmlformats.org/officeDocument/2006/relationships/slide" Target="/ppt/slides/slide6.xml" Id="R4567c78a052d411d" /><Relationship Type="http://schemas.openxmlformats.org/officeDocument/2006/relationships/slide" Target="/ppt/slides/slide7.xml" Id="R54bdade3403e43ac" /><Relationship Type="http://schemas.openxmlformats.org/officeDocument/2006/relationships/slide" Target="/ppt/slides/slide8.xml" Id="R96c2723595404d87" /><Relationship Type="http://schemas.openxmlformats.org/officeDocument/2006/relationships/slide" Target="/ppt/slides/slide9.xml" Id="R70b39e33ed664c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5466fd4ec2f4e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93a728af8b4e98" /><Relationship Type="http://schemas.openxmlformats.org/officeDocument/2006/relationships/notesMaster" Target="/ppt/notesMasters/notesMaster1.xml" Id="Re702df0eb62348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315b3a76f44874" /><Relationship Type="http://schemas.openxmlformats.org/officeDocument/2006/relationships/notesMaster" Target="/ppt/notesMasters/notesMaster1.xml" Id="R75aacb2c280948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ebf04c3fc0453d" /><Relationship Type="http://schemas.openxmlformats.org/officeDocument/2006/relationships/notesMaster" Target="/ppt/notesMasters/notesMaster1.xml" Id="R430260eeeb9d44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0ccd8564364e01" /><Relationship Type="http://schemas.openxmlformats.org/officeDocument/2006/relationships/notesMaster" Target="/ppt/notesMasters/notesMaster1.xml" Id="Re13f36145acb4e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9a2a3f0b3a42c3" /><Relationship Type="http://schemas.openxmlformats.org/officeDocument/2006/relationships/notesMaster" Target="/ppt/notesMasters/notesMaster1.xml" Id="Rc84bc40bcc2c4b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4c6495e396472e" /><Relationship Type="http://schemas.openxmlformats.org/officeDocument/2006/relationships/notesMaster" Target="/ppt/notesMasters/notesMaster1.xml" Id="R2ee38d62f94c43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8d0099cc884029" /><Relationship Type="http://schemas.openxmlformats.org/officeDocument/2006/relationships/notesMaster" Target="/ppt/notesMasters/notesMaster1.xml" Id="R3d6d031b445240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3776fb1b1447dd" /><Relationship Type="http://schemas.openxmlformats.org/officeDocument/2006/relationships/notesMaster" Target="/ppt/notesMasters/notesMaster1.xml" Id="R0d30767dee1046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a155a8c9494786" /><Relationship Type="http://schemas.openxmlformats.org/officeDocument/2006/relationships/notesMaster" Target="/ppt/notesMasters/notesMaster1.xml" Id="R3235d115505c43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2cdff324148f2" /><Relationship Type="http://schemas.openxmlformats.org/officeDocument/2006/relationships/image" Target="/ppt/media/image2.png" Id="R917242b5d4954701" /><Relationship Type="http://schemas.openxmlformats.org/officeDocument/2006/relationships/image" Target="/ppt/media/image2.svg" Id="Rded436a9b2714d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a17d47e3944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962e3bbc340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93f2717be45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638322ee14676" /><Relationship Type="http://schemas.openxmlformats.org/officeDocument/2006/relationships/image" Target="/ppt/media/image3.png" Id="R4236020f4a484b49" /><Relationship Type="http://schemas.openxmlformats.org/officeDocument/2006/relationships/image" Target="/ppt/media/image3.svg" Id="Rc15eca6a174048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be7f8c46543a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9452a5de7f4867" /><Relationship Type="http://schemas.openxmlformats.org/officeDocument/2006/relationships/image" Target="/ppt/media/image3.png" Id="R636b7c97d76049e1" /><Relationship Type="http://schemas.openxmlformats.org/officeDocument/2006/relationships/image" Target="/ppt/media/image3.svg" Id="Rcca14161a4744cf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dfee5f4044d2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d8e7383dc46d7" /><Relationship Type="http://schemas.openxmlformats.org/officeDocument/2006/relationships/image" Target="/ppt/media/image3.png" Id="R40b7a1a06fa44d7c" /><Relationship Type="http://schemas.openxmlformats.org/officeDocument/2006/relationships/image" Target="/ppt/media/image3.svg" Id="Rf28575e17d42465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abafea97a4d2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a70e01b5a4858" /><Relationship Type="http://schemas.openxmlformats.org/officeDocument/2006/relationships/image" Target="/ppt/media/image4.png" Id="R75655a8b4405430b" /><Relationship Type="http://schemas.openxmlformats.org/officeDocument/2006/relationships/image" Target="/ppt/media/image4.svg" Id="R0c1c5c5c3dbf4761" /><Relationship Type="http://schemas.openxmlformats.org/officeDocument/2006/relationships/image" Target="/ppt/media/image3.png" Id="R7b3cef7331da4483" /><Relationship Type="http://schemas.openxmlformats.org/officeDocument/2006/relationships/image" Target="/ppt/media/image3.svg" Id="R78e32a9beb3744c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6e3bfb09d428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849f03d3d47e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f7b1d243f42c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159b641b7405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023daf33f4ed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a789531474c97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42706710047c2" /><Relationship Type="http://schemas.openxmlformats.org/officeDocument/2006/relationships/image" Target="/ppt/media/image5.png" Id="R9e874c5cfb6a446f" /><Relationship Type="http://schemas.openxmlformats.org/officeDocument/2006/relationships/image" Target="/ppt/media/image5.svg" Id="R0d0588a9e1544e4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fbc4c982e44cf" /><Relationship Type="http://schemas.openxmlformats.org/officeDocument/2006/relationships/image" Target="/ppt/media/image5.png" Id="R3b0e006e5d6347ba" /><Relationship Type="http://schemas.openxmlformats.org/officeDocument/2006/relationships/image" Target="/ppt/media/image5.svg" Id="Rafc409f372f84c1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de616363c428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598ca00204430" /><Relationship Type="http://schemas.openxmlformats.org/officeDocument/2006/relationships/image" Target="/ppt/media/image4.png" Id="Rfc50b5583c774d5b" /><Relationship Type="http://schemas.openxmlformats.org/officeDocument/2006/relationships/image" Target="/ppt/media/image4.svg" Id="R8f593253409d4df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9a6d43bc2457c" /><Relationship Type="http://schemas.openxmlformats.org/officeDocument/2006/relationships/image" Target="/ppt/media/image4.png" Id="R1ccb440c91fa4bf2" /><Relationship Type="http://schemas.openxmlformats.org/officeDocument/2006/relationships/image" Target="/ppt/media/image4.svg" Id="Rfe8ec6cbf37145c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88e7715d604958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24a4dbe70f4c8c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3b968d1224bc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64bb20bb7c406a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1154e82214846" /><Relationship Type="http://schemas.openxmlformats.org/officeDocument/2006/relationships/image" Target="/ppt/media/image3.png" Id="Ra74c1fadd7b54d7b" /><Relationship Type="http://schemas.openxmlformats.org/officeDocument/2006/relationships/image" Target="/ppt/media/image3.svg" Id="Ra62f01d2784f40ba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f0abbd1dc4f69" /><Relationship Type="http://schemas.openxmlformats.org/officeDocument/2006/relationships/image" Target="/ppt/media/image3.png" Id="Rb40ea40160eb4d01" /><Relationship Type="http://schemas.openxmlformats.org/officeDocument/2006/relationships/image" Target="/ppt/media/image3.svg" Id="R2d37b6dca0a544d9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4f8ffadc0a4cc8" /><Relationship Type="http://schemas.openxmlformats.org/officeDocument/2006/relationships/image" Target="/ppt/media/image3.png" Id="R1fc66b2bc9664577" /><Relationship Type="http://schemas.openxmlformats.org/officeDocument/2006/relationships/image" Target="/ppt/media/image3.svg" Id="R1a7251a2aafe48f0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c249f3b1942bd" /><Relationship Type="http://schemas.openxmlformats.org/officeDocument/2006/relationships/image" Target="/ppt/media/image3.png" Id="R78ec3479b04c4472" /><Relationship Type="http://schemas.openxmlformats.org/officeDocument/2006/relationships/image" Target="/ppt/media/image3.svg" Id="R76d1d38c54834f3d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d2aae3f724d19" /><Relationship Type="http://schemas.openxmlformats.org/officeDocument/2006/relationships/image" Target="/ppt/media/image3.png" Id="R6185f2b88de44e96" /><Relationship Type="http://schemas.openxmlformats.org/officeDocument/2006/relationships/image" Target="/ppt/media/image3.svg" Id="R9c3f2aba5cc14d3f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d1082ec474dd2" /><Relationship Type="http://schemas.openxmlformats.org/officeDocument/2006/relationships/image" Target="/ppt/media/image3.png" Id="Rfce6c0855bd34bc7" /><Relationship Type="http://schemas.openxmlformats.org/officeDocument/2006/relationships/image" Target="/ppt/media/image3.svg" Id="R9b5edf1505274411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6093ef8bb425f" /><Relationship Type="http://schemas.openxmlformats.org/officeDocument/2006/relationships/image" Target="/ppt/media/image3.png" Id="R36d878b4e0704136" /><Relationship Type="http://schemas.openxmlformats.org/officeDocument/2006/relationships/image" Target="/ppt/media/image3.svg" Id="R3fe4a4c68c3c40f0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73526d46547de" /><Relationship Type="http://schemas.openxmlformats.org/officeDocument/2006/relationships/image" Target="/ppt/media/image3.png" Id="Rbd39237a3d4f42b1" /><Relationship Type="http://schemas.openxmlformats.org/officeDocument/2006/relationships/image" Target="/ppt/media/image3.svg" Id="R46e82706acfe47fa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602f9346e4454" /><Relationship Type="http://schemas.openxmlformats.org/officeDocument/2006/relationships/image" Target="/ppt/media/image3.png" Id="Rb10c98341db54f93" /><Relationship Type="http://schemas.openxmlformats.org/officeDocument/2006/relationships/image" Target="/ppt/media/image3.svg" Id="Rde53aca503b04bf1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d6aafc9ae4e00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e89a5f88e4f93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f83a623874f5a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fcfe3f85eb47a7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19204df0340b5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2f6faf9ab40ab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a66d08804a4b7c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2c0e8f3de4484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5523b176a4550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23fe8cb35e4673" /><Relationship Type="http://schemas.openxmlformats.org/officeDocument/2006/relationships/image" Target="/ppt/media/image3.png" Id="Rda9f7da4f6644f9d" /><Relationship Type="http://schemas.openxmlformats.org/officeDocument/2006/relationships/image" Target="/ppt/media/image3.svg" Id="R703f380519f045d9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4c1536fd8487e" /><Relationship Type="http://schemas.openxmlformats.org/officeDocument/2006/relationships/image" Target="/ppt/media/image3.png" Id="Rb6d911b7f2e94770" /><Relationship Type="http://schemas.openxmlformats.org/officeDocument/2006/relationships/image" Target="/ppt/media/image3.svg" Id="R9e06a49970fe4d72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2f0b785894583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3f8e04384493b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8e0ec64794b75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6101d1ecc4280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f13616c0644fe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ffb50a7774854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fb5c7dd754abe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e247cca914e12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216079903248da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f11f43bcfc4eba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ac2084a87645a3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ae3a1b03d4eb1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e8c0e5d3e41a6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9b06a34714916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1f0dab9d24614" /><Relationship Type="http://schemas.openxmlformats.org/officeDocument/2006/relationships/image" Target="/ppt/media/image.png" Id="Ra5e512a899024e28" /><Relationship Type="http://schemas.openxmlformats.org/officeDocument/2006/relationships/image" Target="/ppt/media/image.svg" Id="R84b3755e24154705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05731ddef74c8a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ea80fd829a4ec0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28c0865cdb491a" /><Relationship Type="http://schemas.openxmlformats.org/officeDocument/2006/relationships/image" Target="/ppt/media/image2.png" Id="R606e89d2fd8d4483" /><Relationship Type="http://schemas.openxmlformats.org/officeDocument/2006/relationships/image" Target="/ppt/media/image2.svg" Id="Rc5acf51164424258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ebee0434f94c58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e3631e42e14102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0e89310c514d54" /><Relationship Type="http://schemas.openxmlformats.org/officeDocument/2006/relationships/image" Target="/ppt/media/image3.png" Id="Rb9faa5a81bb34b2a" /><Relationship Type="http://schemas.openxmlformats.org/officeDocument/2006/relationships/image" Target="/ppt/media/image3.svg" Id="R4608e78530fa4374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dad2497ca4b4c22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cb10c09dd64974" /><Relationship Type="http://schemas.openxmlformats.org/officeDocument/2006/relationships/image" Target="/ppt/media/image3.png" Id="R1862995a0c1b499a" /><Relationship Type="http://schemas.openxmlformats.org/officeDocument/2006/relationships/image" Target="/ppt/media/image3.svg" Id="Rbc65313183b64efb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87d2aa984e4ae8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e47b9ddb124706" /><Relationship Type="http://schemas.openxmlformats.org/officeDocument/2006/relationships/image" Target="/ppt/media/image3.png" Id="Rfc9526cfb42a4e75" /><Relationship Type="http://schemas.openxmlformats.org/officeDocument/2006/relationships/image" Target="/ppt/media/image3.svg" Id="Rfacf778c64b046e7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7b59d697ba4def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e4665da5004db7" /><Relationship Type="http://schemas.openxmlformats.org/officeDocument/2006/relationships/image" Target="/ppt/media/image4.png" Id="Red226609e0524447" /><Relationship Type="http://schemas.openxmlformats.org/officeDocument/2006/relationships/image" Target="/ppt/media/image4.svg" Id="Rb7612ef72f8a4e02" /><Relationship Type="http://schemas.openxmlformats.org/officeDocument/2006/relationships/image" Target="/ppt/media/image3.png" Id="R3229474609c74f35" /><Relationship Type="http://schemas.openxmlformats.org/officeDocument/2006/relationships/image" Target="/ppt/media/image3.svg" Id="R3019cbfc3542417e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47fb7e5ed44933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ce3aa3b079f4226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7487aad1c8452f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3c0af95db14470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fedd44d7614c8e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4f4fad74974008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8c1dd6121848e8" /><Relationship Type="http://schemas.openxmlformats.org/officeDocument/2006/relationships/image" Target="/ppt/media/image5.png" Id="Rf7f47fea3cbd495e" /><Relationship Type="http://schemas.openxmlformats.org/officeDocument/2006/relationships/image" Target="/ppt/media/image5.svg" Id="Rb9705a864e824c14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0fc53616a2481b" /><Relationship Type="http://schemas.openxmlformats.org/officeDocument/2006/relationships/image" Target="/ppt/media/image5.png" Id="R7a2fbb70069346de" /><Relationship Type="http://schemas.openxmlformats.org/officeDocument/2006/relationships/image" Target="/ppt/media/image5.svg" Id="Ra0efc701221c4c6e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5db4e888614b68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057ba8deb346e9" /><Relationship Type="http://schemas.openxmlformats.org/officeDocument/2006/relationships/image" Target="/ppt/media/image4.png" Id="Rbd6e6a3e750c4dca" /><Relationship Type="http://schemas.openxmlformats.org/officeDocument/2006/relationships/image" Target="/ppt/media/image4.svg" Id="R5a6c73fefbd348b9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112455c955d470d" /><Relationship Type="http://schemas.openxmlformats.org/officeDocument/2006/relationships/image" Target="/ppt/media/image4.png" Id="Rdc2796cf9cd54f14" /><Relationship Type="http://schemas.openxmlformats.org/officeDocument/2006/relationships/image" Target="/ppt/media/image4.svg" Id="Re44aa8c28b874010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d705528d5a44af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6d645fc9fb4084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4badb2f3ac439a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39b817eb0b4930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8a6b5c4b9b4704" /><Relationship Type="http://schemas.openxmlformats.org/officeDocument/2006/relationships/image" Target="/ppt/media/image3.png" Id="R2b9a42d933d94b11" /><Relationship Type="http://schemas.openxmlformats.org/officeDocument/2006/relationships/image" Target="/ppt/media/image3.svg" Id="R3befced682024ad3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2898c3d4ad46b9" /><Relationship Type="http://schemas.openxmlformats.org/officeDocument/2006/relationships/image" Target="/ppt/media/image3.png" Id="R63285129c17c490c" /><Relationship Type="http://schemas.openxmlformats.org/officeDocument/2006/relationships/image" Target="/ppt/media/image3.svg" Id="R99182d8221304ac4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0fa62daf3342dc" /><Relationship Type="http://schemas.openxmlformats.org/officeDocument/2006/relationships/image" Target="/ppt/media/image3.png" Id="R2e6235883fa54110" /><Relationship Type="http://schemas.openxmlformats.org/officeDocument/2006/relationships/image" Target="/ppt/media/image3.svg" Id="Ra875d1150d6547f9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4c5a27f342483f" /><Relationship Type="http://schemas.openxmlformats.org/officeDocument/2006/relationships/image" Target="/ppt/media/image3.png" Id="R68c4e3ea43ee458e" /><Relationship Type="http://schemas.openxmlformats.org/officeDocument/2006/relationships/image" Target="/ppt/media/image3.svg" Id="R23017f4d1d2a4ed2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8de924905014d25" /><Relationship Type="http://schemas.openxmlformats.org/officeDocument/2006/relationships/image" Target="/ppt/media/image3.png" Id="R03807fa1d8874eb5" /><Relationship Type="http://schemas.openxmlformats.org/officeDocument/2006/relationships/image" Target="/ppt/media/image3.svg" Id="R7f68cdb977c64d0f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aae80406204da0" /><Relationship Type="http://schemas.openxmlformats.org/officeDocument/2006/relationships/image" Target="/ppt/media/image3.png" Id="R0c311d0c9f5b485f" /><Relationship Type="http://schemas.openxmlformats.org/officeDocument/2006/relationships/image" Target="/ppt/media/image3.svg" Id="Rdcfc6e3c7fd7421e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29b9c8363543fc" /><Relationship Type="http://schemas.openxmlformats.org/officeDocument/2006/relationships/image" Target="/ppt/media/image3.png" Id="R8298b2b78d4f4b86" /><Relationship Type="http://schemas.openxmlformats.org/officeDocument/2006/relationships/image" Target="/ppt/media/image3.svg" Id="R77438792d9274e70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35e0b2c65bf4008" /><Relationship Type="http://schemas.openxmlformats.org/officeDocument/2006/relationships/image" Target="/ppt/media/image3.png" Id="R0f2778ac2e4a46cf" /><Relationship Type="http://schemas.openxmlformats.org/officeDocument/2006/relationships/image" Target="/ppt/media/image3.svg" Id="Rff5a3869f1e8405b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8c559d4c35b4d83" /><Relationship Type="http://schemas.openxmlformats.org/officeDocument/2006/relationships/image" Target="/ppt/media/image3.png" Id="R21b43b023e844c0b" /><Relationship Type="http://schemas.openxmlformats.org/officeDocument/2006/relationships/image" Target="/ppt/media/image3.svg" Id="Rd2d5210bd0404137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da65e20486481c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0f8b33077647a6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da850579d44ee3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cc3ab01a0d460d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5215c9a95e4be6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d7bc953bc147a1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86922a8d624438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af90eec0444a88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3535d294ca44a4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a6f934363b4819" /><Relationship Type="http://schemas.openxmlformats.org/officeDocument/2006/relationships/image" Target="/ppt/media/image3.png" Id="R695f588087094da2" /><Relationship Type="http://schemas.openxmlformats.org/officeDocument/2006/relationships/image" Target="/ppt/media/image3.svg" Id="R66f4a81d3236490b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f90c8b1b99452b" /><Relationship Type="http://schemas.openxmlformats.org/officeDocument/2006/relationships/image" Target="/ppt/media/image3.png" Id="R267f91bdc2d84059" /><Relationship Type="http://schemas.openxmlformats.org/officeDocument/2006/relationships/image" Target="/ppt/media/image3.svg" Id="R988ec4f9502b4bfb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c5ecde589f49d5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7f1641df774c7a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e70cebc85f4729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25253e4b6d46fc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b051d51dcc4035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4c250579d104fd1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52f572c9b04cb5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b011a1f5694d47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2f4a44a94743a2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6b5d32ac0948d2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3adac8f28f4e3c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7cec640cd74795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c95696482054054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3079965d0ae4f3a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36e274614e479b" /><Relationship Type="http://schemas.openxmlformats.org/officeDocument/2006/relationships/image" Target="/ppt/media/image.png" Id="R4bf180317282479a" /><Relationship Type="http://schemas.openxmlformats.org/officeDocument/2006/relationships/image" Target="/ppt/media/image.svg" Id="Rc3b0f169ba3048de" /></Relationships>
</file>

<file path=ppt/slideLayouts/slideLayout1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242b5d4954701">
            <a:extLst>
              <a:ext uri="{96DAC541-7B7A-43D3-8B79-37D633B846F1}">
                <asvg:svgBlip xmlns:asvg="http://schemas.microsoft.com/office/drawing/2016/SVG/main" r:embed="Rded436a9b2714d2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8F691CA-EE3F-7A8F-A5A6-1F794D5A95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1" y="1888014"/>
            <a:ext cx="11819898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516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Internal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8E99E6B3-1DE5-748B-A56B-C7615EF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</p:spTree>
  </p:cSld>
  <p:hf sldNum="0" hdr="0" ftr="0" dt="0"/>
</p:sldLayout>
</file>

<file path=ppt/slideLayouts/slideLayout3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871BB6F-EFAE-301F-F208-0B7469EED22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2E1FE7D-954E-AEB3-9C9A-D0BD3800BF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609FF12E-3990-4CDE-A99D-15942761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236020f4a484b49">
              <a:extLst>
                <a:ext uri="{96DAC541-7B7A-43D3-8B79-37D633B846F1}">
                  <asvg:svgBlip xmlns:asvg="http://schemas.microsoft.com/office/drawing/2016/SVG/main" r:embed="Rc15eca6a1740488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0AC871A-78D1-2A57-A451-8BE4A24D5D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C9A601CA-8D68-400D-9BB6-0883DB7D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82BCDE9-0F2F-5D9A-810C-54EB157720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7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36b7c97d76049e1">
              <a:extLst>
                <a:ext uri="{96DAC541-7B7A-43D3-8B79-37D633B846F1}">
                  <asvg:svgBlip xmlns:asvg="http://schemas.microsoft.com/office/drawing/2016/SVG/main" r:embed="Rcca14161a4744cf9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688C416-B718-7A03-7534-64C9820B20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8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BB901F-700F-BCFD-B953-270AAAD665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9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0b7a1a06fa44d7c">
              <a:extLst>
                <a:ext uri="{96DAC541-7B7A-43D3-8B79-37D633B846F1}">
                  <asvg:svgBlip xmlns:asvg="http://schemas.microsoft.com/office/drawing/2016/SVG/main" r:embed="Rf28575e17d424650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B36E3A5-28C1-A8ED-6372-BFBC6874BE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0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8D2C0D14-F88E-83FF-9EF1-3A95A94A82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1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5655a8b4405430b">
              <a:extLst>
                <a:ext uri="{96DAC541-7B7A-43D3-8B79-37D633B846F1}">
                  <asvg:svgBlip xmlns:asvg="http://schemas.microsoft.com/office/drawing/2016/SVG/main" r:embed="R0c1c5c5c3dbf4761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b3cef7331da4483">
              <a:extLst>
                <a:ext uri="{96DAC541-7B7A-43D3-8B79-37D633B846F1}">
                  <asvg:svgBlip xmlns:asvg="http://schemas.microsoft.com/office/drawing/2016/SVG/main" r:embed="R78e32a9beb3744c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C0BE0AA-F78B-70D0-0E69-562A057B973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2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12" name="Rechteck 11">
            <a:extLst xmlns:a="http://schemas.openxmlformats.org/drawingml/2006/main">
              <a:ext uri="{FF2B5EF4-FFF2-40B4-BE49-F238E27FC236}">
                <a16:creationId xmlns:a16="http://schemas.microsoft.com/office/drawing/2014/main" id="{93FA1141-1E53-4DC1-FA7F-C638252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13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FC23EAF0-3608-4524-91D8-18D7397F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C754ABC-A4AC-142B-571C-3091A40737D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4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E896DFC3-C96F-4F54-AB4F-1CD60681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5946858-AA21-D05F-D0B4-5BB40EEC50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5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6F104DFA-BA4D-4E23-B95B-AB0E4D8A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6D1AF19-F2EC-08C6-F957-33F3771D66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6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94435298-144D-4E95-9874-D416BE93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48F457A-583D-92B8-6151-88E9B36FCC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7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</a:t>
            </a:r>
            <a:br/>
            <a:r>
              <a:t>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D2BA4F30-D543-47DE-982D-F0291871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DB0AB5D-5A54-A209-82C9-6DCC600350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8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e874c5cfb6a446f">
              <a:extLst>
                <a:ext uri="{96DAC541-7B7A-43D3-8B79-37D633B846F1}">
                  <asvg:svgBlip xmlns:asvg="http://schemas.microsoft.com/office/drawing/2016/SVG/main" r:embed="R0d0588a9e1544e4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e874c5cfb6a446f">
              <a:extLst>
                <a:ext uri="{96DAC541-7B7A-43D3-8B79-37D633B846F1}">
                  <asvg:svgBlip xmlns:asvg="http://schemas.microsoft.com/office/drawing/2016/SVG/main" r:embed="R0d0588a9e1544e4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e874c5cfb6a446f">
              <a:extLst>
                <a:ext uri="{96DAC541-7B7A-43D3-8B79-37D633B846F1}">
                  <asvg:svgBlip xmlns:asvg="http://schemas.microsoft.com/office/drawing/2016/SVG/main" r:embed="R0d0588a9e1544e4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e874c5cfb6a446f">
              <a:extLst>
                <a:ext uri="{96DAC541-7B7A-43D3-8B79-37D633B846F1}">
                  <asvg:svgBlip xmlns:asvg="http://schemas.microsoft.com/office/drawing/2016/SVG/main" r:embed="R0d0588a9e1544e4f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D9C3CC44-A9D0-4301-BCEB-2598E36F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B9C1BB8-637F-1441-F76C-578C29AF1F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9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b0e006e5d6347ba">
              <a:extLst>
                <a:ext uri="{96DAC541-7B7A-43D3-8B79-37D633B846F1}">
                  <asvg:svgBlip xmlns:asvg="http://schemas.microsoft.com/office/drawing/2016/SVG/main" r:embed="Rafc409f372f84c10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b0e006e5d6347ba">
              <a:extLst>
                <a:ext uri="{96DAC541-7B7A-43D3-8B79-37D633B846F1}">
                  <asvg:svgBlip xmlns:asvg="http://schemas.microsoft.com/office/drawing/2016/SVG/main" r:embed="Rafc409f372f84c10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b0e006e5d6347ba">
              <a:extLst>
                <a:ext uri="{96DAC541-7B7A-43D3-8B79-37D633B846F1}">
                  <asvg:svgBlip xmlns:asvg="http://schemas.microsoft.com/office/drawing/2016/SVG/main" r:embed="Rafc409f372f84c10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b0e006e5d6347ba">
              <a:extLst>
                <a:ext uri="{96DAC541-7B7A-43D3-8B79-37D633B846F1}">
                  <asvg:svgBlip xmlns:asvg="http://schemas.microsoft.com/office/drawing/2016/SVG/main" r:embed="Rafc409f372f84c10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b0e006e5d6347ba">
              <a:extLst>
                <a:ext uri="{96DAC541-7B7A-43D3-8B79-37D633B846F1}">
                  <asvg:svgBlip xmlns:asvg="http://schemas.microsoft.com/office/drawing/2016/SVG/main" r:embed="Rafc409f372f84c10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130B1222-FE5F-4621-BBCB-E95DD2F1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C15237-8C4B-5CE5-1444-3F5B79989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0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229FAA4B-C448-44D1-83F1-3148E537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B22D338-2DE2-57A7-2315-6398C8000C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1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c50b5583c774d5b">
              <a:extLst>
                <a:ext uri="{96DAC541-7B7A-43D3-8B79-37D633B846F1}">
                  <asvg:svgBlip xmlns:asvg="http://schemas.microsoft.com/office/drawing/2016/SVG/main" r:embed="R8f593253409d4dff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c50b5583c774d5b">
              <a:extLst>
                <a:ext uri="{96DAC541-7B7A-43D3-8B79-37D633B846F1}">
                  <asvg:svgBlip xmlns:asvg="http://schemas.microsoft.com/office/drawing/2016/SVG/main" r:embed="R8f593253409d4dff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A36D7BE8-B86A-450C-8551-6C4B151C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57BF760-D696-AA88-AC7E-917EB456BA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2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ccb440c91fa4bf2">
              <a:extLst>
                <a:ext uri="{96DAC541-7B7A-43D3-8B79-37D633B846F1}">
                  <asvg:svgBlip xmlns:asvg="http://schemas.microsoft.com/office/drawing/2016/SVG/main" r:embed="Rfe8ec6cbf37145cb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ccb440c91fa4bf2">
              <a:extLst>
                <a:ext uri="{96DAC541-7B7A-43D3-8B79-37D633B846F1}">
                  <asvg:svgBlip xmlns:asvg="http://schemas.microsoft.com/office/drawing/2016/SVG/main" r:embed="Rfe8ec6cbf37145cb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ccb440c91fa4bf2">
              <a:extLst>
                <a:ext uri="{96DAC541-7B7A-43D3-8B79-37D633B846F1}">
                  <asvg:svgBlip xmlns:asvg="http://schemas.microsoft.com/office/drawing/2016/SVG/main" r:embed="Rfe8ec6cbf37145cb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113E7F88-69C4-41AF-ADFA-6C834AE3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12C18C3-8A45-BC5E-BE85-99504F2FA5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3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802ED23-8492-1E0C-8EE1-4A9DF0F6F21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4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70EF72E3-DED3-4623-9758-D07FE120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D92081D-23F3-008A-A6BE-59611FC474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5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363FE73F-F580-44E3-9F69-EE0BFFBC4C8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E02B9D96-8EF6-424D-A8D1-A28F6E9768D3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3A539370-5F7F-4100-847E-1CB8FF98CDC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14B23C41-2AD0-4BAF-9259-8D995355840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7E85EF1E-D178-4CA9-8424-ACDE3050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E06E221-51AD-2F07-ACD2-F7DB2366AB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6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6C9319C-4638-77F9-F9DD-D199D9AD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27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E6EB0258-F508-4AE7-A554-041ABADB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74c1fadd7b54d7b">
              <a:extLst>
                <a:ext uri="{96DAC541-7B7A-43D3-8B79-37D633B846F1}">
                  <asvg:svgBlip xmlns:asvg="http://schemas.microsoft.com/office/drawing/2016/SVG/main" r:embed="Ra62f01d2784f40b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298D89E-B220-5C5C-9628-5573A5DC1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8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08945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08945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51283582-8275-44F4-8C78-C9486987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40ea40160eb4d01">
              <a:extLst>
                <a:ext uri="{96DAC541-7B7A-43D3-8B79-37D633B846F1}">
                  <asvg:svgBlip xmlns:asvg="http://schemas.microsoft.com/office/drawing/2016/SVG/main" r:embed="R2d37b6dca0a544d9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139FEC0-8662-DD38-36B1-29642E891E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9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17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928AD63C-BAC0-4757-BA5F-34C2B77B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352217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fc66b2bc9664577">
              <a:extLst>
                <a:ext uri="{96DAC541-7B7A-43D3-8B79-37D633B846F1}">
                  <asvg:svgBlip xmlns:asvg="http://schemas.microsoft.com/office/drawing/2016/SVG/main" r:embed="R1a7251a2aafe48f0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E457095-AC0E-3A29-8C65-F151D65E5A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0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5B877979-2FA7-48EE-ADE7-947ECC6F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8ec3479b04c4472">
              <a:extLst>
                <a:ext uri="{96DAC541-7B7A-43D3-8B79-37D633B846F1}">
                  <asvg:svgBlip xmlns:asvg="http://schemas.microsoft.com/office/drawing/2016/SVG/main" r:embed="R76d1d38c54834f3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AE83C04-AC88-496F-C5E9-9607709685D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1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162840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105B31C-46AB-48A8-9D48-99640791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185f2b88de44e96">
              <a:extLst>
                <a:ext uri="{96DAC541-7B7A-43D3-8B79-37D633B846F1}">
                  <asvg:svgBlip xmlns:asvg="http://schemas.microsoft.com/office/drawing/2016/SVG/main" r:embed="R9c3f2aba5cc14d3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B1FD9D6-C5E0-D6A8-155E-A9AB8CF2AB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2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28E41E27-863B-49B4-B36D-6A09BA62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ce6c0855bd34bc7">
              <a:extLst>
                <a:ext uri="{96DAC541-7B7A-43D3-8B79-37D633B846F1}">
                  <asvg:svgBlip xmlns:asvg="http://schemas.microsoft.com/office/drawing/2016/SVG/main" r:embed="R9b5edf150527441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89110E-B6FC-8FEE-28DA-532B66BBE9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3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4A3BF86-D92F-43DC-AF2D-2A811D12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6d878b4e0704136">
              <a:extLst>
                <a:ext uri="{96DAC541-7B7A-43D3-8B79-37D633B846F1}">
                  <asvg:svgBlip xmlns:asvg="http://schemas.microsoft.com/office/drawing/2016/SVG/main" r:embed="R3fe4a4c68c3c40f0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A392DC9-F96A-D1AB-7AD7-073C73B50C7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4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79832BBA-97F2-4FE7-90D0-5FCAD1B8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d39237a3d4f42b1">
              <a:extLst>
                <a:ext uri="{96DAC541-7B7A-43D3-8B79-37D633B846F1}">
                  <asvg:svgBlip xmlns:asvg="http://schemas.microsoft.com/office/drawing/2016/SVG/main" r:embed="R46e82706acfe47f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7CA19A7-5D26-A88E-D333-276E8D3E2E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5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6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DB24AA2-D834-4AC8-B77B-05B45094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10c98341db54f93">
              <a:extLst>
                <a:ext uri="{96DAC541-7B7A-43D3-8B79-37D633B846F1}">
                  <asvg:svgBlip xmlns:asvg="http://schemas.microsoft.com/office/drawing/2016/SVG/main" r:embed="Rde53aca503b04bf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A6232AB-3A7E-ECB0-7222-1EB36DAD327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6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AC9520-13F8-5FDB-0587-9080D7A16D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7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089455"/>
            <a:ext cx="3010007" cy="198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CD1AFA8-937A-354A-7AA8-970370B6E4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8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2"/>
          </a:xfrm>
        </p:spPr>
        <p:txBody>
          <a:bodyPr xmlns:a="http://schemas.openxmlformats.org/drawingml/2006/main" lIns="324000" tIns="2052000" rIns="208800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383068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7" y="2181446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87324A-3372-09CC-D7F5-1944113FAD2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9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0928E5C-C235-8A42-4E52-9D8AB49C03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0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F1F8642-68C1-00B9-516E-C418C6A39D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1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00917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6152D4A-93EA-73F0-2FEF-2DB9BC1C54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2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7EAAF1-BEA8-0E9C-F283-B52C927A4EB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3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03649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6"/>
            <a:ext cx="3009172" cy="19734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BF6DF0-8D04-6447-4652-A0642E05D65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4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03649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7BABBBB0-53BE-4D98-B8E7-686A432F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FB33B2-D079-87F5-71B4-2ADB190DEC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5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a9f7da4f6644f9d">
              <a:extLst>
                <a:ext uri="{96DAC541-7B7A-43D3-8B79-37D633B846F1}">
                  <asvg:svgBlip xmlns:asvg="http://schemas.microsoft.com/office/drawing/2016/SVG/main" r:embed="R703f380519f045d9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3D261CB-EC76-25EB-DE34-551800332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6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6d911b7f2e94770">
              <a:extLst>
                <a:ext uri="{96DAC541-7B7A-43D3-8B79-37D633B846F1}">
                  <asvg:svgBlip xmlns:asvg="http://schemas.microsoft.com/office/drawing/2016/SVG/main" r:embed="R9e06a49970fe4d7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8C4DC39-8670-C731-5DE0-D87AB8C6F7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7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912952A-E1C6-56C8-7F75-622520F49A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8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E2BEB23C-F999-182D-14B0-2EB2403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49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F9DD6CF-0081-4676-A592-EB3386E1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CD6A6ED-35E6-09D7-E56F-AFA4A4176D2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0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50B85BC3-F081-49BC-B1E6-EB0A8FA9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6104DF8-A5AA-8F9E-8DA7-77DA9ED4467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1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0C1BC1E1-3138-49BD-BEBE-A5B487FA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CE2B948D-72E4-E7FE-4BD7-3B95572BAE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2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B5903A5A-44C1-4FAD-9BCB-F1690212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17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0C44354-1542-DBD3-2A2A-92693C264A3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3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DB6E054A-A9FC-4E96-ADC3-953E15BB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76DAF30-5DD9-E102-B624-FF55D8424C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4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7B4668F9-79CC-4E15-805F-50074DF8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626A1A2-FE7A-6A06-5BF4-A97688A3FF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5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D8C836E-5142-4F56-82F3-4A1B0594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F6E9490-25D4-89D2-BE60-86751A6ADB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6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2FD70CDA-9968-4C98-A70D-EF1B5F88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93E937-D47C-705B-493A-D76A77F6C0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7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7273CCC8-2170-4890-A9FD-BF792ED3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EF22AA7-4B2F-A4FD-0470-A0B53698D1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8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13DC7A5-BCD6-48B3-927C-CAC2C418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13073F-DEA9-EEAF-CDEC-A4FC1C7D5F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9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F952C66-9275-515B-A11A-7335773C4D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0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75D87D-0B4A-099C-4511-A739514719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1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6D8BFDA6-C1DD-43AE-B7D0-EF2F6444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512a899024e28">
            <a:extLst>
              <a:ext uri="{96DAC541-7B7A-43D3-8B79-37D633B846F1}">
                <asvg:svgBlip xmlns:asvg="http://schemas.microsoft.com/office/drawing/2016/SVG/main" r:embed="R84b3755e2415470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9503475-B4EB-E867-B3EE-778A48444B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2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B838DC5-6D42-4381-B895-71A807A5B0B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090A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63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3C98DB7D-FFAF-C7E0-3815-603A540F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AC675CBC-36B8-651B-A108-75672A6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7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72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External 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e89d2fd8d4483">
            <a:extLst>
              <a:ext uri="{96DAC541-7B7A-43D3-8B79-37D633B846F1}">
                <asvg:svgBlip xmlns:asvg="http://schemas.microsoft.com/office/drawing/2016/SVG/main" r:embed="Rc5acf5116442425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52A6CD84-0665-650C-A8EB-9021611968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5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54380432-9604-C925-2173-EB70486C3F7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6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95CE5A49-2ACE-6B15-51E6-938B1FAA2717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7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EAA40BA8-C4E8-480E-A580-C43D6C2A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9faa5a81bb34b2a">
              <a:extLst>
                <a:ext uri="{96DAC541-7B7A-43D3-8B79-37D633B846F1}">
                  <asvg:svgBlip xmlns:asvg="http://schemas.microsoft.com/office/drawing/2016/SVG/main" r:embed="R4608e78530fa437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6395ED0-EBC0-52CC-9CEE-CDE19B742B7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8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BF9F080A-50E7-4AAF-867A-05FA3373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DF52CCBD-5B28-346F-2D75-F25EF36C18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9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862995a0c1b499a">
              <a:extLst>
                <a:ext uri="{96DAC541-7B7A-43D3-8B79-37D633B846F1}">
                  <asvg:svgBlip xmlns:asvg="http://schemas.microsoft.com/office/drawing/2016/SVG/main" r:embed="Rbc65313183b64ef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367D09B0-2E45-B728-AF7F-6BDFD386C573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0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2F4F3DE1-B64E-5D9B-955A-CF5E0B80F3BA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1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c9526cfb42a4e75">
              <a:extLst>
                <a:ext uri="{96DAC541-7B7A-43D3-8B79-37D633B846F1}">
                  <asvg:svgBlip xmlns:asvg="http://schemas.microsoft.com/office/drawing/2016/SVG/main" r:embed="Rfacf778c64b046e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C2B79A6B-713B-C129-AB21-B132EF55959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2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F30EC9CB-C78C-88BF-499F-971417A04015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3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d226609e0524447">
              <a:extLst>
                <a:ext uri="{96DAC541-7B7A-43D3-8B79-37D633B846F1}">
                  <asvg:svgBlip xmlns:asvg="http://schemas.microsoft.com/office/drawing/2016/SVG/main" r:embed="Rb7612ef72f8a4e02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229474609c74f35">
              <a:extLst>
                <a:ext uri="{96DAC541-7B7A-43D3-8B79-37D633B846F1}">
                  <asvg:svgBlip xmlns:asvg="http://schemas.microsoft.com/office/drawing/2016/SVG/main" r:embed="R3019cbfc3542417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26897B6-5FF0-F5C9-1D60-846D647AA458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4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9553B833-57AE-D539-DC9F-F2C2D359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1EFF6683-B249-493B-A84C-F966E547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4B2B5BE-7FE0-0E4E-3BC7-E07C02D4B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6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E24E31F7-F201-4C9F-A68F-8DC4CA3E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47EA4193-CC86-DD26-92E5-CBE7C2F713E3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7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4439F4DF-4284-4E46-92CF-A8E19E7F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20CFBF48-E365-A3FC-3135-DB1978F78FF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8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8C6F8B14-875F-46AA-B1C4-426C3031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7DD511E2-EBC1-ACE3-221F-9BFFB7208994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9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430804F0-AFB4-4A7A-AA4A-372C39DF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367EF3CB-FA74-F99C-9F34-EFC15B09026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0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7f47fea3cbd495e">
              <a:extLst>
                <a:ext uri="{96DAC541-7B7A-43D3-8B79-37D633B846F1}">
                  <asvg:svgBlip xmlns:asvg="http://schemas.microsoft.com/office/drawing/2016/SVG/main" r:embed="Rb9705a864e824c14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7f47fea3cbd495e">
              <a:extLst>
                <a:ext uri="{96DAC541-7B7A-43D3-8B79-37D633B846F1}">
                  <asvg:svgBlip xmlns:asvg="http://schemas.microsoft.com/office/drawing/2016/SVG/main" r:embed="Rb9705a864e824c14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7f47fea3cbd495e">
              <a:extLst>
                <a:ext uri="{96DAC541-7B7A-43D3-8B79-37D633B846F1}">
                  <asvg:svgBlip xmlns:asvg="http://schemas.microsoft.com/office/drawing/2016/SVG/main" r:embed="Rb9705a864e824c14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7f47fea3cbd495e">
              <a:extLst>
                <a:ext uri="{96DAC541-7B7A-43D3-8B79-37D633B846F1}">
                  <asvg:svgBlip xmlns:asvg="http://schemas.microsoft.com/office/drawing/2016/SVG/main" r:embed="Rb9705a864e824c14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9EFD2F47-3F03-422B-899B-23CE41E2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9515DB7-E267-98F8-A0A7-9F4339CE4664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1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a2fbb70069346de">
              <a:extLst>
                <a:ext uri="{96DAC541-7B7A-43D3-8B79-37D633B846F1}">
                  <asvg:svgBlip xmlns:asvg="http://schemas.microsoft.com/office/drawing/2016/SVG/main" r:embed="Ra0efc701221c4c6e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a2fbb70069346de">
              <a:extLst>
                <a:ext uri="{96DAC541-7B7A-43D3-8B79-37D633B846F1}">
                  <asvg:svgBlip xmlns:asvg="http://schemas.microsoft.com/office/drawing/2016/SVG/main" r:embed="Ra0efc701221c4c6e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a2fbb70069346de">
              <a:extLst>
                <a:ext uri="{96DAC541-7B7A-43D3-8B79-37D633B846F1}">
                  <asvg:svgBlip xmlns:asvg="http://schemas.microsoft.com/office/drawing/2016/SVG/main" r:embed="Ra0efc701221c4c6e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a2fbb70069346de">
              <a:extLst>
                <a:ext uri="{96DAC541-7B7A-43D3-8B79-37D633B846F1}">
                  <asvg:svgBlip xmlns:asvg="http://schemas.microsoft.com/office/drawing/2016/SVG/main" r:embed="Ra0efc701221c4c6e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a2fbb70069346de">
              <a:extLst>
                <a:ext uri="{96DAC541-7B7A-43D3-8B79-37D633B846F1}">
                  <asvg:svgBlip xmlns:asvg="http://schemas.microsoft.com/office/drawing/2016/SVG/main" r:embed="Ra0efc701221c4c6e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44E9A782-E209-4257-8AB2-F6090976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E89C19EB-5D9D-DC1F-4F76-85903C1875F9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2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9FCF4FF4-28D2-43C0-99DF-A6853894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31F3B9CD-DFDE-15C5-DB6E-42DD1A654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3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d6e6a3e750c4dca">
              <a:extLst>
                <a:ext uri="{96DAC541-7B7A-43D3-8B79-37D633B846F1}">
                  <asvg:svgBlip xmlns:asvg="http://schemas.microsoft.com/office/drawing/2016/SVG/main" r:embed="R5a6c73fefbd348b9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d6e6a3e750c4dca">
              <a:extLst>
                <a:ext uri="{96DAC541-7B7A-43D3-8B79-37D633B846F1}">
                  <asvg:svgBlip xmlns:asvg="http://schemas.microsoft.com/office/drawing/2016/SVG/main" r:embed="R5a6c73fefbd348b9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09B8DE4C-4E3E-4EA8-9CC3-136C595C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B31969E9-4E72-A6F6-D69F-3F57B4E474C5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4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c2796cf9cd54f14">
              <a:extLst>
                <a:ext uri="{96DAC541-7B7A-43D3-8B79-37D633B846F1}">
                  <asvg:svgBlip xmlns:asvg="http://schemas.microsoft.com/office/drawing/2016/SVG/main" r:embed="Re44aa8c28b874010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c2796cf9cd54f14">
              <a:extLst>
                <a:ext uri="{96DAC541-7B7A-43D3-8B79-37D633B846F1}">
                  <asvg:svgBlip xmlns:asvg="http://schemas.microsoft.com/office/drawing/2016/SVG/main" r:embed="Re44aa8c28b874010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c2796cf9cd54f14">
              <a:extLst>
                <a:ext uri="{96DAC541-7B7A-43D3-8B79-37D633B846F1}">
                  <asvg:svgBlip xmlns:asvg="http://schemas.microsoft.com/office/drawing/2016/SVG/main" r:embed="Re44aa8c28b874010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6688AAC7-D24E-4CF0-939D-1EC8C970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F3CE96E9-3952-BA93-B440-51D726FCA104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5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BA9F4787-6D4D-AA03-BB70-DAF7D93C95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6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DD6F33C4-AF8A-4C4F-970E-D2C183E3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81C3BE43-C224-5323-63FD-5028BC0A799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7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BECD0118-0152-46C3-9239-801D31227E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E3AFD008-DDFB-40E5-B256-03D3631A8C93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F11FC5B9-A4EB-4CE9-98D1-991452203FE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D3A63857-2318-42B5-97B3-580587A1A54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BE3CEA6-5C50-4F93-9C0C-1096BED5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638B286B-15FC-7186-6057-C6909685C91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8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D4880D8-D519-4803-4CBC-2D72999F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DCDADF58-D6D1-491D-A53B-ED48D937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b9a42d933d94b11">
              <a:extLst>
                <a:ext uri="{96DAC541-7B7A-43D3-8B79-37D633B846F1}">
                  <asvg:svgBlip xmlns:asvg="http://schemas.microsoft.com/office/drawing/2016/SVG/main" r:embed="R3befced682024ad3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35F79F1-7EC4-BCDB-C743-7ADE1582A28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0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52993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56A49150-D9D7-4037-9CC3-B08F712A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3285129c17c490c">
              <a:extLst>
                <a:ext uri="{96DAC541-7B7A-43D3-8B79-37D633B846F1}">
                  <asvg:svgBlip xmlns:asvg="http://schemas.microsoft.com/office/drawing/2016/SVG/main" r:embed="R99182d8221304ac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0CAEF1A9-D442-4E29-5BA5-E5B13CAE6970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1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6D8DF6B-C6E0-4CCE-A2A2-F82D0DE5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e6235883fa54110">
              <a:extLst>
                <a:ext uri="{96DAC541-7B7A-43D3-8B79-37D633B846F1}">
                  <asvg:svgBlip xmlns:asvg="http://schemas.microsoft.com/office/drawing/2016/SVG/main" r:embed="Ra875d1150d6547f9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D74CF844-F9FC-DFB9-F98C-96A77B3EF25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2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6C9F6C80-DC3A-4F7C-8B21-02704C02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8c4e3ea43ee458e">
              <a:extLst>
                <a:ext uri="{96DAC541-7B7A-43D3-8B79-37D633B846F1}">
                  <asvg:svgBlip xmlns:asvg="http://schemas.microsoft.com/office/drawing/2016/SVG/main" r:embed="R23017f4d1d2a4ed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A7224510-ADDB-7B42-F2AF-E7776D97F963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3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002E4FC-E53E-461E-9037-5D176FEE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3807fa1d8874eb5">
              <a:extLst>
                <a:ext uri="{96DAC541-7B7A-43D3-8B79-37D633B846F1}">
                  <asvg:svgBlip xmlns:asvg="http://schemas.microsoft.com/office/drawing/2016/SVG/main" r:embed="R7f68cdb977c64d0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1682AE22-A5CE-0823-9E5E-0482DCE2B481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4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A8780BC7-74CD-4A48-BB13-4595D717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c311d0c9f5b485f">
              <a:extLst>
                <a:ext uri="{96DAC541-7B7A-43D3-8B79-37D633B846F1}">
                  <asvg:svgBlip xmlns:asvg="http://schemas.microsoft.com/office/drawing/2016/SVG/main" r:embed="Rdcfc6e3c7fd7421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F7BF2668-42F8-2B50-22FD-EAA5213E11AD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5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A54A42B6-E989-48E0-B6C3-1FBDA05E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298b2b78d4f4b86">
              <a:extLst>
                <a:ext uri="{96DAC541-7B7A-43D3-8B79-37D633B846F1}">
                  <asvg:svgBlip xmlns:asvg="http://schemas.microsoft.com/office/drawing/2016/SVG/main" r:embed="R77438792d9274e70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90F00A3-D857-D898-B470-B8F7B870B54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6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0CA83F02-BFE3-4BAE-BC80-8AB108C0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f2778ac2e4a46cf">
              <a:extLst>
                <a:ext uri="{96DAC541-7B7A-43D3-8B79-37D633B846F1}">
                  <asvg:svgBlip xmlns:asvg="http://schemas.microsoft.com/office/drawing/2016/SVG/main" r:embed="Rff5a3869f1e8405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FBE9E3A7-190B-B058-4691-06D48DB6E48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7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D3E377D-CC1B-4624-B775-3CE15BFA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1b43b023e844c0b">
              <a:extLst>
                <a:ext uri="{96DAC541-7B7A-43D3-8B79-37D633B846F1}">
                  <asvg:svgBlip xmlns:asvg="http://schemas.microsoft.com/office/drawing/2016/SVG/main" r:embed="Rd2d5210bd040413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706DA738-8EEF-4966-90D3-3D5616E120F3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8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1F25016F-BFD7-6FBC-099F-E96592B5B5B4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9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4868F6AF-17C2-DFEA-01E5-7A5C103A2F2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0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6" y="2034705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89F7C6C-DE9E-9A9D-7461-FF6DDDBE3F16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1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BDF38E5-1E6C-E485-B42D-E308F87DB89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2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FA23951E-B7E5-4D65-8B0C-53DD0C1BEBC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3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355388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C4D0FFB6-F5ED-AF25-C78D-7BDF86777E68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4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F5A93A3-9794-CD1F-505F-3F52A31A0421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5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381096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5"/>
            <a:ext cx="3009172" cy="23180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809D3A6E-6BCB-74E4-F084-41AB30AF624E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6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38271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2DBB1193-92B8-4667-86B8-9ABECE51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E7AB0FB5-34EC-B359-8FE5-B4D678F882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7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95f588087094da2">
              <a:extLst>
                <a:ext uri="{96DAC541-7B7A-43D3-8B79-37D633B846F1}">
                  <asvg:svgBlip xmlns:asvg="http://schemas.microsoft.com/office/drawing/2016/SVG/main" r:embed="R66f4a81d3236490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32CF6322-C029-0332-31CD-85B6E572F2EA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8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267f91bdc2d84059">
              <a:extLst>
                <a:ext uri="{96DAC541-7B7A-43D3-8B79-37D633B846F1}">
                  <asvg:svgBlip xmlns:asvg="http://schemas.microsoft.com/office/drawing/2016/SVG/main" r:embed="R988ec4f9502b4bf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FD0400A0-6D60-4166-8ED4-1E3517B73885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9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700DD96C-A8E1-6735-BDED-B21D8C2214B1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0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843F95DC-3173-8BF8-8AC3-411B2478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111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973D5813-88B7-4762-B6BC-181AE6CA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30FB54EC-06FF-43DD-EDA8-6D0C75AB006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2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ADD813DE-6534-4554-94E9-0F3921D4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1E3C149-7B9F-CE3A-8A48-100477BFA515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3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4CBD3D8E-065F-4E2C-B789-E252342A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A349EE42-911D-8DA1-E004-9BD775176D54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4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80859AC9-C59F-4569-B5C2-06C360E0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2224EFD9-3669-EE1D-455B-1E6088208FB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5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B33F4E9D-4C31-409B-879E-5842559C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1C67694A-2E2A-9E72-9DB8-1B3268ECB1B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6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D518D394-94AF-498B-B325-09B55A3F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541384F-9BC3-4C0E-83F4-091323833D83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7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12478E3E-95AE-4732-9538-6E3A665A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2F5D2F3B-4E0C-5A62-B648-845A471644B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8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70D356CD-C286-444A-BF50-0D63CDD5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A260330-6286-E040-1B80-F4F374F8C5D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9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B04861D7-F653-4BFB-8D26-F81B3E57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23952F03-3D1A-1156-19FB-0ABE36380B8E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0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  <a:endParaRPr/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99A19AF6-8032-4D8E-B0A9-D94CE635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5DA5D4D9-BF3D-5F0F-F943-5661B61BD72D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1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F97F7D4-D36F-1C04-29F6-1CA9AD5E8E52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2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A62FB87C-37D4-7DB7-21AB-16A9426BE6AF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3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DFE4BBFF-D2B0-41B6-8D92-990E8914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180317282479a">
            <a:extLst>
              <a:ext uri="{96DAC541-7B7A-43D3-8B79-37D633B846F1}">
                <asvg:svgBlip xmlns:asvg="http://schemas.microsoft.com/office/drawing/2016/SVG/main" r:embed="Rc3b0f169ba3048d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4D44B14B-7DDE-D876-D72A-C422FD1B82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46790a92e75404a" /><Relationship Type="http://schemas.openxmlformats.org/officeDocument/2006/relationships/image" Target="/ppt/media/image.svg" Id="Rbe59780409744763" /><Relationship Type="http://schemas.openxmlformats.org/officeDocument/2006/relationships/theme" Target="/ppt/slideMasters/theme/theme2.xml" Id="R7b8644804ffc4a34" /><Relationship Type="http://schemas.openxmlformats.org/officeDocument/2006/relationships/slideLayout" Target="/ppt/slideLayouts/slideLayout1.xml" Id="Rc1f4a1ebac154362" /><Relationship Type="http://schemas.openxmlformats.org/officeDocument/2006/relationships/slideLayout" Target="/ppt/slideLayouts/slideLayout2.xml" Id="R3a20ee72a3f147c7" /><Relationship Type="http://schemas.openxmlformats.org/officeDocument/2006/relationships/slideLayout" Target="/ppt/slideLayouts/slideLayout3.xml" Id="R2c1c175a814844f9" /><Relationship Type="http://schemas.openxmlformats.org/officeDocument/2006/relationships/slideLayout" Target="/ppt/slideLayouts/slideLayout4.xml" Id="R859d7c570c044172" /><Relationship Type="http://schemas.openxmlformats.org/officeDocument/2006/relationships/slideLayout" Target="/ppt/slideLayouts/slideLayout5.xml" Id="R66ca610bfae641cb" /><Relationship Type="http://schemas.openxmlformats.org/officeDocument/2006/relationships/slideLayout" Target="/ppt/slideLayouts/slideLayout6.xml" Id="Rbe40f6b7cf8e4694" /><Relationship Type="http://schemas.openxmlformats.org/officeDocument/2006/relationships/slideLayout" Target="/ppt/slideLayouts/slideLayout7.xml" Id="R74ad532a058246ec" /><Relationship Type="http://schemas.openxmlformats.org/officeDocument/2006/relationships/slideLayout" Target="/ppt/slideLayouts/slideLayout8.xml" Id="Ra71c33666c6d46dc" /><Relationship Type="http://schemas.openxmlformats.org/officeDocument/2006/relationships/slideLayout" Target="/ppt/slideLayouts/slideLayout9.xml" Id="R8480ff644e634cb7" /><Relationship Type="http://schemas.openxmlformats.org/officeDocument/2006/relationships/slideLayout" Target="/ppt/slideLayouts/slideLayout10.xml" Id="Rccdb965918f14b38" /><Relationship Type="http://schemas.openxmlformats.org/officeDocument/2006/relationships/slideLayout" Target="/ppt/slideLayouts/slideLayout11.xml" Id="R31985b7a4594434a" /><Relationship Type="http://schemas.openxmlformats.org/officeDocument/2006/relationships/slideLayout" Target="/ppt/slideLayouts/slideLayout12.xml" Id="R05380a005eaa47c9" /><Relationship Type="http://schemas.openxmlformats.org/officeDocument/2006/relationships/slideLayout" Target="/ppt/slideLayouts/slideLayout13.xml" Id="Rfab156b871dc443d" /><Relationship Type="http://schemas.openxmlformats.org/officeDocument/2006/relationships/slideLayout" Target="/ppt/slideLayouts/slideLayout14.xml" Id="R6c46b66fb2d546fb" /><Relationship Type="http://schemas.openxmlformats.org/officeDocument/2006/relationships/slideLayout" Target="/ppt/slideLayouts/slideLayout15.xml" Id="Rd84a0d6687bf4ce1" /><Relationship Type="http://schemas.openxmlformats.org/officeDocument/2006/relationships/slideLayout" Target="/ppt/slideLayouts/slideLayout16.xml" Id="R279100a8ed4c47d7" /><Relationship Type="http://schemas.openxmlformats.org/officeDocument/2006/relationships/slideLayout" Target="/ppt/slideLayouts/slideLayout17.xml" Id="R2ade553023d34b2d" /><Relationship Type="http://schemas.openxmlformats.org/officeDocument/2006/relationships/slideLayout" Target="/ppt/slideLayouts/slideLayout18.xml" Id="R0308b3d4ae934fc4" /><Relationship Type="http://schemas.openxmlformats.org/officeDocument/2006/relationships/slideLayout" Target="/ppt/slideLayouts/slideLayout19.xml" Id="R1759184fb0e848fa" /><Relationship Type="http://schemas.openxmlformats.org/officeDocument/2006/relationships/slideLayout" Target="/ppt/slideLayouts/slideLayout20.xml" Id="R7930ca6191b04f65" /><Relationship Type="http://schemas.openxmlformats.org/officeDocument/2006/relationships/slideLayout" Target="/ppt/slideLayouts/slideLayout21.xml" Id="Re6fa0be9bfbe4d49" /><Relationship Type="http://schemas.openxmlformats.org/officeDocument/2006/relationships/slideLayout" Target="/ppt/slideLayouts/slideLayout22.xml" Id="R9fb3fe1ffd314dac" /><Relationship Type="http://schemas.openxmlformats.org/officeDocument/2006/relationships/slideLayout" Target="/ppt/slideLayouts/slideLayout23.xml" Id="Rba47131c3a674460" /><Relationship Type="http://schemas.openxmlformats.org/officeDocument/2006/relationships/slideLayout" Target="/ppt/slideLayouts/slideLayout24.xml" Id="R476127aa56ac468a" /><Relationship Type="http://schemas.openxmlformats.org/officeDocument/2006/relationships/slideLayout" Target="/ppt/slideLayouts/slideLayout25.xml" Id="R2afeaacd457e4365" /><Relationship Type="http://schemas.openxmlformats.org/officeDocument/2006/relationships/slideLayout" Target="/ppt/slideLayouts/slideLayout26.xml" Id="R49a03eda7c2041df" /><Relationship Type="http://schemas.openxmlformats.org/officeDocument/2006/relationships/slideLayout" Target="/ppt/slideLayouts/slideLayout27.xml" Id="Rb7b852c339d44138" /><Relationship Type="http://schemas.openxmlformats.org/officeDocument/2006/relationships/slideLayout" Target="/ppt/slideLayouts/slideLayout28.xml" Id="R955f1221d3e14583" /><Relationship Type="http://schemas.openxmlformats.org/officeDocument/2006/relationships/slideLayout" Target="/ppt/slideLayouts/slideLayout29.xml" Id="R417f61579b6846c1" /><Relationship Type="http://schemas.openxmlformats.org/officeDocument/2006/relationships/slideLayout" Target="/ppt/slideLayouts/slideLayout30.xml" Id="Rd7992b8fa53c402f" /><Relationship Type="http://schemas.openxmlformats.org/officeDocument/2006/relationships/slideLayout" Target="/ppt/slideLayouts/slideLayout31.xml" Id="Radf9c282cc964fc4" /><Relationship Type="http://schemas.openxmlformats.org/officeDocument/2006/relationships/slideLayout" Target="/ppt/slideLayouts/slideLayout32.xml" Id="R640c80c622d14f3f" /><Relationship Type="http://schemas.openxmlformats.org/officeDocument/2006/relationships/slideLayout" Target="/ppt/slideLayouts/slideLayout33.xml" Id="R5205a8c7fe4b4cdb" /><Relationship Type="http://schemas.openxmlformats.org/officeDocument/2006/relationships/slideLayout" Target="/ppt/slideLayouts/slideLayout34.xml" Id="Ra429914feb21476a" /><Relationship Type="http://schemas.openxmlformats.org/officeDocument/2006/relationships/slideLayout" Target="/ppt/slideLayouts/slideLayout35.xml" Id="R0bca6d8d191b48db" /><Relationship Type="http://schemas.openxmlformats.org/officeDocument/2006/relationships/slideLayout" Target="/ppt/slideLayouts/slideLayout36.xml" Id="Rfbcd30e32c05430c" /><Relationship Type="http://schemas.openxmlformats.org/officeDocument/2006/relationships/slideLayout" Target="/ppt/slideLayouts/slideLayout37.xml" Id="R03c3e6b129cf4584" /><Relationship Type="http://schemas.openxmlformats.org/officeDocument/2006/relationships/slideLayout" Target="/ppt/slideLayouts/slideLayout38.xml" Id="Rc43dac25aeab45a5" /><Relationship Type="http://schemas.openxmlformats.org/officeDocument/2006/relationships/slideLayout" Target="/ppt/slideLayouts/slideLayout39.xml" Id="Rb3e73d355aa14cef" /><Relationship Type="http://schemas.openxmlformats.org/officeDocument/2006/relationships/slideLayout" Target="/ppt/slideLayouts/slideLayout40.xml" Id="R2b2088e431164f12" /><Relationship Type="http://schemas.openxmlformats.org/officeDocument/2006/relationships/slideLayout" Target="/ppt/slideLayouts/slideLayout41.xml" Id="R4a38c7a02df345ed" /><Relationship Type="http://schemas.openxmlformats.org/officeDocument/2006/relationships/slideLayout" Target="/ppt/slideLayouts/slideLayout42.xml" Id="R0c4efb79deb64269" /><Relationship Type="http://schemas.openxmlformats.org/officeDocument/2006/relationships/slideLayout" Target="/ppt/slideLayouts/slideLayout43.xml" Id="Rc52357a698b241a5" /><Relationship Type="http://schemas.openxmlformats.org/officeDocument/2006/relationships/slideLayout" Target="/ppt/slideLayouts/slideLayout44.xml" Id="R21439150c90d41a8" /><Relationship Type="http://schemas.openxmlformats.org/officeDocument/2006/relationships/slideLayout" Target="/ppt/slideLayouts/slideLayout45.xml" Id="R4d2d926692294e59" /><Relationship Type="http://schemas.openxmlformats.org/officeDocument/2006/relationships/slideLayout" Target="/ppt/slideLayouts/slideLayout46.xml" Id="R526ae365f8f74e9f" /><Relationship Type="http://schemas.openxmlformats.org/officeDocument/2006/relationships/slideLayout" Target="/ppt/slideLayouts/slideLayout47.xml" Id="R866f2a5003c74923" /><Relationship Type="http://schemas.openxmlformats.org/officeDocument/2006/relationships/slideLayout" Target="/ppt/slideLayouts/slideLayout48.xml" Id="Ra380617399c54db6" /><Relationship Type="http://schemas.openxmlformats.org/officeDocument/2006/relationships/slideLayout" Target="/ppt/slideLayouts/slideLayout49.xml" Id="Rc10014a7fd0d4b33" /><Relationship Type="http://schemas.openxmlformats.org/officeDocument/2006/relationships/slideLayout" Target="/ppt/slideLayouts/slideLayout50.xml" Id="R04a24a02e3234be4" /><Relationship Type="http://schemas.openxmlformats.org/officeDocument/2006/relationships/slideLayout" Target="/ppt/slideLayouts/slideLayout51.xml" Id="Rb9bbaad15ed441c3" /><Relationship Type="http://schemas.openxmlformats.org/officeDocument/2006/relationships/slideLayout" Target="/ppt/slideLayouts/slideLayout52.xml" Id="Rf10978dafab34812" /><Relationship Type="http://schemas.openxmlformats.org/officeDocument/2006/relationships/slideLayout" Target="/ppt/slideLayouts/slideLayout53.xml" Id="R64b14d0cbf51486f" /><Relationship Type="http://schemas.openxmlformats.org/officeDocument/2006/relationships/slideLayout" Target="/ppt/slideLayouts/slideLayout54.xml" Id="R8083b80df1f94a22" /><Relationship Type="http://schemas.openxmlformats.org/officeDocument/2006/relationships/slideLayout" Target="/ppt/slideLayouts/slideLayout55.xml" Id="R3fc5b015bf824923" /><Relationship Type="http://schemas.openxmlformats.org/officeDocument/2006/relationships/slideLayout" Target="/ppt/slideLayouts/slideLayout56.xml" Id="Ra2824494be3549b1" /><Relationship Type="http://schemas.openxmlformats.org/officeDocument/2006/relationships/slideLayout" Target="/ppt/slideLayouts/slideLayout57.xml" Id="Re7fa912059af4d4d" /><Relationship Type="http://schemas.openxmlformats.org/officeDocument/2006/relationships/slideLayout" Target="/ppt/slideLayouts/slideLayout58.xml" Id="Rb0e4e03e0ddd4687" /><Relationship Type="http://schemas.openxmlformats.org/officeDocument/2006/relationships/slideLayout" Target="/ppt/slideLayouts/slideLayout59.xml" Id="R43adf5b6c433443e" /><Relationship Type="http://schemas.openxmlformats.org/officeDocument/2006/relationships/slideLayout" Target="/ppt/slideLayouts/slideLayout60.xml" Id="Red1b841460824563" /><Relationship Type="http://schemas.openxmlformats.org/officeDocument/2006/relationships/slideLayout" Target="/ppt/slideLayouts/slideLayout61.xml" Id="Rcbaa11767fe74c2f" /><Relationship Type="http://schemas.openxmlformats.org/officeDocument/2006/relationships/slideLayout" Target="/ppt/slideLayouts/slideLayout62.xml" Id="Ra722cd032e03441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a4122e70bcd24cfb" /><Relationship Type="http://schemas.openxmlformats.org/officeDocument/2006/relationships/image" Target="/ppt/media/image.svg" Id="Rf087b08ec4374afc" /><Relationship Type="http://schemas.openxmlformats.org/officeDocument/2006/relationships/theme" Target="/ppt/slideMasters/theme/theme3.xml" Id="R8c52712b945a4590" /><Relationship Type="http://schemas.openxmlformats.org/officeDocument/2006/relationships/slideLayout" Target="/ppt/slideLayouts/slideLayout63.xml" Id="R5db61bcf23384ffc" /><Relationship Type="http://schemas.openxmlformats.org/officeDocument/2006/relationships/slideLayout" Target="/ppt/slideLayouts/slideLayout64.xml" Id="Rda5b4cc8cf834f6e" /><Relationship Type="http://schemas.openxmlformats.org/officeDocument/2006/relationships/slideLayout" Target="/ppt/slideLayouts/slideLayout65.xml" Id="Rb4ba5e16d17844c2" /><Relationship Type="http://schemas.openxmlformats.org/officeDocument/2006/relationships/slideLayout" Target="/ppt/slideLayouts/slideLayout66.xml" Id="R436cca25a1d7416a" /><Relationship Type="http://schemas.openxmlformats.org/officeDocument/2006/relationships/slideLayout" Target="/ppt/slideLayouts/slideLayout67.xml" Id="R953b4882484b4c95" /><Relationship Type="http://schemas.openxmlformats.org/officeDocument/2006/relationships/slideLayout" Target="/ppt/slideLayouts/slideLayout68.xml" Id="R9d84733033f44f9f" /><Relationship Type="http://schemas.openxmlformats.org/officeDocument/2006/relationships/slideLayout" Target="/ppt/slideLayouts/slideLayout69.xml" Id="Rd1f7cad0c6b8441f" /><Relationship Type="http://schemas.openxmlformats.org/officeDocument/2006/relationships/slideLayout" Target="/ppt/slideLayouts/slideLayout70.xml" Id="R1f8664c2af834504" /><Relationship Type="http://schemas.openxmlformats.org/officeDocument/2006/relationships/slideLayout" Target="/ppt/slideLayouts/slideLayout71.xml" Id="R5e64aca9a7394490" /><Relationship Type="http://schemas.openxmlformats.org/officeDocument/2006/relationships/slideLayout" Target="/ppt/slideLayouts/slideLayout72.xml" Id="R9500455a2a774e6a" /><Relationship Type="http://schemas.openxmlformats.org/officeDocument/2006/relationships/slideLayout" Target="/ppt/slideLayouts/slideLayout73.xml" Id="Ree7ca56759a44202" /><Relationship Type="http://schemas.openxmlformats.org/officeDocument/2006/relationships/slideLayout" Target="/ppt/slideLayouts/slideLayout74.xml" Id="R45b14f019a394aca" /><Relationship Type="http://schemas.openxmlformats.org/officeDocument/2006/relationships/slideLayout" Target="/ppt/slideLayouts/slideLayout75.xml" Id="R84d45d38d427444c" /><Relationship Type="http://schemas.openxmlformats.org/officeDocument/2006/relationships/slideLayout" Target="/ppt/slideLayouts/slideLayout76.xml" Id="R1f386bf8a2fd4917" /><Relationship Type="http://schemas.openxmlformats.org/officeDocument/2006/relationships/slideLayout" Target="/ppt/slideLayouts/slideLayout77.xml" Id="Rdb493aacf80d4807" /><Relationship Type="http://schemas.openxmlformats.org/officeDocument/2006/relationships/slideLayout" Target="/ppt/slideLayouts/slideLayout78.xml" Id="R1cea259b8ecd4b7b" /><Relationship Type="http://schemas.openxmlformats.org/officeDocument/2006/relationships/slideLayout" Target="/ppt/slideLayouts/slideLayout79.xml" Id="R8a74b87d97ad4dfa" /><Relationship Type="http://schemas.openxmlformats.org/officeDocument/2006/relationships/slideLayout" Target="/ppt/slideLayouts/slideLayout80.xml" Id="R9ee0219139234c3f" /><Relationship Type="http://schemas.openxmlformats.org/officeDocument/2006/relationships/slideLayout" Target="/ppt/slideLayouts/slideLayout81.xml" Id="Rc3b6aaf257a448d0" /><Relationship Type="http://schemas.openxmlformats.org/officeDocument/2006/relationships/slideLayout" Target="/ppt/slideLayouts/slideLayout82.xml" Id="R8d7e0ffaa7f44b4d" /><Relationship Type="http://schemas.openxmlformats.org/officeDocument/2006/relationships/slideLayout" Target="/ppt/slideLayouts/slideLayout83.xml" Id="R54842a2da99f416c" /><Relationship Type="http://schemas.openxmlformats.org/officeDocument/2006/relationships/slideLayout" Target="/ppt/slideLayouts/slideLayout84.xml" Id="Rb6a96b6cd6e9406e" /><Relationship Type="http://schemas.openxmlformats.org/officeDocument/2006/relationships/slideLayout" Target="/ppt/slideLayouts/slideLayout85.xml" Id="Rdffd8b98fe3841be" /><Relationship Type="http://schemas.openxmlformats.org/officeDocument/2006/relationships/slideLayout" Target="/ppt/slideLayouts/slideLayout86.xml" Id="R947ad4b0983a4d5c" /><Relationship Type="http://schemas.openxmlformats.org/officeDocument/2006/relationships/slideLayout" Target="/ppt/slideLayouts/slideLayout87.xml" Id="R118fd3c16e014d9c" /><Relationship Type="http://schemas.openxmlformats.org/officeDocument/2006/relationships/slideLayout" Target="/ppt/slideLayouts/slideLayout88.xml" Id="R5338aaf0597b45a0" /><Relationship Type="http://schemas.openxmlformats.org/officeDocument/2006/relationships/slideLayout" Target="/ppt/slideLayouts/slideLayout89.xml" Id="R0f5b57a906074e96" /><Relationship Type="http://schemas.openxmlformats.org/officeDocument/2006/relationships/slideLayout" Target="/ppt/slideLayouts/slideLayout90.xml" Id="Rd030ed7299df4202" /><Relationship Type="http://schemas.openxmlformats.org/officeDocument/2006/relationships/slideLayout" Target="/ppt/slideLayouts/slideLayout91.xml" Id="R26284cb4815e4a87" /><Relationship Type="http://schemas.openxmlformats.org/officeDocument/2006/relationships/slideLayout" Target="/ppt/slideLayouts/slideLayout92.xml" Id="Rcd50b891e8274d5a" /><Relationship Type="http://schemas.openxmlformats.org/officeDocument/2006/relationships/slideLayout" Target="/ppt/slideLayouts/slideLayout93.xml" Id="Rfb1d86315cd24729" /><Relationship Type="http://schemas.openxmlformats.org/officeDocument/2006/relationships/slideLayout" Target="/ppt/slideLayouts/slideLayout94.xml" Id="R495c4c3b4a784597" /><Relationship Type="http://schemas.openxmlformats.org/officeDocument/2006/relationships/slideLayout" Target="/ppt/slideLayouts/slideLayout95.xml" Id="R660d373b19ec434b" /><Relationship Type="http://schemas.openxmlformats.org/officeDocument/2006/relationships/slideLayout" Target="/ppt/slideLayouts/slideLayout96.xml" Id="R61058ad7795249f1" /><Relationship Type="http://schemas.openxmlformats.org/officeDocument/2006/relationships/slideLayout" Target="/ppt/slideLayouts/slideLayout97.xml" Id="R89555b5eb694415e" /><Relationship Type="http://schemas.openxmlformats.org/officeDocument/2006/relationships/slideLayout" Target="/ppt/slideLayouts/slideLayout98.xml" Id="Rbf5b1921b91e42a4" /><Relationship Type="http://schemas.openxmlformats.org/officeDocument/2006/relationships/slideLayout" Target="/ppt/slideLayouts/slideLayout99.xml" Id="R9f744f03b4a346f9" /><Relationship Type="http://schemas.openxmlformats.org/officeDocument/2006/relationships/slideLayout" Target="/ppt/slideLayouts/slideLayout100.xml" Id="Rb90245fdc0624f71" /><Relationship Type="http://schemas.openxmlformats.org/officeDocument/2006/relationships/slideLayout" Target="/ppt/slideLayouts/slideLayout101.xml" Id="Re027ecefb0e54227" /><Relationship Type="http://schemas.openxmlformats.org/officeDocument/2006/relationships/slideLayout" Target="/ppt/slideLayouts/slideLayout102.xml" Id="R1444585eeeea4809" /><Relationship Type="http://schemas.openxmlformats.org/officeDocument/2006/relationships/slideLayout" Target="/ppt/slideLayouts/slideLayout103.xml" Id="R4b8150a9b5bb4708" /><Relationship Type="http://schemas.openxmlformats.org/officeDocument/2006/relationships/slideLayout" Target="/ppt/slideLayouts/slideLayout104.xml" Id="R6c39209f0cb14544" /><Relationship Type="http://schemas.openxmlformats.org/officeDocument/2006/relationships/slideLayout" Target="/ppt/slideLayouts/slideLayout105.xml" Id="R17534d5c9ac44acf" /><Relationship Type="http://schemas.openxmlformats.org/officeDocument/2006/relationships/slideLayout" Target="/ppt/slideLayouts/slideLayout106.xml" Id="Ra5bfc7afbe1f4cec" /><Relationship Type="http://schemas.openxmlformats.org/officeDocument/2006/relationships/slideLayout" Target="/ppt/slideLayouts/slideLayout107.xml" Id="R2f985cb5c00f42ae" /><Relationship Type="http://schemas.openxmlformats.org/officeDocument/2006/relationships/slideLayout" Target="/ppt/slideLayouts/slideLayout108.xml" Id="R530e67c628274b46" /><Relationship Type="http://schemas.openxmlformats.org/officeDocument/2006/relationships/slideLayout" Target="/ppt/slideLayouts/slideLayout109.xml" Id="Ra69a5111f5714e3c" /><Relationship Type="http://schemas.openxmlformats.org/officeDocument/2006/relationships/slideLayout" Target="/ppt/slideLayouts/slideLayout110.xml" Id="Rdf084dc46ee1408b" /><Relationship Type="http://schemas.openxmlformats.org/officeDocument/2006/relationships/slideLayout" Target="/ppt/slideLayouts/slideLayout111.xml" Id="R5480e56b3dc34fe2" /><Relationship Type="http://schemas.openxmlformats.org/officeDocument/2006/relationships/slideLayout" Target="/ppt/slideLayouts/slideLayout112.xml" Id="R5fa924bb2184471d" /><Relationship Type="http://schemas.openxmlformats.org/officeDocument/2006/relationships/slideLayout" Target="/ppt/slideLayouts/slideLayout113.xml" Id="Rb9cae17e903a487c" /><Relationship Type="http://schemas.openxmlformats.org/officeDocument/2006/relationships/slideLayout" Target="/ppt/slideLayouts/slideLayout114.xml" Id="R27f74659023740c1" /><Relationship Type="http://schemas.openxmlformats.org/officeDocument/2006/relationships/slideLayout" Target="/ppt/slideLayouts/slideLayout115.xml" Id="Rffccf3933fcb49cb" /><Relationship Type="http://schemas.openxmlformats.org/officeDocument/2006/relationships/slideLayout" Target="/ppt/slideLayouts/slideLayout116.xml" Id="Rd1e9852515b844d1" /><Relationship Type="http://schemas.openxmlformats.org/officeDocument/2006/relationships/slideLayout" Target="/ppt/slideLayouts/slideLayout117.xml" Id="R90019fc56a2a4252" /><Relationship Type="http://schemas.openxmlformats.org/officeDocument/2006/relationships/slideLayout" Target="/ppt/slideLayouts/slideLayout118.xml" Id="R62f7cbcfeec847be" /><Relationship Type="http://schemas.openxmlformats.org/officeDocument/2006/relationships/slideLayout" Target="/ppt/slideLayouts/slideLayout119.xml" Id="R4a43a39a662e40a5" /><Relationship Type="http://schemas.openxmlformats.org/officeDocument/2006/relationships/slideLayout" Target="/ppt/slideLayouts/slideLayout120.xml" Id="R4c1e946271f748c2" /><Relationship Type="http://schemas.openxmlformats.org/officeDocument/2006/relationships/slideLayout" Target="/ppt/slideLayouts/slideLayout121.xml" Id="Rbcf27b93fddc45dc" /><Relationship Type="http://schemas.openxmlformats.org/officeDocument/2006/relationships/slideLayout" Target="/ppt/slideLayouts/slideLayout122.xml" Id="R86f75ed898f54e80" /><Relationship Type="http://schemas.openxmlformats.org/officeDocument/2006/relationships/slideLayout" Target="/ppt/slideLayouts/slideLayout123.xml" Id="Rd3a11574f1c34cd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5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790a92e75404a">
            <a:extLst>
              <a:ext uri="{96DAC541-7B7A-43D3-8B79-37D633B846F1}">
                <asvg:svgBlip xmlns:asvg="http://schemas.microsoft.com/office/drawing/2016/SVG/main" r:embed="Rbe597804097447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9FC892-4FB6-4384-5C29-EC6C9D8D3D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3" name="FESTO_NAME">
            <a:extLst xmlns:a="http://schemas.openxmlformats.org/drawingml/2006/main">
              <a:ext uri="{FF2B5EF4-FFF2-40B4-BE49-F238E27FC236}">
                <a16:creationId xmlns:a16="http://schemas.microsoft.com/office/drawing/2014/main" id="{6EC665EC-A235-0384-0096-D065C7B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15" y="6620687"/>
            <a:ext cx="189309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13">
                <a:latin typeface="+mn-lt"/>
                <a:ea typeface="+mn-lt"/>
                <a:cs typeface="+mn-lt"/>
              </a:rPr>
              <a:t> </a:t>
            </a: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4" name="FESTO_TITEL">
            <a:extLst xmlns:a="http://schemas.openxmlformats.org/drawingml/2006/main">
              <a:ext uri="{FF2B5EF4-FFF2-40B4-BE49-F238E27FC236}">
                <a16:creationId xmlns:a16="http://schemas.microsoft.com/office/drawing/2014/main" id="{96C49CE7-0E00-1C58-B84E-BEE8B7AF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55" y="6620687"/>
            <a:ext cx="389258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931779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713" kern="1200">
              <a:solidFill>
                <a:schemeClr val="tx1"/>
              </a:solidFill>
              <a:latin typeface="MetaPlusLF"/>
              <a:ea typeface="MetaPlusLF"/>
              <a:cs typeface="MetaPlusLF"/>
            </a:endParaRPr>
          </a:p>
        </p:txBody>
      </p:sp>
      <p:sp>
        <p:nvSpPr>
          <p:cNvPr id="15" name="FESTO_ERSTELLT">
            <a:extLst xmlns:a="http://schemas.openxmlformats.org/drawingml/2006/main">
              <a:ext uri="{FF2B5EF4-FFF2-40B4-BE49-F238E27FC236}">
                <a16:creationId xmlns:a16="http://schemas.microsoft.com/office/drawing/2014/main" id="{8A181814-15C0-D7EB-E88A-88203F7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586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6" name="FESTO_GEAENDERT">
            <a:extLst xmlns:a="http://schemas.openxmlformats.org/drawingml/2006/main">
              <a:ext uri="{FF2B5EF4-FFF2-40B4-BE49-F238E27FC236}">
                <a16:creationId xmlns:a16="http://schemas.microsoft.com/office/drawing/2014/main" id="{232C6D20-7FE3-3DA3-1644-C5221DA6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707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7" name="FESTO_STATUS1">
            <a:extLst xmlns:a="http://schemas.openxmlformats.org/drawingml/2006/main">
              <a:ext uri="{FF2B5EF4-FFF2-40B4-BE49-F238E27FC236}">
                <a16:creationId xmlns:a16="http://schemas.microsoft.com/office/drawing/2014/main" id="{E1373306-72B0-D218-F9A0-E86118B4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828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8" name="FESTO_VERTRAULICH1">
            <a:extLst xmlns:a="http://schemas.openxmlformats.org/drawingml/2006/main">
              <a:ext uri="{FF2B5EF4-FFF2-40B4-BE49-F238E27FC236}">
                <a16:creationId xmlns:a16="http://schemas.microsoft.com/office/drawing/2014/main" id="{DAF87E19-1DF2-9A79-CBA3-AEAA559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949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f4a1ebac154362"/>
    <p:sldLayoutId xmlns:r="http://schemas.openxmlformats.org/officeDocument/2006/relationships" id="2147483650" r:id="R3a20ee72a3f147c7"/>
    <p:sldLayoutId xmlns:r="http://schemas.openxmlformats.org/officeDocument/2006/relationships" id="2147483651" r:id="R2c1c175a814844f9"/>
    <p:sldLayoutId xmlns:r="http://schemas.openxmlformats.org/officeDocument/2006/relationships" id="2147483652" r:id="R859d7c570c044172"/>
    <p:sldLayoutId xmlns:r="http://schemas.openxmlformats.org/officeDocument/2006/relationships" id="2147483653" r:id="R66ca610bfae641cb"/>
    <p:sldLayoutId xmlns:r="http://schemas.openxmlformats.org/officeDocument/2006/relationships" id="2147483654" r:id="Rbe40f6b7cf8e4694"/>
    <p:sldLayoutId xmlns:r="http://schemas.openxmlformats.org/officeDocument/2006/relationships" id="2147483655" r:id="R74ad532a058246ec"/>
    <p:sldLayoutId xmlns:r="http://schemas.openxmlformats.org/officeDocument/2006/relationships" id="2147483656" r:id="Ra71c33666c6d46dc"/>
    <p:sldLayoutId xmlns:r="http://schemas.openxmlformats.org/officeDocument/2006/relationships" id="2147483657" r:id="R8480ff644e634cb7"/>
    <p:sldLayoutId xmlns:r="http://schemas.openxmlformats.org/officeDocument/2006/relationships" id="2147483658" r:id="Rccdb965918f14b38"/>
    <p:sldLayoutId xmlns:r="http://schemas.openxmlformats.org/officeDocument/2006/relationships" id="2147483659" r:id="R31985b7a4594434a"/>
    <p:sldLayoutId xmlns:r="http://schemas.openxmlformats.org/officeDocument/2006/relationships" id="2147483660" r:id="R05380a005eaa47c9"/>
    <p:sldLayoutId xmlns:r="http://schemas.openxmlformats.org/officeDocument/2006/relationships" id="2147483661" r:id="Rfab156b871dc443d"/>
    <p:sldLayoutId xmlns:r="http://schemas.openxmlformats.org/officeDocument/2006/relationships" id="2147483662" r:id="R6c46b66fb2d546fb"/>
    <p:sldLayoutId xmlns:r="http://schemas.openxmlformats.org/officeDocument/2006/relationships" id="2147483663" r:id="Rd84a0d6687bf4ce1"/>
    <p:sldLayoutId xmlns:r="http://schemas.openxmlformats.org/officeDocument/2006/relationships" id="2147483664" r:id="R279100a8ed4c47d7"/>
    <p:sldLayoutId xmlns:r="http://schemas.openxmlformats.org/officeDocument/2006/relationships" id="2147483665" r:id="R2ade553023d34b2d"/>
    <p:sldLayoutId xmlns:r="http://schemas.openxmlformats.org/officeDocument/2006/relationships" id="2147483666" r:id="R0308b3d4ae934fc4"/>
    <p:sldLayoutId xmlns:r="http://schemas.openxmlformats.org/officeDocument/2006/relationships" id="2147483667" r:id="R1759184fb0e848fa"/>
    <p:sldLayoutId xmlns:r="http://schemas.openxmlformats.org/officeDocument/2006/relationships" id="2147483668" r:id="R7930ca6191b04f65"/>
    <p:sldLayoutId xmlns:r="http://schemas.openxmlformats.org/officeDocument/2006/relationships" id="2147483669" r:id="Re6fa0be9bfbe4d49"/>
    <p:sldLayoutId xmlns:r="http://schemas.openxmlformats.org/officeDocument/2006/relationships" id="2147483670" r:id="R9fb3fe1ffd314dac"/>
    <p:sldLayoutId xmlns:r="http://schemas.openxmlformats.org/officeDocument/2006/relationships" id="2147483671" r:id="Rba47131c3a674460"/>
    <p:sldLayoutId xmlns:r="http://schemas.openxmlformats.org/officeDocument/2006/relationships" id="2147483672" r:id="R476127aa56ac468a"/>
    <p:sldLayoutId xmlns:r="http://schemas.openxmlformats.org/officeDocument/2006/relationships" id="2147483673" r:id="R2afeaacd457e4365"/>
    <p:sldLayoutId xmlns:r="http://schemas.openxmlformats.org/officeDocument/2006/relationships" id="2147483674" r:id="R49a03eda7c2041df"/>
    <p:sldLayoutId xmlns:r="http://schemas.openxmlformats.org/officeDocument/2006/relationships" id="2147483675" r:id="Rb7b852c339d44138"/>
    <p:sldLayoutId xmlns:r="http://schemas.openxmlformats.org/officeDocument/2006/relationships" id="2147483676" r:id="R955f1221d3e14583"/>
    <p:sldLayoutId xmlns:r="http://schemas.openxmlformats.org/officeDocument/2006/relationships" id="2147483677" r:id="R417f61579b6846c1"/>
    <p:sldLayoutId xmlns:r="http://schemas.openxmlformats.org/officeDocument/2006/relationships" id="2147483678" r:id="Rd7992b8fa53c402f"/>
    <p:sldLayoutId xmlns:r="http://schemas.openxmlformats.org/officeDocument/2006/relationships" id="2147483679" r:id="Radf9c282cc964fc4"/>
    <p:sldLayoutId xmlns:r="http://schemas.openxmlformats.org/officeDocument/2006/relationships" id="2147483680" r:id="R640c80c622d14f3f"/>
    <p:sldLayoutId xmlns:r="http://schemas.openxmlformats.org/officeDocument/2006/relationships" id="2147483681" r:id="R5205a8c7fe4b4cdb"/>
    <p:sldLayoutId xmlns:r="http://schemas.openxmlformats.org/officeDocument/2006/relationships" id="2147483682" r:id="Ra429914feb21476a"/>
    <p:sldLayoutId xmlns:r="http://schemas.openxmlformats.org/officeDocument/2006/relationships" id="2147483683" r:id="R0bca6d8d191b48db"/>
    <p:sldLayoutId xmlns:r="http://schemas.openxmlformats.org/officeDocument/2006/relationships" id="2147483684" r:id="Rfbcd30e32c05430c"/>
    <p:sldLayoutId xmlns:r="http://schemas.openxmlformats.org/officeDocument/2006/relationships" id="2147483685" r:id="R03c3e6b129cf4584"/>
    <p:sldLayoutId xmlns:r="http://schemas.openxmlformats.org/officeDocument/2006/relationships" id="2147483686" r:id="Rc43dac25aeab45a5"/>
    <p:sldLayoutId xmlns:r="http://schemas.openxmlformats.org/officeDocument/2006/relationships" id="2147483687" r:id="Rb3e73d355aa14cef"/>
    <p:sldLayoutId xmlns:r="http://schemas.openxmlformats.org/officeDocument/2006/relationships" id="2147483688" r:id="R2b2088e431164f12"/>
    <p:sldLayoutId xmlns:r="http://schemas.openxmlformats.org/officeDocument/2006/relationships" id="2147483689" r:id="R4a38c7a02df345ed"/>
    <p:sldLayoutId xmlns:r="http://schemas.openxmlformats.org/officeDocument/2006/relationships" id="2147483690" r:id="R0c4efb79deb64269"/>
    <p:sldLayoutId xmlns:r="http://schemas.openxmlformats.org/officeDocument/2006/relationships" id="2147483691" r:id="Rc52357a698b241a5"/>
    <p:sldLayoutId xmlns:r="http://schemas.openxmlformats.org/officeDocument/2006/relationships" id="2147483692" r:id="R21439150c90d41a8"/>
    <p:sldLayoutId xmlns:r="http://schemas.openxmlformats.org/officeDocument/2006/relationships" id="2147483693" r:id="R4d2d926692294e59"/>
    <p:sldLayoutId xmlns:r="http://schemas.openxmlformats.org/officeDocument/2006/relationships" id="2147483694" r:id="R526ae365f8f74e9f"/>
    <p:sldLayoutId xmlns:r="http://schemas.openxmlformats.org/officeDocument/2006/relationships" id="2147483695" r:id="R866f2a5003c74923"/>
    <p:sldLayoutId xmlns:r="http://schemas.openxmlformats.org/officeDocument/2006/relationships" id="2147483696" r:id="Ra380617399c54db6"/>
    <p:sldLayoutId xmlns:r="http://schemas.openxmlformats.org/officeDocument/2006/relationships" id="2147483697" r:id="Rc10014a7fd0d4b33"/>
    <p:sldLayoutId xmlns:r="http://schemas.openxmlformats.org/officeDocument/2006/relationships" id="2147483698" r:id="R04a24a02e3234be4"/>
    <p:sldLayoutId xmlns:r="http://schemas.openxmlformats.org/officeDocument/2006/relationships" id="2147483699" r:id="Rb9bbaad15ed441c3"/>
    <p:sldLayoutId xmlns:r="http://schemas.openxmlformats.org/officeDocument/2006/relationships" id="2147483700" r:id="Rf10978dafab34812"/>
    <p:sldLayoutId xmlns:r="http://schemas.openxmlformats.org/officeDocument/2006/relationships" id="2147483701" r:id="R64b14d0cbf51486f"/>
    <p:sldLayoutId xmlns:r="http://schemas.openxmlformats.org/officeDocument/2006/relationships" id="2147483702" r:id="R8083b80df1f94a22"/>
    <p:sldLayoutId xmlns:r="http://schemas.openxmlformats.org/officeDocument/2006/relationships" id="2147483703" r:id="R3fc5b015bf824923"/>
    <p:sldLayoutId xmlns:r="http://schemas.openxmlformats.org/officeDocument/2006/relationships" id="2147483704" r:id="Ra2824494be3549b1"/>
    <p:sldLayoutId xmlns:r="http://schemas.openxmlformats.org/officeDocument/2006/relationships" id="2147483705" r:id="Re7fa912059af4d4d"/>
    <p:sldLayoutId xmlns:r="http://schemas.openxmlformats.org/officeDocument/2006/relationships" id="2147483706" r:id="Rb0e4e03e0ddd4687"/>
    <p:sldLayoutId xmlns:r="http://schemas.openxmlformats.org/officeDocument/2006/relationships" id="2147483707" r:id="R43adf5b6c433443e"/>
    <p:sldLayoutId xmlns:r="http://schemas.openxmlformats.org/officeDocument/2006/relationships" id="2147483708" r:id="Red1b841460824563"/>
    <p:sldLayoutId xmlns:r="http://schemas.openxmlformats.org/officeDocument/2006/relationships" id="2147483709" r:id="Rcbaa11767fe74c2f"/>
    <p:sldLayoutId xmlns:r="http://schemas.openxmlformats.org/officeDocument/2006/relationships" id="2147483710" r:id="Ra722cd032e034413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4E108AD6-599B-9F4F-EAE6-AAFAF4783E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6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22e70bcd24cfb">
            <a:extLst>
              <a:ext uri="{96DAC541-7B7A-43D3-8B79-37D633B846F1}">
                <asvg:svgBlip xmlns:asvg="http://schemas.microsoft.com/office/drawing/2016/SVG/main" r:embed="Rf087b08ec4374af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2" r:id="R5db61bcf23384ffc"/>
    <p:sldLayoutId xmlns:r="http://schemas.openxmlformats.org/officeDocument/2006/relationships" id="2147483713" r:id="Rda5b4cc8cf834f6e"/>
    <p:sldLayoutId xmlns:r="http://schemas.openxmlformats.org/officeDocument/2006/relationships" id="2147483714" r:id="Rb4ba5e16d17844c2"/>
    <p:sldLayoutId xmlns:r="http://schemas.openxmlformats.org/officeDocument/2006/relationships" id="2147483715" r:id="R436cca25a1d7416a"/>
    <p:sldLayoutId xmlns:r="http://schemas.openxmlformats.org/officeDocument/2006/relationships" id="2147483716" r:id="R953b4882484b4c95"/>
    <p:sldLayoutId xmlns:r="http://schemas.openxmlformats.org/officeDocument/2006/relationships" id="2147483717" r:id="R9d84733033f44f9f"/>
    <p:sldLayoutId xmlns:r="http://schemas.openxmlformats.org/officeDocument/2006/relationships" id="2147483718" r:id="Rd1f7cad0c6b8441f"/>
    <p:sldLayoutId xmlns:r="http://schemas.openxmlformats.org/officeDocument/2006/relationships" id="2147483719" r:id="R1f8664c2af834504"/>
    <p:sldLayoutId xmlns:r="http://schemas.openxmlformats.org/officeDocument/2006/relationships" id="2147483720" r:id="R5e64aca9a7394490"/>
    <p:sldLayoutId xmlns:r="http://schemas.openxmlformats.org/officeDocument/2006/relationships" id="2147483721" r:id="R9500455a2a774e6a"/>
    <p:sldLayoutId xmlns:r="http://schemas.openxmlformats.org/officeDocument/2006/relationships" id="2147483722" r:id="Ree7ca56759a44202"/>
    <p:sldLayoutId xmlns:r="http://schemas.openxmlformats.org/officeDocument/2006/relationships" id="2147483723" r:id="R45b14f019a394aca"/>
    <p:sldLayoutId xmlns:r="http://schemas.openxmlformats.org/officeDocument/2006/relationships" id="2147483724" r:id="R84d45d38d427444c"/>
    <p:sldLayoutId xmlns:r="http://schemas.openxmlformats.org/officeDocument/2006/relationships" id="2147483725" r:id="R1f386bf8a2fd4917"/>
    <p:sldLayoutId xmlns:r="http://schemas.openxmlformats.org/officeDocument/2006/relationships" id="2147483726" r:id="Rdb493aacf80d4807"/>
    <p:sldLayoutId xmlns:r="http://schemas.openxmlformats.org/officeDocument/2006/relationships" id="2147483727" r:id="R1cea259b8ecd4b7b"/>
    <p:sldLayoutId xmlns:r="http://schemas.openxmlformats.org/officeDocument/2006/relationships" id="2147483728" r:id="R8a74b87d97ad4dfa"/>
    <p:sldLayoutId xmlns:r="http://schemas.openxmlformats.org/officeDocument/2006/relationships" id="2147483729" r:id="R9ee0219139234c3f"/>
    <p:sldLayoutId xmlns:r="http://schemas.openxmlformats.org/officeDocument/2006/relationships" id="2147483730" r:id="Rc3b6aaf257a448d0"/>
    <p:sldLayoutId xmlns:r="http://schemas.openxmlformats.org/officeDocument/2006/relationships" id="2147483731" r:id="R8d7e0ffaa7f44b4d"/>
    <p:sldLayoutId xmlns:r="http://schemas.openxmlformats.org/officeDocument/2006/relationships" id="2147483732" r:id="R54842a2da99f416c"/>
    <p:sldLayoutId xmlns:r="http://schemas.openxmlformats.org/officeDocument/2006/relationships" id="2147483733" r:id="Rb6a96b6cd6e9406e"/>
    <p:sldLayoutId xmlns:r="http://schemas.openxmlformats.org/officeDocument/2006/relationships" id="2147483734" r:id="Rdffd8b98fe3841be"/>
    <p:sldLayoutId xmlns:r="http://schemas.openxmlformats.org/officeDocument/2006/relationships" id="2147483735" r:id="R947ad4b0983a4d5c"/>
    <p:sldLayoutId xmlns:r="http://schemas.openxmlformats.org/officeDocument/2006/relationships" id="2147483736" r:id="R118fd3c16e014d9c"/>
    <p:sldLayoutId xmlns:r="http://schemas.openxmlformats.org/officeDocument/2006/relationships" id="2147483737" r:id="R5338aaf0597b45a0"/>
    <p:sldLayoutId xmlns:r="http://schemas.openxmlformats.org/officeDocument/2006/relationships" id="2147483738" r:id="R0f5b57a906074e96"/>
    <p:sldLayoutId xmlns:r="http://schemas.openxmlformats.org/officeDocument/2006/relationships" id="2147483739" r:id="Rd030ed7299df4202"/>
    <p:sldLayoutId xmlns:r="http://schemas.openxmlformats.org/officeDocument/2006/relationships" id="2147483740" r:id="R26284cb4815e4a87"/>
    <p:sldLayoutId xmlns:r="http://schemas.openxmlformats.org/officeDocument/2006/relationships" id="2147483741" r:id="Rcd50b891e8274d5a"/>
    <p:sldLayoutId xmlns:r="http://schemas.openxmlformats.org/officeDocument/2006/relationships" id="2147483742" r:id="Rfb1d86315cd24729"/>
    <p:sldLayoutId xmlns:r="http://schemas.openxmlformats.org/officeDocument/2006/relationships" id="2147483743" r:id="R495c4c3b4a784597"/>
    <p:sldLayoutId xmlns:r="http://schemas.openxmlformats.org/officeDocument/2006/relationships" id="2147483744" r:id="R660d373b19ec434b"/>
    <p:sldLayoutId xmlns:r="http://schemas.openxmlformats.org/officeDocument/2006/relationships" id="2147483745" r:id="R61058ad7795249f1"/>
    <p:sldLayoutId xmlns:r="http://schemas.openxmlformats.org/officeDocument/2006/relationships" id="2147483746" r:id="R89555b5eb694415e"/>
    <p:sldLayoutId xmlns:r="http://schemas.openxmlformats.org/officeDocument/2006/relationships" id="2147483747" r:id="Rbf5b1921b91e42a4"/>
    <p:sldLayoutId xmlns:r="http://schemas.openxmlformats.org/officeDocument/2006/relationships" id="2147483748" r:id="R9f744f03b4a346f9"/>
    <p:sldLayoutId xmlns:r="http://schemas.openxmlformats.org/officeDocument/2006/relationships" id="2147483749" r:id="Rb90245fdc0624f71"/>
    <p:sldLayoutId xmlns:r="http://schemas.openxmlformats.org/officeDocument/2006/relationships" id="2147483750" r:id="Re027ecefb0e54227"/>
    <p:sldLayoutId xmlns:r="http://schemas.openxmlformats.org/officeDocument/2006/relationships" id="2147483751" r:id="R1444585eeeea4809"/>
    <p:sldLayoutId xmlns:r="http://schemas.openxmlformats.org/officeDocument/2006/relationships" id="2147483752" r:id="R4b8150a9b5bb4708"/>
    <p:sldLayoutId xmlns:r="http://schemas.openxmlformats.org/officeDocument/2006/relationships" id="2147483753" r:id="R6c39209f0cb14544"/>
    <p:sldLayoutId xmlns:r="http://schemas.openxmlformats.org/officeDocument/2006/relationships" id="2147483754" r:id="R17534d5c9ac44acf"/>
    <p:sldLayoutId xmlns:r="http://schemas.openxmlformats.org/officeDocument/2006/relationships" id="2147483755" r:id="Ra5bfc7afbe1f4cec"/>
    <p:sldLayoutId xmlns:r="http://schemas.openxmlformats.org/officeDocument/2006/relationships" id="2147483756" r:id="R2f985cb5c00f42ae"/>
    <p:sldLayoutId xmlns:r="http://schemas.openxmlformats.org/officeDocument/2006/relationships" id="2147483757" r:id="R530e67c628274b46"/>
    <p:sldLayoutId xmlns:r="http://schemas.openxmlformats.org/officeDocument/2006/relationships" id="2147483758" r:id="Ra69a5111f5714e3c"/>
    <p:sldLayoutId xmlns:r="http://schemas.openxmlformats.org/officeDocument/2006/relationships" id="2147483759" r:id="Rdf084dc46ee1408b"/>
    <p:sldLayoutId xmlns:r="http://schemas.openxmlformats.org/officeDocument/2006/relationships" id="2147483760" r:id="R5480e56b3dc34fe2"/>
    <p:sldLayoutId xmlns:r="http://schemas.openxmlformats.org/officeDocument/2006/relationships" id="2147483761" r:id="R5fa924bb2184471d"/>
    <p:sldLayoutId xmlns:r="http://schemas.openxmlformats.org/officeDocument/2006/relationships" id="2147483762" r:id="Rb9cae17e903a487c"/>
    <p:sldLayoutId xmlns:r="http://schemas.openxmlformats.org/officeDocument/2006/relationships" id="2147483763" r:id="R27f74659023740c1"/>
    <p:sldLayoutId xmlns:r="http://schemas.openxmlformats.org/officeDocument/2006/relationships" id="2147483764" r:id="Rffccf3933fcb49cb"/>
    <p:sldLayoutId xmlns:r="http://schemas.openxmlformats.org/officeDocument/2006/relationships" id="2147483765" r:id="Rd1e9852515b844d1"/>
    <p:sldLayoutId xmlns:r="http://schemas.openxmlformats.org/officeDocument/2006/relationships" id="2147483766" r:id="R90019fc56a2a4252"/>
    <p:sldLayoutId xmlns:r="http://schemas.openxmlformats.org/officeDocument/2006/relationships" id="2147483767" r:id="R62f7cbcfeec847be"/>
    <p:sldLayoutId xmlns:r="http://schemas.openxmlformats.org/officeDocument/2006/relationships" id="2147483768" r:id="R4a43a39a662e40a5"/>
    <p:sldLayoutId xmlns:r="http://schemas.openxmlformats.org/officeDocument/2006/relationships" id="2147483769" r:id="R4c1e946271f748c2"/>
    <p:sldLayoutId xmlns:r="http://schemas.openxmlformats.org/officeDocument/2006/relationships" id="2147483770" r:id="Rbcf27b93fddc45dc"/>
    <p:sldLayoutId xmlns:r="http://schemas.openxmlformats.org/officeDocument/2006/relationships" id="2147483771" r:id="R86f75ed898f54e80"/>
    <p:sldLayoutId xmlns:r="http://schemas.openxmlformats.org/officeDocument/2006/relationships" id="2147483772" r:id="Rd3a11574f1c34cd8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esto - external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0d730272e34dca" /><Relationship Type="http://schemas.openxmlformats.org/officeDocument/2006/relationships/image" Target="/ppt/media/image6.png" Id="R42aa3bdbdd50403c" /><Relationship Type="http://schemas.openxmlformats.org/officeDocument/2006/relationships/notesSlide" Target="/ppt/notesSlides/notesSlide1.xml" Id="Rbdf80597264549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eb7a81093b4467e" /><Relationship Type="http://schemas.openxmlformats.org/officeDocument/2006/relationships/image" Target="/ppt/media/image7.png" Id="Rfaa25780a7fb47ca" /><Relationship Type="http://schemas.openxmlformats.org/officeDocument/2006/relationships/notesSlide" Target="/ppt/notesSlides/notesSlide2.xml" Id="R3c80157068f74a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8e690d6b37d4af2" /><Relationship Type="http://schemas.openxmlformats.org/officeDocument/2006/relationships/notesSlide" Target="/ppt/notesSlides/notesSlide3.xml" Id="R60b8a1669a4249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5bf1061376b4b96" /><Relationship Type="http://schemas.openxmlformats.org/officeDocument/2006/relationships/notesSlide" Target="/ppt/notesSlides/notesSlide4.xml" Id="Rb301bf15d90b44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7259cf55c064641" /><Relationship Type="http://schemas.openxmlformats.org/officeDocument/2006/relationships/notesSlide" Target="/ppt/notesSlides/notesSlide5.xml" Id="R83f7612210e848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4f2d12d54e04ad1" /><Relationship Type="http://schemas.openxmlformats.org/officeDocument/2006/relationships/notesSlide" Target="/ppt/notesSlides/notesSlide6.xml" Id="R16f79a571b9646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6edde74b8304852" /><Relationship Type="http://schemas.openxmlformats.org/officeDocument/2006/relationships/image" Target="/ppt/media/image8.png" Id="R4c010a3167c04751" /><Relationship Type="http://schemas.openxmlformats.org/officeDocument/2006/relationships/notesSlide" Target="/ppt/notesSlides/notesSlide7.xml" Id="R9a53e0c7d2d745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151599f2daa45c0" /><Relationship Type="http://schemas.openxmlformats.org/officeDocument/2006/relationships/notesSlide" Target="/ppt/notesSlides/notesSlide8.xml" Id="R20b07a0b893c41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5f0f1be961b4c38" /><Relationship Type="http://schemas.openxmlformats.org/officeDocument/2006/relationships/notesSlide" Target="/ppt/notesSlides/notesSlide9.xml" Id="Re258f40553ef48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B77EF-FC97-4860-8AEC-0B3B5428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765C6-492A-40DA-AD73-73A75353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복잡한 모션 제어를 간단한 앱으로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CD8E6-255B-4038-802C-D0CD0DC8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190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dedicated controller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5258A-A3CA-4048-A32F-151009B1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Low-code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204BD-1059-4B02-AE59-BE520724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and virtual devices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a3bdbdd50403c"/>
          <a:srcRect xmlns:a="http://schemas.openxmlformats.org/drawingml/2006/main" l="3770" t="0" r="37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333500"/>
            <a:ext cx="657225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140F0-2664-4087-BC5C-1199C687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Customer overview</a:t>
            </a:r>
          </a:p>
        </p:txBody>
      </p:sp>
    </p:spTree>
    <p:extLst>
      <p:ext uri="{BB962C8B-B14F-4D97-AF65-F5344CB8AC3E}">
        <p14:creationId xmlns:p14="http://schemas.microsoft.com/office/powerpoint/2010/main" val="1318444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3179E-1F6B-4416-B415-FFF4B216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9429E-3682-463D-8716-6AE113C2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C8131-FB8F-40AF-931F-C3080BB1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CBE12-98A7-45EE-B65F-CB2CCB82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76F63-9EA2-4C07-9D89-2918BF79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FE731-ACC1-41D1-B554-E6614578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69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reduces custom control work between the application and the devices.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E2950-BFA4-4A8C-BDD8-3516CA48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B4283-4B28-46A3-8E40-FB09B13D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PC 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4D0AD-AE9E-475D-BB15-478785D5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96994-878C-4AE2-A031-E127A4E5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C5712-D2F1-4EAE-8C77-565B5D6E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CC349-A01F-46B9-AE2C-3D7A435A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C60A6-8B9F-45E2-8292-F081BCAB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D472A-B2DD-4594-8FD6-655F94D1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and I/O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25780a7fb47ca"/>
          <a:stretch xmlns:a="http://schemas.openxmlformats.org/drawingml/2006/main"/>
        </p:blipFill>
        <p:spPr>
          <a:xfrm xmlns:a="http://schemas.openxmlformats.org/drawingml/2006/main">
            <a:off x="7667625" y="2047875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9C6C2-79A2-4534-9843-AB534469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849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the sequence.</a:t>
            </a:r>
          </a:p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Let the server handle motion commands, feedback, and recovery.</a:t>
            </a:r>
          </a:p>
        </p:txBody>
      </p:sp>
    </p:spTree>
    <p:extLst>
      <p:ext uri="{BB962C8B-B14F-4D97-AF65-F5344CB8AC3E}">
        <p14:creationId xmlns:p14="http://schemas.microsoft.com/office/powerpoint/2010/main" val="1727691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A3951C-C934-44D5-9D3E-7C603FD0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C666F-F6EE-4E6F-ACFE-61093579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645EC-BFA0-45DC-A312-49275602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3247C-BC50-4375-B749-7517FFC9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47078-66A3-4FB4-A322-8BB3845E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9B63B-1D09-48AB-98A3-8900B8FF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191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E57C4-7C5A-4A7E-85E3-07C46509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67E16-A002-487F-B1C6-07D6FC62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3988F-6FBB-4AD6-8E3A-A9A32AD4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622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058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Request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22FB3-549C-4ECD-A604-EE859373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622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Bus Reconnect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8DCDC-48D7-487E-A977-A779DADE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Fault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B9A23-551C-47C5-9DB3-2438150D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36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A3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A36A"/>
                </a:solidFill>
                <a:latin typeface="Arial"/>
                <a:ea typeface="Arial"/>
                <a:cs typeface="Arial"/>
              </a:rPr>
              <a:t>Disconnect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D6508-1DEB-49B8-84CD-AFB6BBA4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Server: normal   Initialized: yes   Process data valid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89223-5998-4E48-BFF5-4100D424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0396F-6039-4ABB-8770-8504D4DD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Authority available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3C4A3-4BDA-4422-BA07-F20F2B06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DA926-B7A2-4F65-A18D-9687AACF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Connected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F76686-5956-4883-9B05-5295A4A3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0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6EEE9-AE97-4A86-AD42-5E47639A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1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2E0F7C-B0E1-4796-BFBF-493798C6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2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4953B2-849A-4745-A1BB-A6D2A70F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3</a:t>
            </a:r>
          </a:p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1241EA-E937-4B94-A471-A4A7C8E5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CFB5D-5E20-4B07-949E-EF37E4E6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62363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43E5C2-4DAC-43CA-AEEB-7C4E05AF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90975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B86232-2DB3-48A7-B1F3-54F85463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19588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32748F-3E3A-4717-B424-AB8FB307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66616"/>
            <a:ext cx="1619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C0099D-18CC-4D03-A27C-50CF324A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2024"/>
            <a:ext cx="161925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FF004D-5CF7-4B60-9253-043A43F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63746"/>
            <a:ext cx="161925" cy="4320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9984E3-ED15-41EE-9C65-5B4EB0CD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16858"/>
            <a:ext cx="161925" cy="678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F214F6-6E63-4074-BCA5-09700EE6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30015"/>
            <a:ext cx="161925" cy="565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76F346-D67E-44D6-9AE7-8B26EAF9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652266"/>
            <a:ext cx="161925" cy="8435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E2090A-6876-41DB-85D7-CAC5C53C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Position / velocity feedback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E48898-E695-48FF-AE88-F4F6FCDF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Manual setup and commissioning can start from a ready-made panel.</a:t>
            </a:r>
          </a:p>
        </p:txBody>
      </p:sp>
    </p:spTree>
    <p:extLst>
      <p:ext uri="{BB962C8B-B14F-4D97-AF65-F5344CB8AC3E}">
        <p14:creationId xmlns:p14="http://schemas.microsoft.com/office/powerpoint/2010/main" val="1907323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51890-BD20-4343-93B9-E539EB7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06239-2229-4183-8734-69630829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7C0B6-B829-4CE6-AD06-210D76A0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Visual motion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C1683-A06C-4F94-A5EE-FA44AFF7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61841-55D5-415B-97E5-148C021B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BE43A-E1D2-49CF-A4F9-DF8CEA05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038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8D998-3FC0-4EBA-B5BB-1B23BC0F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019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8D62B-D4A5-4302-BA1C-30566416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reference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88DF7-C8A6-471A-BF38-B5D8A1F7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AAFF1-76A5-4CBB-A636-070A4DC9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0, 1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5EE69-B1D3-45F0-96E7-7700C01F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2, 3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30A83-2C87-4C40-BB43-F412E0EA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3CA86-DCBA-4CEF-8CD7-DE8BC9F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Wait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D552D-F411-4240-8C6D-380B1BBA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Finish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640F1-63F7-4AE8-A068-1FE8F03A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6CC85-5DF9-409D-85BD-B86E2EDF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F93F3-3AA3-4BA8-9355-1CA3465C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F4766-7883-48F8-B58B-137FC395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4111C5-37B7-44BF-986F-BED77F7C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3847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7105BF-4576-4CED-B283-B416E711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577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Prebuilt nodes make a sequence easy to assemble and modify.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4908A-C201-4125-B225-C0084EFA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62500"/>
            <a:ext cx="2667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70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PLC-style motion code required</a:t>
            </a:r>
          </a:p>
        </p:txBody>
      </p:sp>
    </p:spTree>
    <p:extLst>
      <p:ext uri="{BB962C8B-B14F-4D97-AF65-F5344CB8AC3E}">
        <p14:creationId xmlns:p14="http://schemas.microsoft.com/office/powerpoint/2010/main" val="927255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91AC09-E2BC-4800-BFAA-EE64A8B1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0EA36-9F63-45C7-A088-9F364057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2DBCD-358D-48CA-BC62-14C4A8FF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reference examples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773AD-A656-47A1-B24B-C7CE9F18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5BD52-84B2-43B9-9AFD-052F843E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BB215-753D-47E0-9277-69C9FD41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package already includes ready-to-import flows for server control, axis control, I/O control, virtual I/O and a sample sequence.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6E8DA-790B-435D-BC71-DD68EC4B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286000" cy="261937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5A884-A0F7-4AF8-8238-DB875F4F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Example 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AE1EB-6126-4B75-9AB5-2F93EE6E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01 Server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682D5-2CD4-4B10-AC98-6D6FF9A6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7187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02 Axis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C2D86-8BDE-4012-A88F-D9C89E17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03 IO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4D383-9424-4522-BC9A-A91EF5ED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1482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04 Virtual IO Simulation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23D53-290B-4253-9D6E-8780362C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FF4E8"/>
            </a:solidFill>
          </a:ln>
        </p:spPr>
        <p:txBody>
          <a:bodyPr xmlns:a="http://schemas.openxmlformats.org/drawingml/2006/main" anchor="ctr">
            <a:normAutofit fontScale="9456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05 Sample Motion Sequence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15A85-9897-4718-AC6C-3848CA1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76200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B9FBA-AEF9-4480-92B1-D211A4C5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742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1165E-F62E-4572-8AC5-89397920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05 Sample Motion 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C3E78-1CF4-4326-9BF1-A0A33A9F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819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Start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13317-FBF6-4923-A9C1-45D85225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1190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1: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 0 and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95FC0-1525-4277-9210-ED93BDCF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1257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19050">
            <a:solidFill>
              <a:srgbClr val="0091C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Existing Motion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Server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5CB90-B24E-4D72-8DE3-948F23C1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12001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Process Command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0B62B2-A46C-4FA2-BD65-E889AA2A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5752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EC583-1CCD-47A2-859E-EAAE02C2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5752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3FF96-02DB-4412-9B0B-F211171C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5752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E3AEBD-848C-4183-BDCE-2BF2DEB6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52875"/>
            <a:ext cx="1066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19050">
            <a:solidFill>
              <a:srgbClr val="0091C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Existing System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D47EA0-F871-4849-BF03-8C7B01C0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52875"/>
            <a:ext cx="1066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Store Latest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F7325D-5B03-48FB-83C4-DE7A1033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1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3346A6-9F09-4FE2-AB4C-70625D0D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2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A1440B-A4BA-4FBE-BBD6-5EDAF882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1123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 and AI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Conditions Met?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94AFF-A86C-4F93-BC44-DFA410A5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3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D9E0D8-664C-406F-B1F1-00DC72F0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17195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982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Stage 4</a:t>
            </a:r>
          </a:p>
          <a:p xmlns:a="http://schemas.openxmlformats.org/drawingml/2006/main">
            <a:pPr algn="ctr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4B2817-34F9-464E-A73C-DC4D8EF2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1D39B-6094-432C-8DCB-286EC98F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A85B02-315A-4277-9FF1-E6A03D60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6873A0-6984-4288-9CC6-7111A8D8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3860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3A6E47-5898-41D7-9AEA-77C1A021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10125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6318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sample flow file</a:t>
            </a:r>
          </a:p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05_sample_motion_sequence.json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0CCBD8-1581-42B1-BE3B-3060BC06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01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6318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Dashboard path</a:t>
            </a:r>
          </a:p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/dashboard/sequence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9E50C3-A882-4EDF-8DBE-5384C674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Customers can start from an actual example and edit the stage nodes for their own machine.</a:t>
            </a:r>
          </a:p>
        </p:txBody>
      </p:sp>
    </p:spTree>
    <p:extLst>
      <p:ext uri="{BB962C8B-B14F-4D97-AF65-F5344CB8AC3E}">
        <p14:creationId xmlns:p14="http://schemas.microsoft.com/office/powerpoint/2010/main" val="6506518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1D63C3-3AB5-4E2A-87A6-43CCDEDD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9D283-3034-4075-A537-6CAAC5E8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E299A-24A7-4B81-BDBF-4C57DF7E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E8F4C-94B0-45EF-ACA0-2AC93FB7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AC32F-BF32-43C2-8A61-20FAC36C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33FDC-6219-4196-AF39-7B67C4C4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0191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237EF-A74D-4DE8-8B73-739734B0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831CE-C95F-4565-9656-D22E717C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7E1B7-66CF-490C-B946-4CE70E2E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CPX-AP-I-EC   Modules: IOL, DI, DO, AI, 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1642A-2380-47E4-848A-6B8B5B93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Digital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D37F7-F4D8-464B-8002-E1F97E27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14513-79E9-4B29-84D6-3670D5E1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65F40-FE0E-4909-8ED4-BDC80681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8A29B-018A-4C25-A9C5-0354EF79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BA7D8-7AA3-4691-91CB-15545D78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E89B5-1820-4849-B34B-AD382440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00E986-C410-43D2-A47E-8C9066C5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4BAF0-9116-43F2-BEE4-18AC2AC3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4EF26-C8D8-4972-93FD-86501F96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Analog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28CE3C-0C31-497E-8F7E-CDA41F58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819B32-1F99-493F-9661-4C8E8989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6810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EAA1C-4F5A-4B2D-87DC-46FF7383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38D4B4-AAED-4117-AE68-6E9C4393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34671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B8B346-EB81-4042-B89C-7497BC9A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687237-7920-49DC-B57F-29F0A1AA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91630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5FE1DC-F6B6-4CB7-A521-4879498A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905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IO-Link sensor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083F16-BC81-4D58-93F2-6E0AC813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7667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Profile 2</a:t>
            </a:r>
          </a:p>
          <a:p xmlns:a="http://schemas.openxmlformats.org/drawingml/2006/main"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Vibration and temperature</a:t>
            </a:r>
          </a:p>
          <a:p xmlns:a="http://schemas.openxmlformats.org/drawingml/2006/main"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read/write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EB50CC-BAFA-4D69-AF5E-BC0ACC96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BEC33F-E6EC-452B-B40C-7BBF5280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Volatile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145990-6A4E-485B-99F5-6A581E02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4335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Non-volatile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F0F79E-DF8E-41F9-AAB6-284EECE7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status and parameter access use the same Motion Server connection.</a:t>
            </a:r>
          </a:p>
        </p:txBody>
      </p:sp>
    </p:spTree>
    <p:extLst>
      <p:ext uri="{BB962C8B-B14F-4D97-AF65-F5344CB8AC3E}">
        <p14:creationId xmlns:p14="http://schemas.microsoft.com/office/powerpoint/2010/main" val="285107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F03D0-048E-440A-9685-554755CB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311B7-E5D5-4837-8D88-220D438A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68D31-E370-436F-913D-FB8F637B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devices and virtual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E4FAC-777F-4C0F-A95C-76ECDBBB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0F901-D0D4-4EDB-B2BE-1019A129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10a3167c04751"/>
          <a:srcRect xmlns:a="http://schemas.openxmlformats.org/drawingml/2006/main" l="0" t="21810" r="0" b="21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2190750"/>
            <a:ext cx="99060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63E20-9054-4B7B-BEC0-1C7FC509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Virtual device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41F09-2513-481E-8D8F-625753BF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Same command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ED2DD-2F59-4582-859F-EB5B08A3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24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EtherCAT system</a:t>
            </a:r>
          </a:p>
        </p:txBody>
      </p:sp>
    </p:spTree>
    <p:extLst>
      <p:ext uri="{BB962C8B-B14F-4D97-AF65-F5344CB8AC3E}">
        <p14:creationId xmlns:p14="http://schemas.microsoft.com/office/powerpoint/2010/main" val="7610744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0BFAF-0998-4AEC-9A9B-5FDC1EF6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114D2-FF03-480C-8D25-B6836953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E8460-2A68-4DFC-BB56-3CE6D412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Operating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FD847-B348-4E75-B7C0-47EEF5EB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5A4A5-E1E6-4FCC-95A9-47633EB7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D29FE-17BD-4753-8DA3-03B617D6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9B87A-576A-406A-AD98-B5DD0F35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Command authority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4EBB2-5CEF-4DE3-995D-C8E96DBB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02090-7257-4C07-ACB9-6EBB62E4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Live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EE6B6-9C8D-4505-B73F-32817C94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6D304-C671-423B-B4A9-1143B806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Fault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4D9A3-3F00-4974-8677-9B5B9BFE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90F6E-7F2D-41C2-B9F7-C0B72EC8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9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72455-B666-4266-AAF0-C624E616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876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Common tasks are available as ready-made commands, so the customer application can stay focused on sequence logic.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E3155-B629-4583-8286-7EA89399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768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6B"/>
                </a:solidFill>
                <a:latin typeface="Arial"/>
                <a:ea typeface="Arial"/>
                <a:cs typeface="Arial"/>
              </a:rPr>
              <a:t>Examples: enable, move, stop, fault reset, bus reconnect, I/O read/write</a:t>
            </a:r>
          </a:p>
        </p:txBody>
      </p:sp>
    </p:spTree>
    <p:extLst>
      <p:ext uri="{BB962C8B-B14F-4D97-AF65-F5344CB8AC3E}">
        <p14:creationId xmlns:p14="http://schemas.microsoft.com/office/powerpoint/2010/main" val="1890712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EAEEB-C650-41BE-BA66-01B41919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1EAE6-01B6-41FD-86E5-36C13AFF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168C3-8D3B-43CA-AE88-5906075D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Best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FEED0-9B7B-403D-84EB-5DE6DE57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2C98E-6EFB-4965-A7DB-485EBB8C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4BF6B-776A-479A-A3D9-CFAFEC3E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demo</a:t>
            </a:r>
          </a:p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Show motion quickly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DC906-04A7-426B-9071-36C62D64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Lab system</a:t>
            </a:r>
          </a:p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Test devices and sequences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18C50-BCBA-4DD5-8E7A-3FB1E66C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Small machine</a:t>
            </a:r>
          </a:p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application logic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19667-F012-43E6-A79A-6BC14CFB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983D0-F4DB-4073-893A-5E89E009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1BE90-89EF-47DB-8197-293B7ECB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Next step: connect a device, open the panel, and build the first Node-RED sequence.</a:t>
            </a:r>
          </a:p>
        </p:txBody>
      </p:sp>
    </p:spTree>
    <p:extLst>
      <p:ext uri="{BB962C8B-B14F-4D97-AF65-F5344CB8AC3E}">
        <p14:creationId xmlns:p14="http://schemas.microsoft.com/office/powerpoint/2010/main" val="1598307844"/>
      </p:ext>
    </p:extLst>
  </p:cSld>
</p:sld>
</file>

<file path=ppt/theme/theme1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2026-09-07T09:37:27.2290000Z</dcterms:created>
  <dcterms:modified xsi:type="dcterms:W3CDTF">2026-09-07T09:37:27.2290000Z</dcterms:modified>
</coreProperties>
</file>