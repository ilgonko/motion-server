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cb243d9f24098" /><Relationship Type="http://schemas.openxmlformats.org/officeDocument/2006/relationships/extended-properties" Target="/docProps/app.xml" Id="R1786842eb2a7440e" /><Relationship Type="http://schemas.openxmlformats.org/officeDocument/2006/relationships/officeDocument" Target="/ppt/presentation.xml" Id="R95e8d9822e04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a2e675c854f70"/>
    <p:sldMasterId xmlns:r="http://schemas.openxmlformats.org/officeDocument/2006/relationships" id="2147483711" r:id="R6c532e3cdfcd4833"/>
  </p:sldMasterIdLst>
  <p:notesMasterIdLst>
    <p:notesMasterId xmlns:r="http://schemas.openxmlformats.org/officeDocument/2006/relationships" r:id="R532d75635c4c4354"/>
  </p:notesMasterIdLst>
  <p:sldIdLst>
    <p:sldId xmlns:r="http://schemas.openxmlformats.org/officeDocument/2006/relationships" id="256" r:id="R931fb702ced442c5"/>
    <p:sldId xmlns:r="http://schemas.openxmlformats.org/officeDocument/2006/relationships" id="257" r:id="Rf57305eb19884329"/>
    <p:sldId xmlns:r="http://schemas.openxmlformats.org/officeDocument/2006/relationships" id="258" r:id="Rc279311c87704303"/>
    <p:sldId xmlns:r="http://schemas.openxmlformats.org/officeDocument/2006/relationships" id="259" r:id="R42f5e6d81f9b4144"/>
    <p:sldId xmlns:r="http://schemas.openxmlformats.org/officeDocument/2006/relationships" id="260" r:id="Ra12c84e26c9442b9"/>
    <p:sldId xmlns:r="http://schemas.openxmlformats.org/officeDocument/2006/relationships" id="261" r:id="R3fc32f17fa0d49ca"/>
    <p:sldId xmlns:r="http://schemas.openxmlformats.org/officeDocument/2006/relationships" id="262" r:id="R1dd3d3c68d294fdc"/>
    <p:sldId xmlns:r="http://schemas.openxmlformats.org/officeDocument/2006/relationships" id="263" r:id="R378d9d040b9846a2"/>
    <p:sldId xmlns:r="http://schemas.openxmlformats.org/officeDocument/2006/relationships" id="264" r:id="R982ead828a9348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be7a0956ec45cc" /><Relationship Type="http://schemas.openxmlformats.org/officeDocument/2006/relationships/slideMaster" Target="/ppt/slideMasters/slideMaster1.xml" Id="R68ca2e675c854f70" /><Relationship Type="http://schemas.openxmlformats.org/officeDocument/2006/relationships/slideMaster" Target="/ppt/slideMasters/slideMaster2.xml" Id="R6c532e3cdfcd4833" /><Relationship Type="http://schemas.openxmlformats.org/officeDocument/2006/relationships/notesMaster" Target="/ppt/notesMasters/notesMaster1.xml" Id="R532d75635c4c4354" /><Relationship Type="http://schemas.openxmlformats.org/officeDocument/2006/relationships/presProps" Target="/ppt/presProps.xml" Id="Rca33b78c603547af" /><Relationship Type="http://schemas.openxmlformats.org/officeDocument/2006/relationships/viewProps" Target="/ppt/viewProps.xml" Id="Rfdad067a533944fe" /><Relationship Type="http://schemas.openxmlformats.org/officeDocument/2006/relationships/tableStyles" Target="/ppt/tableStyles.xml" Id="R233827a87a2c432c" /><Relationship Type="http://schemas.openxmlformats.org/officeDocument/2006/relationships/slide" Target="/ppt/slides/slide1.xml" Id="R931fb702ced442c5" /><Relationship Type="http://schemas.openxmlformats.org/officeDocument/2006/relationships/slide" Target="/ppt/slides/slide2.xml" Id="Rf57305eb19884329" /><Relationship Type="http://schemas.openxmlformats.org/officeDocument/2006/relationships/slide" Target="/ppt/slides/slide3.xml" Id="Rc279311c87704303" /><Relationship Type="http://schemas.openxmlformats.org/officeDocument/2006/relationships/slide" Target="/ppt/slides/slide4.xml" Id="R42f5e6d81f9b4144" /><Relationship Type="http://schemas.openxmlformats.org/officeDocument/2006/relationships/slide" Target="/ppt/slides/slide5.xml" Id="Ra12c84e26c9442b9" /><Relationship Type="http://schemas.openxmlformats.org/officeDocument/2006/relationships/slide" Target="/ppt/slides/slide6.xml" Id="R3fc32f17fa0d49ca" /><Relationship Type="http://schemas.openxmlformats.org/officeDocument/2006/relationships/slide" Target="/ppt/slides/slide7.xml" Id="R1dd3d3c68d294fdc" /><Relationship Type="http://schemas.openxmlformats.org/officeDocument/2006/relationships/slide" Target="/ppt/slides/slide8.xml" Id="R378d9d040b9846a2" /><Relationship Type="http://schemas.openxmlformats.org/officeDocument/2006/relationships/slide" Target="/ppt/slides/slide9.xml" Id="R982ead828a93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1c5d73e5b24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f54cf12ae54de1" /><Relationship Type="http://schemas.openxmlformats.org/officeDocument/2006/relationships/notesMaster" Target="/ppt/notesMasters/notesMaster1.xml" Id="R69909043a1784c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fc078979e84055" /><Relationship Type="http://schemas.openxmlformats.org/officeDocument/2006/relationships/notesMaster" Target="/ppt/notesMasters/notesMaster1.xml" Id="R1710de2244f24d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baa33d363647f1" /><Relationship Type="http://schemas.openxmlformats.org/officeDocument/2006/relationships/notesMaster" Target="/ppt/notesMasters/notesMaster1.xml" Id="R2ceecbe553b8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a71e031a2a410c" /><Relationship Type="http://schemas.openxmlformats.org/officeDocument/2006/relationships/notesMaster" Target="/ppt/notesMasters/notesMaster1.xml" Id="R23d4e9d318ec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45644ddc3c4137" /><Relationship Type="http://schemas.openxmlformats.org/officeDocument/2006/relationships/notesMaster" Target="/ppt/notesMasters/notesMaster1.xml" Id="Rfde55c2e1cb84a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3141c841b547bc" /><Relationship Type="http://schemas.openxmlformats.org/officeDocument/2006/relationships/notesMaster" Target="/ppt/notesMasters/notesMaster1.xml" Id="R0069b44d9efb4c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4105a213c4a9c" /><Relationship Type="http://schemas.openxmlformats.org/officeDocument/2006/relationships/notesMaster" Target="/ppt/notesMasters/notesMaster1.xml" Id="R932db3d6a2f145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cca27b6262409f" /><Relationship Type="http://schemas.openxmlformats.org/officeDocument/2006/relationships/notesMaster" Target="/ppt/notesMasters/notesMaster1.xml" Id="Rc5ed6a22a8b44a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d4677183d543ea" /><Relationship Type="http://schemas.openxmlformats.org/officeDocument/2006/relationships/notesMaster" Target="/ppt/notesMasters/notesMaster1.xml" Id="R8a0ca24e9909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7931b32b94245" /><Relationship Type="http://schemas.openxmlformats.org/officeDocument/2006/relationships/image" Target="/ppt/media/image2.png" Id="R9e88729af9714389" /><Relationship Type="http://schemas.openxmlformats.org/officeDocument/2006/relationships/image" Target="/ppt/media/image2.svg" Id="Ra689e26028a845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5b6e5ae654c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f72bd6fe748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a8be89e2247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439782a824e88" /><Relationship Type="http://schemas.openxmlformats.org/officeDocument/2006/relationships/image" Target="/ppt/media/image3.png" Id="R1347397d6c55472a" /><Relationship Type="http://schemas.openxmlformats.org/officeDocument/2006/relationships/image" Target="/ppt/media/image3.svg" Id="Ra67b6bf65ed943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ac70a74574c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cb1c5a809475a" /><Relationship Type="http://schemas.openxmlformats.org/officeDocument/2006/relationships/image" Target="/ppt/media/image3.png" Id="R15cb332b50394bc3" /><Relationship Type="http://schemas.openxmlformats.org/officeDocument/2006/relationships/image" Target="/ppt/media/image3.svg" Id="R341fd0e9c449440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5adf8140f4bf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19ee66c044963" /><Relationship Type="http://schemas.openxmlformats.org/officeDocument/2006/relationships/image" Target="/ppt/media/image3.png" Id="R7a342e767e424404" /><Relationship Type="http://schemas.openxmlformats.org/officeDocument/2006/relationships/image" Target="/ppt/media/image3.svg" Id="R22e123e175c640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e08171193411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badf13b324e92" /><Relationship Type="http://schemas.openxmlformats.org/officeDocument/2006/relationships/image" Target="/ppt/media/image4.png" Id="R95e60a6f04d04d78" /><Relationship Type="http://schemas.openxmlformats.org/officeDocument/2006/relationships/image" Target="/ppt/media/image4.svg" Id="R21281f5875af4140" /><Relationship Type="http://schemas.openxmlformats.org/officeDocument/2006/relationships/image" Target="/ppt/media/image3.png" Id="Rc877b4b0dc414578" /><Relationship Type="http://schemas.openxmlformats.org/officeDocument/2006/relationships/image" Target="/ppt/media/image3.svg" Id="R1524c0f5e4c146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08ccd9ba144c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9b51ea0554ca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9f4b1ca7b489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de6d5d4a14c5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3ae8ece3b4b2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824a4d824419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6a7c4536244f2" /><Relationship Type="http://schemas.openxmlformats.org/officeDocument/2006/relationships/image" Target="/ppt/media/image5.png" Id="Rcc18db93d6924d1b" /><Relationship Type="http://schemas.openxmlformats.org/officeDocument/2006/relationships/image" Target="/ppt/media/image5.svg" Id="R966c611f849a460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d16207158477f" /><Relationship Type="http://schemas.openxmlformats.org/officeDocument/2006/relationships/image" Target="/ppt/media/image5.png" Id="R52a06a540c8445de" /><Relationship Type="http://schemas.openxmlformats.org/officeDocument/2006/relationships/image" Target="/ppt/media/image5.svg" Id="R16eb44df44e245e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c8ef015b54ce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aa9e2d2844453" /><Relationship Type="http://schemas.openxmlformats.org/officeDocument/2006/relationships/image" Target="/ppt/media/image4.png" Id="Rd8d05663414f4681" /><Relationship Type="http://schemas.openxmlformats.org/officeDocument/2006/relationships/image" Target="/ppt/media/image4.svg" Id="R46466bd46ece46f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2973de54a4044" /><Relationship Type="http://schemas.openxmlformats.org/officeDocument/2006/relationships/image" Target="/ppt/media/image4.png" Id="Rf6ca445d06df4850" /><Relationship Type="http://schemas.openxmlformats.org/officeDocument/2006/relationships/image" Target="/ppt/media/image4.svg" Id="R6a6a139160ec4b9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c40232a9147c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694b55e7c429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2a7404c604fe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511f43ff1465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376cedcf94823" /><Relationship Type="http://schemas.openxmlformats.org/officeDocument/2006/relationships/image" Target="/ppt/media/image3.png" Id="R2b83b6e67d5946d6" /><Relationship Type="http://schemas.openxmlformats.org/officeDocument/2006/relationships/image" Target="/ppt/media/image3.svg" Id="R1e872dff96f949c4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a4d28fd9d415b" /><Relationship Type="http://schemas.openxmlformats.org/officeDocument/2006/relationships/image" Target="/ppt/media/image3.png" Id="R06e579809ac34292" /><Relationship Type="http://schemas.openxmlformats.org/officeDocument/2006/relationships/image" Target="/ppt/media/image3.svg" Id="Re2e1d23b3dd349b5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f22ba1d124140" /><Relationship Type="http://schemas.openxmlformats.org/officeDocument/2006/relationships/image" Target="/ppt/media/image3.png" Id="R4e0b72740c144b44" /><Relationship Type="http://schemas.openxmlformats.org/officeDocument/2006/relationships/image" Target="/ppt/media/image3.svg" Id="Rbfe2273ea886433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4ce606fe446f4" /><Relationship Type="http://schemas.openxmlformats.org/officeDocument/2006/relationships/image" Target="/ppt/media/image3.png" Id="Rfa1e0e9a5ec14929" /><Relationship Type="http://schemas.openxmlformats.org/officeDocument/2006/relationships/image" Target="/ppt/media/image3.svg" Id="R6108dd39bafa426d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bc2c79c0e42c5" /><Relationship Type="http://schemas.openxmlformats.org/officeDocument/2006/relationships/image" Target="/ppt/media/image3.png" Id="Rd4e05f9542794e21" /><Relationship Type="http://schemas.openxmlformats.org/officeDocument/2006/relationships/image" Target="/ppt/media/image3.svg" Id="Rdb5daa4222bf4b6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1d24c0b684b7f" /><Relationship Type="http://schemas.openxmlformats.org/officeDocument/2006/relationships/image" Target="/ppt/media/image3.png" Id="R03b6a7163e1c41aa" /><Relationship Type="http://schemas.openxmlformats.org/officeDocument/2006/relationships/image" Target="/ppt/media/image3.svg" Id="Rc1f2b8c9cf274e80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5010a6ce24b55" /><Relationship Type="http://schemas.openxmlformats.org/officeDocument/2006/relationships/image" Target="/ppt/media/image3.png" Id="R41e2c1338a7b4ffc" /><Relationship Type="http://schemas.openxmlformats.org/officeDocument/2006/relationships/image" Target="/ppt/media/image3.svg" Id="R0fd7f0b6e7c14d20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281475e8348ef" /><Relationship Type="http://schemas.openxmlformats.org/officeDocument/2006/relationships/image" Target="/ppt/media/image3.png" Id="Ra22d941184604d2f" /><Relationship Type="http://schemas.openxmlformats.org/officeDocument/2006/relationships/image" Target="/ppt/media/image3.svg" Id="R40ce393853c1437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736859a45444f" /><Relationship Type="http://schemas.openxmlformats.org/officeDocument/2006/relationships/image" Target="/ppt/media/image3.png" Id="R582981870b654df1" /><Relationship Type="http://schemas.openxmlformats.org/officeDocument/2006/relationships/image" Target="/ppt/media/image3.svg" Id="Rc25e0e9d32ec4dc0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31fb65b854ea3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ca69398254ef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9b0e5e86840fd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b0de268534c13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2a84bdafe4c33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ee7f18f1141c1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95914bb324e54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1b6a82068488c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b803a340d4d09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7857719774fc4" /><Relationship Type="http://schemas.openxmlformats.org/officeDocument/2006/relationships/image" Target="/ppt/media/image3.png" Id="Ra958d316d3e8415a" /><Relationship Type="http://schemas.openxmlformats.org/officeDocument/2006/relationships/image" Target="/ppt/media/image3.svg" Id="R3e8e64c320cf428f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72ce90e764d5b" /><Relationship Type="http://schemas.openxmlformats.org/officeDocument/2006/relationships/image" Target="/ppt/media/image3.png" Id="R43c3ebe13ddc418d" /><Relationship Type="http://schemas.openxmlformats.org/officeDocument/2006/relationships/image" Target="/ppt/media/image3.svg" Id="R5b118056512a4c22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5411d4ce644db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3ce3309854eac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14047cc674a7e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a360e27b34d0b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0107ac9c34064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355969620481b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3ae640cce4a86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7ea81cfad4a1d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f1a36338b40a9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16ad54804475b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0db00797548a4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c8f18f7d24580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8d498c3ee4317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d7d9e41054253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c289858a949df" /><Relationship Type="http://schemas.openxmlformats.org/officeDocument/2006/relationships/image" Target="/ppt/media/image.png" Id="R4b19c03400364bcf" /><Relationship Type="http://schemas.openxmlformats.org/officeDocument/2006/relationships/image" Target="/ppt/media/image.svg" Id="Rcc6285cebeba44d3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34c6209e94ff7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f2da52a6b6425c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906a5d3f8047bf" /><Relationship Type="http://schemas.openxmlformats.org/officeDocument/2006/relationships/image" Target="/ppt/media/image2.png" Id="Rdd742ece77b04fa4" /><Relationship Type="http://schemas.openxmlformats.org/officeDocument/2006/relationships/image" Target="/ppt/media/image2.svg" Id="R52c9e295ac8841f5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4a4ed28d854d6c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a719cf433a4b1d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da8fb03b6f4f83" /><Relationship Type="http://schemas.openxmlformats.org/officeDocument/2006/relationships/image" Target="/ppt/media/image3.png" Id="R5f266bed39904236" /><Relationship Type="http://schemas.openxmlformats.org/officeDocument/2006/relationships/image" Target="/ppt/media/image3.svg" Id="R97a5b5875be54c44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e75e5c2fe546bc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692d2e244a448b" /><Relationship Type="http://schemas.openxmlformats.org/officeDocument/2006/relationships/image" Target="/ppt/media/image3.png" Id="R41b9f4cd74eb4533" /><Relationship Type="http://schemas.openxmlformats.org/officeDocument/2006/relationships/image" Target="/ppt/media/image3.svg" Id="R0d565b1c0ad34223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b4802be5344110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ab1b11ecf34a4a" /><Relationship Type="http://schemas.openxmlformats.org/officeDocument/2006/relationships/image" Target="/ppt/media/image3.png" Id="Rb67ab0b9fd744a4e" /><Relationship Type="http://schemas.openxmlformats.org/officeDocument/2006/relationships/image" Target="/ppt/media/image3.svg" Id="Rbdabcca636e14ced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f8436f90654564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de4e37cd3849a2" /><Relationship Type="http://schemas.openxmlformats.org/officeDocument/2006/relationships/image" Target="/ppt/media/image4.png" Id="R5da3aa8f4a6b467c" /><Relationship Type="http://schemas.openxmlformats.org/officeDocument/2006/relationships/image" Target="/ppt/media/image4.svg" Id="Rf9df5d9cf77149d0" /><Relationship Type="http://schemas.openxmlformats.org/officeDocument/2006/relationships/image" Target="/ppt/media/image3.png" Id="R617dba2f288e4cf4" /><Relationship Type="http://schemas.openxmlformats.org/officeDocument/2006/relationships/image" Target="/ppt/media/image3.svg" Id="R97dded06eb6b4697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21284759584a96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da77817a5e4568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847c91651e4abe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a96aa8a4024afb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2d78c4141d403a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55544140de45c8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af1e3dd60c445f" /><Relationship Type="http://schemas.openxmlformats.org/officeDocument/2006/relationships/image" Target="/ppt/media/image5.png" Id="R1e942a6e597149d8" /><Relationship Type="http://schemas.openxmlformats.org/officeDocument/2006/relationships/image" Target="/ppt/media/image5.svg" Id="R3f81ebee342b40d1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d5a8e63e7b46ee" /><Relationship Type="http://schemas.openxmlformats.org/officeDocument/2006/relationships/image" Target="/ppt/media/image5.png" Id="R1b42d699a08a4674" /><Relationship Type="http://schemas.openxmlformats.org/officeDocument/2006/relationships/image" Target="/ppt/media/image5.svg" Id="R499b0c6c7eef4fe5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8bef1a2ab14beb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9b1eb9f8674034" /><Relationship Type="http://schemas.openxmlformats.org/officeDocument/2006/relationships/image" Target="/ppt/media/image4.png" Id="R5bc883ed79da4506" /><Relationship Type="http://schemas.openxmlformats.org/officeDocument/2006/relationships/image" Target="/ppt/media/image4.svg" Id="Rde402ef254914629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a10c215923472f" /><Relationship Type="http://schemas.openxmlformats.org/officeDocument/2006/relationships/image" Target="/ppt/media/image4.png" Id="R85b838c22eed43b8" /><Relationship Type="http://schemas.openxmlformats.org/officeDocument/2006/relationships/image" Target="/ppt/media/image4.svg" Id="R0d92f8b92b614043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783e4626284626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ec87bb5c5e42a2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72a3e619934fc1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67c52b640e4157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e4a0ed08a74f75" /><Relationship Type="http://schemas.openxmlformats.org/officeDocument/2006/relationships/image" Target="/ppt/media/image3.png" Id="R6ed17a0901eb46d6" /><Relationship Type="http://schemas.openxmlformats.org/officeDocument/2006/relationships/image" Target="/ppt/media/image3.svg" Id="Rd00f1e465a36473f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4d0e9985e9454c" /><Relationship Type="http://schemas.openxmlformats.org/officeDocument/2006/relationships/image" Target="/ppt/media/image3.png" Id="R56d5dd9c11744ae4" /><Relationship Type="http://schemas.openxmlformats.org/officeDocument/2006/relationships/image" Target="/ppt/media/image3.svg" Id="R2468ca656d884486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025125de4b4c7a" /><Relationship Type="http://schemas.openxmlformats.org/officeDocument/2006/relationships/image" Target="/ppt/media/image3.png" Id="R0c2bd91155ac4f92" /><Relationship Type="http://schemas.openxmlformats.org/officeDocument/2006/relationships/image" Target="/ppt/media/image3.svg" Id="R5dd47a9156fd4ea2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e83f746d444756" /><Relationship Type="http://schemas.openxmlformats.org/officeDocument/2006/relationships/image" Target="/ppt/media/image3.png" Id="R16647ea6b72a4abb" /><Relationship Type="http://schemas.openxmlformats.org/officeDocument/2006/relationships/image" Target="/ppt/media/image3.svg" Id="R79992da69777484f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b16a9ea8a84a9e" /><Relationship Type="http://schemas.openxmlformats.org/officeDocument/2006/relationships/image" Target="/ppt/media/image3.png" Id="Rbaa71ebed7a7474e" /><Relationship Type="http://schemas.openxmlformats.org/officeDocument/2006/relationships/image" Target="/ppt/media/image3.svg" Id="Rbebd2b91910c4f8b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883c7339d84bfb" /><Relationship Type="http://schemas.openxmlformats.org/officeDocument/2006/relationships/image" Target="/ppt/media/image3.png" Id="R1d7ccbf5400a49d3" /><Relationship Type="http://schemas.openxmlformats.org/officeDocument/2006/relationships/image" Target="/ppt/media/image3.svg" Id="R9d0e27c689234899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6aec0e528b4480" /><Relationship Type="http://schemas.openxmlformats.org/officeDocument/2006/relationships/image" Target="/ppt/media/image3.png" Id="R91a54dde5efe4064" /><Relationship Type="http://schemas.openxmlformats.org/officeDocument/2006/relationships/image" Target="/ppt/media/image3.svg" Id="R33e38aa03be245e2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63514cce2d4f0f" /><Relationship Type="http://schemas.openxmlformats.org/officeDocument/2006/relationships/image" Target="/ppt/media/image3.png" Id="Re1b3a2ee44a643ec" /><Relationship Type="http://schemas.openxmlformats.org/officeDocument/2006/relationships/image" Target="/ppt/media/image3.svg" Id="R627af921d7214fba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a150d505cd4929" /><Relationship Type="http://schemas.openxmlformats.org/officeDocument/2006/relationships/image" Target="/ppt/media/image3.png" Id="R3a1b8ccac3b848c5" /><Relationship Type="http://schemas.openxmlformats.org/officeDocument/2006/relationships/image" Target="/ppt/media/image3.svg" Id="Rd2eb6c6cac3c4e6d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45f49becac484f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03e4eacfdc43d4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8e857130ec44e7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cffdd93ecf461a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94293c7f274613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dce504bb1e4c8a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c440b1064a4980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e61ccd7b2f438f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66e975d9b0477c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097aec13ef4aa6" /><Relationship Type="http://schemas.openxmlformats.org/officeDocument/2006/relationships/image" Target="/ppt/media/image3.png" Id="R27ae862772564648" /><Relationship Type="http://schemas.openxmlformats.org/officeDocument/2006/relationships/image" Target="/ppt/media/image3.svg" Id="R05aa082a9ba64956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0fe8c2c19543c2" /><Relationship Type="http://schemas.openxmlformats.org/officeDocument/2006/relationships/image" Target="/ppt/media/image3.png" Id="R5367e912cd744cad" /><Relationship Type="http://schemas.openxmlformats.org/officeDocument/2006/relationships/image" Target="/ppt/media/image3.svg" Id="R7ceabd43c97a42b8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e0550bc7af41cd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7f3a88bbc64191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34a467cc9d48cb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e1c97887604ae3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a1e4cb53204bbd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0c7584f70b43a3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34514b748043b0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bdf9b4ddce4891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e2d0e5a5764ca4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bbe824e3fd461e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b3c3a477a342ae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7f3d4515814046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38ba619f7a4e04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41442a928e4595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962b77c48442f0" /><Relationship Type="http://schemas.openxmlformats.org/officeDocument/2006/relationships/image" Target="/ppt/media/image.png" Id="Ra2545ea6146a48fc" /><Relationship Type="http://schemas.openxmlformats.org/officeDocument/2006/relationships/image" Target="/ppt/media/image.svg" Id="Rf3738a0044d94df9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8729af9714389">
            <a:extLst>
              <a:ext uri="{96DAC541-7B7A-43D3-8B79-37D633B846F1}">
                <asvg:svgBlip xmlns:asvg="http://schemas.microsoft.com/office/drawing/2016/SVG/main" r:embed="Ra689e26028a845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D7090D6-C524-404B-9E7C-FC2DE38A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347397d6c55472a">
              <a:extLst>
                <a:ext uri="{96DAC541-7B7A-43D3-8B79-37D633B846F1}">
                  <asvg:svgBlip xmlns:asvg="http://schemas.microsoft.com/office/drawing/2016/SVG/main" r:embed="Ra67b6bf65ed9435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9FF8A61-C7D7-4CB8-9F40-56D6E434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5cb332b50394bc3">
              <a:extLst>
                <a:ext uri="{96DAC541-7B7A-43D3-8B79-37D633B846F1}">
                  <asvg:svgBlip xmlns:asvg="http://schemas.microsoft.com/office/drawing/2016/SVG/main" r:embed="R341fd0e9c449440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a342e767e424404">
              <a:extLst>
                <a:ext uri="{96DAC541-7B7A-43D3-8B79-37D633B846F1}">
                  <asvg:svgBlip xmlns:asvg="http://schemas.microsoft.com/office/drawing/2016/SVG/main" r:embed="R22e123e175c6404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5e60a6f04d04d78">
              <a:extLst>
                <a:ext uri="{96DAC541-7B7A-43D3-8B79-37D633B846F1}">
                  <asvg:svgBlip xmlns:asvg="http://schemas.microsoft.com/office/drawing/2016/SVG/main" r:embed="R21281f5875af414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877b4b0dc414578">
              <a:extLst>
                <a:ext uri="{96DAC541-7B7A-43D3-8B79-37D633B846F1}">
                  <asvg:svgBlip xmlns:asvg="http://schemas.microsoft.com/office/drawing/2016/SVG/main" r:embed="R1524c0f5e4c146c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233F8C12-E16C-4242-BFEB-B6E559D6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BC895CE3-1C9E-4B5C-8802-4B2A24D9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3B20C8E7-CBA6-4328-A2ED-637AB8B2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BABB078C-91FA-4843-9F11-F1F05EC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E12C3C74-B1AA-4F30-97CB-8DFDA4E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c18db93d6924d1b">
              <a:extLst>
                <a:ext uri="{96DAC541-7B7A-43D3-8B79-37D633B846F1}">
                  <asvg:svgBlip xmlns:asvg="http://schemas.microsoft.com/office/drawing/2016/SVG/main" r:embed="R966c611f849a460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c18db93d6924d1b">
              <a:extLst>
                <a:ext uri="{96DAC541-7B7A-43D3-8B79-37D633B846F1}">
                  <asvg:svgBlip xmlns:asvg="http://schemas.microsoft.com/office/drawing/2016/SVG/main" r:embed="R966c611f849a460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c18db93d6924d1b">
              <a:extLst>
                <a:ext uri="{96DAC541-7B7A-43D3-8B79-37D633B846F1}">
                  <asvg:svgBlip xmlns:asvg="http://schemas.microsoft.com/office/drawing/2016/SVG/main" r:embed="R966c611f849a460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c18db93d6924d1b">
              <a:extLst>
                <a:ext uri="{96DAC541-7B7A-43D3-8B79-37D633B846F1}">
                  <asvg:svgBlip xmlns:asvg="http://schemas.microsoft.com/office/drawing/2016/SVG/main" r:embed="R966c611f849a460d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30EEA21-6BEF-4754-8BF3-5C28FF78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2a06a540c8445de">
              <a:extLst>
                <a:ext uri="{96DAC541-7B7A-43D3-8B79-37D633B846F1}">
                  <asvg:svgBlip xmlns:asvg="http://schemas.microsoft.com/office/drawing/2016/SVG/main" r:embed="R16eb44df44e245e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2a06a540c8445de">
              <a:extLst>
                <a:ext uri="{96DAC541-7B7A-43D3-8B79-37D633B846F1}">
                  <asvg:svgBlip xmlns:asvg="http://schemas.microsoft.com/office/drawing/2016/SVG/main" r:embed="R16eb44df44e245e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2a06a540c8445de">
              <a:extLst>
                <a:ext uri="{96DAC541-7B7A-43D3-8B79-37D633B846F1}">
                  <asvg:svgBlip xmlns:asvg="http://schemas.microsoft.com/office/drawing/2016/SVG/main" r:embed="R16eb44df44e245e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2a06a540c8445de">
              <a:extLst>
                <a:ext uri="{96DAC541-7B7A-43D3-8B79-37D633B846F1}">
                  <asvg:svgBlip xmlns:asvg="http://schemas.microsoft.com/office/drawing/2016/SVG/main" r:embed="R16eb44df44e245e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2a06a540c8445de">
              <a:extLst>
                <a:ext uri="{96DAC541-7B7A-43D3-8B79-37D633B846F1}">
                  <asvg:svgBlip xmlns:asvg="http://schemas.microsoft.com/office/drawing/2016/SVG/main" r:embed="R16eb44df44e245e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C157BD70-DBA6-4C1D-9D76-E829A0AF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F2D3029-0C17-443B-8B29-A99539A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8d05663414f4681">
              <a:extLst>
                <a:ext uri="{96DAC541-7B7A-43D3-8B79-37D633B846F1}">
                  <asvg:svgBlip xmlns:asvg="http://schemas.microsoft.com/office/drawing/2016/SVG/main" r:embed="R46466bd46ece46f7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8d05663414f4681">
              <a:extLst>
                <a:ext uri="{96DAC541-7B7A-43D3-8B79-37D633B846F1}">
                  <asvg:svgBlip xmlns:asvg="http://schemas.microsoft.com/office/drawing/2016/SVG/main" r:embed="R46466bd46ece46f7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CC21AC4-7E0E-4E77-9351-4FC6DAB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6ca445d06df4850">
              <a:extLst>
                <a:ext uri="{96DAC541-7B7A-43D3-8B79-37D633B846F1}">
                  <asvg:svgBlip xmlns:asvg="http://schemas.microsoft.com/office/drawing/2016/SVG/main" r:embed="R6a6a139160ec4b9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6ca445d06df4850">
              <a:extLst>
                <a:ext uri="{96DAC541-7B7A-43D3-8B79-37D633B846F1}">
                  <asvg:svgBlip xmlns:asvg="http://schemas.microsoft.com/office/drawing/2016/SVG/main" r:embed="R6a6a139160ec4b9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6ca445d06df4850">
              <a:extLst>
                <a:ext uri="{96DAC541-7B7A-43D3-8B79-37D633B846F1}">
                  <asvg:svgBlip xmlns:asvg="http://schemas.microsoft.com/office/drawing/2016/SVG/main" r:embed="R6a6a139160ec4b9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D47241D-0FC0-4201-A5F0-45B017D3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9098ACC7-2D71-4A3C-A487-92A7A15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9CD6BCF4-F9C5-4D86-AEEF-E4478593B8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24CD027A-F202-4AD4-97C1-37699D8C397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041513B7-214D-42BD-BCAA-BB9C0C1BA8A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08F9A6FD-3B97-4B7B-B697-D72E40E6A91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B84E8FB-CFA9-4F7E-9162-6E324ED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FC403118-47B1-47F6-8B20-9CA5F5A5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b83b6e67d5946d6">
              <a:extLst>
                <a:ext uri="{96DAC541-7B7A-43D3-8B79-37D633B846F1}">
                  <asvg:svgBlip xmlns:asvg="http://schemas.microsoft.com/office/drawing/2016/SVG/main" r:embed="R1e872dff96f949c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FF9A35B-78C3-4E35-A667-5EEBD466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6e579809ac34292">
              <a:extLst>
                <a:ext uri="{96DAC541-7B7A-43D3-8B79-37D633B846F1}">
                  <asvg:svgBlip xmlns:asvg="http://schemas.microsoft.com/office/drawing/2016/SVG/main" r:embed="Re2e1d23b3dd349b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2E826B0-52DA-43C1-94B1-C69B221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e0b72740c144b44">
              <a:extLst>
                <a:ext uri="{96DAC541-7B7A-43D3-8B79-37D633B846F1}">
                  <asvg:svgBlip xmlns:asvg="http://schemas.microsoft.com/office/drawing/2016/SVG/main" r:embed="Rbfe2273ea886433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D63976B-B3AF-4629-9D9A-46855803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a1e0e9a5ec14929">
              <a:extLst>
                <a:ext uri="{96DAC541-7B7A-43D3-8B79-37D633B846F1}">
                  <asvg:svgBlip xmlns:asvg="http://schemas.microsoft.com/office/drawing/2016/SVG/main" r:embed="R6108dd39bafa426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79E1573-5BBD-4AD6-BB22-2FB0EFD0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4e05f9542794e21">
              <a:extLst>
                <a:ext uri="{96DAC541-7B7A-43D3-8B79-37D633B846F1}">
                  <asvg:svgBlip xmlns:asvg="http://schemas.microsoft.com/office/drawing/2016/SVG/main" r:embed="Rdb5daa4222bf4b6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54551E3-2273-4DE3-BF52-524377C0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3b6a7163e1c41aa">
              <a:extLst>
                <a:ext uri="{96DAC541-7B7A-43D3-8B79-37D633B846F1}">
                  <asvg:svgBlip xmlns:asvg="http://schemas.microsoft.com/office/drawing/2016/SVG/main" r:embed="Rc1f2b8c9cf274e8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F1E17DC-B853-4A02-B2F8-645F964C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1e2c1338a7b4ffc">
              <a:extLst>
                <a:ext uri="{96DAC541-7B7A-43D3-8B79-37D633B846F1}">
                  <asvg:svgBlip xmlns:asvg="http://schemas.microsoft.com/office/drawing/2016/SVG/main" r:embed="R0fd7f0b6e7c14d2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99364CCB-A53B-49E3-92B6-A714CB1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22d941184604d2f">
              <a:extLst>
                <a:ext uri="{96DAC541-7B7A-43D3-8B79-37D633B846F1}">
                  <asvg:svgBlip xmlns:asvg="http://schemas.microsoft.com/office/drawing/2016/SVG/main" r:embed="R40ce393853c1437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0CEB744-F22C-45FE-B645-3594CA07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82981870b654df1">
              <a:extLst>
                <a:ext uri="{96DAC541-7B7A-43D3-8B79-37D633B846F1}">
                  <asvg:svgBlip xmlns:asvg="http://schemas.microsoft.com/office/drawing/2016/SVG/main" r:embed="Rc25e0e9d32ec4dc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2F464168-9242-4C9D-B6C7-84F2C6B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958d316d3e8415a">
              <a:extLst>
                <a:ext uri="{96DAC541-7B7A-43D3-8B79-37D633B846F1}">
                  <asvg:svgBlip xmlns:asvg="http://schemas.microsoft.com/office/drawing/2016/SVG/main" r:embed="R3e8e64c320cf428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3c3ebe13ddc418d">
              <a:extLst>
                <a:ext uri="{96DAC541-7B7A-43D3-8B79-37D633B846F1}">
                  <asvg:svgBlip xmlns:asvg="http://schemas.microsoft.com/office/drawing/2016/SVG/main" r:embed="R5b118056512a4c2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16F0DB1-099B-41C8-B7B7-51CB860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7D359E3-E77E-4E4E-BF1B-5131F29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2D1BEC3-26FD-4DB2-A7F5-75B21CB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7CCF4AD-FA61-456A-96C8-33E9A29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80213E6-8CA1-4A00-A6C9-89888BD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1B02607-637F-4837-B3B7-4152848A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84A703B-BEE4-48C1-AD65-AE25E2CE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6EE5E6C-26C6-43D4-8FEE-64277AB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BD672A4-CC4D-455F-BE56-8107C4AD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A19A013-5C87-43ED-8B16-A803F02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A7022A10-1F48-4330-9BD9-BD6C6252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c03400364bcf">
            <a:extLst>
              <a:ext uri="{96DAC541-7B7A-43D3-8B79-37D633B846F1}">
                <asvg:svgBlip xmlns:asvg="http://schemas.microsoft.com/office/drawing/2016/SVG/main" r:embed="Rcc6285cebeba44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00E892-54A5-4F81-8F14-FCE41A8E993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42ece77b04fa4">
            <a:extLst>
              <a:ext uri="{96DAC541-7B7A-43D3-8B79-37D633B846F1}">
                <asvg:svgBlip xmlns:asvg="http://schemas.microsoft.com/office/drawing/2016/SVG/main" r:embed="R52c9e295ac8841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8E208D2A-8D13-4070-BB43-590F011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f266bed39904236">
              <a:extLst>
                <a:ext uri="{96DAC541-7B7A-43D3-8B79-37D633B846F1}">
                  <asvg:svgBlip xmlns:asvg="http://schemas.microsoft.com/office/drawing/2016/SVG/main" r:embed="R97a5b5875be54c4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052F83F7-E8BE-4518-BD87-A134025C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1b9f4cd74eb4533">
              <a:extLst>
                <a:ext uri="{96DAC541-7B7A-43D3-8B79-37D633B846F1}">
                  <asvg:svgBlip xmlns:asvg="http://schemas.microsoft.com/office/drawing/2016/SVG/main" r:embed="R0d565b1c0ad3422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67ab0b9fd744a4e">
              <a:extLst>
                <a:ext uri="{96DAC541-7B7A-43D3-8B79-37D633B846F1}">
                  <asvg:svgBlip xmlns:asvg="http://schemas.microsoft.com/office/drawing/2016/SVG/main" r:embed="Rbdabcca636e14ce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da3aa8f4a6b467c">
              <a:extLst>
                <a:ext uri="{96DAC541-7B7A-43D3-8B79-37D633B846F1}">
                  <asvg:svgBlip xmlns:asvg="http://schemas.microsoft.com/office/drawing/2016/SVG/main" r:embed="Rf9df5d9cf77149d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17dba2f288e4cf4">
              <a:extLst>
                <a:ext uri="{96DAC541-7B7A-43D3-8B79-37D633B846F1}">
                  <asvg:svgBlip xmlns:asvg="http://schemas.microsoft.com/office/drawing/2016/SVG/main" r:embed="R97dded06eb6b469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9CE421A5-B3F5-42A3-86C7-88566F6D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C08718F2-43E0-4AC6-BCE4-1CAE651A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61C3BAB-90F5-44FC-A455-CCAE3E08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43F3806C-ABB2-4D48-A5FC-9CA5CE5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249728AE-2C19-4DC2-8CF2-C5F27A99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e942a6e597149d8">
              <a:extLst>
                <a:ext uri="{96DAC541-7B7A-43D3-8B79-37D633B846F1}">
                  <asvg:svgBlip xmlns:asvg="http://schemas.microsoft.com/office/drawing/2016/SVG/main" r:embed="R3f81ebee342b40d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e942a6e597149d8">
              <a:extLst>
                <a:ext uri="{96DAC541-7B7A-43D3-8B79-37D633B846F1}">
                  <asvg:svgBlip xmlns:asvg="http://schemas.microsoft.com/office/drawing/2016/SVG/main" r:embed="R3f81ebee342b40d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e942a6e597149d8">
              <a:extLst>
                <a:ext uri="{96DAC541-7B7A-43D3-8B79-37D633B846F1}">
                  <asvg:svgBlip xmlns:asvg="http://schemas.microsoft.com/office/drawing/2016/SVG/main" r:embed="R3f81ebee342b40d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e942a6e597149d8">
              <a:extLst>
                <a:ext uri="{96DAC541-7B7A-43D3-8B79-37D633B846F1}">
                  <asvg:svgBlip xmlns:asvg="http://schemas.microsoft.com/office/drawing/2016/SVG/main" r:embed="R3f81ebee342b40d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35F0166B-13B1-4942-9EA7-E5813B20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b42d699a08a4674">
              <a:extLst>
                <a:ext uri="{96DAC541-7B7A-43D3-8B79-37D633B846F1}">
                  <asvg:svgBlip xmlns:asvg="http://schemas.microsoft.com/office/drawing/2016/SVG/main" r:embed="R499b0c6c7eef4fe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b42d699a08a4674">
              <a:extLst>
                <a:ext uri="{96DAC541-7B7A-43D3-8B79-37D633B846F1}">
                  <asvg:svgBlip xmlns:asvg="http://schemas.microsoft.com/office/drawing/2016/SVG/main" r:embed="R499b0c6c7eef4fe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b42d699a08a4674">
              <a:extLst>
                <a:ext uri="{96DAC541-7B7A-43D3-8B79-37D633B846F1}">
                  <asvg:svgBlip xmlns:asvg="http://schemas.microsoft.com/office/drawing/2016/SVG/main" r:embed="R499b0c6c7eef4fe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b42d699a08a4674">
              <a:extLst>
                <a:ext uri="{96DAC541-7B7A-43D3-8B79-37D633B846F1}">
                  <asvg:svgBlip xmlns:asvg="http://schemas.microsoft.com/office/drawing/2016/SVG/main" r:embed="R499b0c6c7eef4fe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b42d699a08a4674">
              <a:extLst>
                <a:ext uri="{96DAC541-7B7A-43D3-8B79-37D633B846F1}">
                  <asvg:svgBlip xmlns:asvg="http://schemas.microsoft.com/office/drawing/2016/SVG/main" r:embed="R499b0c6c7eef4fe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1A52739-E18E-49CE-9050-3FB9DD8E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0F5D646-9390-438B-9CD1-FDC3997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bc883ed79da4506">
              <a:extLst>
                <a:ext uri="{96DAC541-7B7A-43D3-8B79-37D633B846F1}">
                  <asvg:svgBlip xmlns:asvg="http://schemas.microsoft.com/office/drawing/2016/SVG/main" r:embed="Rde402ef254914629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bc883ed79da4506">
              <a:extLst>
                <a:ext uri="{96DAC541-7B7A-43D3-8B79-37D633B846F1}">
                  <asvg:svgBlip xmlns:asvg="http://schemas.microsoft.com/office/drawing/2016/SVG/main" r:embed="Rde402ef254914629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5A0921F-4149-4FDA-96D8-6DD727D3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5b838c22eed43b8">
              <a:extLst>
                <a:ext uri="{96DAC541-7B7A-43D3-8B79-37D633B846F1}">
                  <asvg:svgBlip xmlns:asvg="http://schemas.microsoft.com/office/drawing/2016/SVG/main" r:embed="R0d92f8b92b614043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5b838c22eed43b8">
              <a:extLst>
                <a:ext uri="{96DAC541-7B7A-43D3-8B79-37D633B846F1}">
                  <asvg:svgBlip xmlns:asvg="http://schemas.microsoft.com/office/drawing/2016/SVG/main" r:embed="R0d92f8b92b614043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5b838c22eed43b8">
              <a:extLst>
                <a:ext uri="{96DAC541-7B7A-43D3-8B79-37D633B846F1}">
                  <asvg:svgBlip xmlns:asvg="http://schemas.microsoft.com/office/drawing/2016/SVG/main" r:embed="R0d92f8b92b614043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9CE79E52-519C-4F3A-B34F-C085947D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925E36D-902B-45B0-9496-0B23570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68CE197-3410-4736-87C1-0E3CE69859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4C3FF60-3755-42CB-A976-41A778E94E1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BA2A6D2B-19D2-4DCD-AB16-C5225512AC2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483C1B85-291F-4339-B3B8-E9C6075DC20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BE44328-1683-4611-BD84-6338234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E984BEFA-7917-448F-9E27-C5B688E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ed17a0901eb46d6">
              <a:extLst>
                <a:ext uri="{96DAC541-7B7A-43D3-8B79-37D633B846F1}">
                  <asvg:svgBlip xmlns:asvg="http://schemas.microsoft.com/office/drawing/2016/SVG/main" r:embed="Rd00f1e465a36473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664BCC82-EBB0-41E7-AED7-C2D393FA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6d5dd9c11744ae4">
              <a:extLst>
                <a:ext uri="{96DAC541-7B7A-43D3-8B79-37D633B846F1}">
                  <asvg:svgBlip xmlns:asvg="http://schemas.microsoft.com/office/drawing/2016/SVG/main" r:embed="R2468ca656d88448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712278A-A71A-4947-99DE-ED2F251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c2bd91155ac4f92">
              <a:extLst>
                <a:ext uri="{96DAC541-7B7A-43D3-8B79-37D633B846F1}">
                  <asvg:svgBlip xmlns:asvg="http://schemas.microsoft.com/office/drawing/2016/SVG/main" r:embed="R5dd47a9156fd4ea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7E2CB9F-3CBB-406F-85C1-849840B4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6647ea6b72a4abb">
              <a:extLst>
                <a:ext uri="{96DAC541-7B7A-43D3-8B79-37D633B846F1}">
                  <asvg:svgBlip xmlns:asvg="http://schemas.microsoft.com/office/drawing/2016/SVG/main" r:embed="R79992da69777484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9C6F905-EF3E-4B28-94F1-7AEF315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aa71ebed7a7474e">
              <a:extLst>
                <a:ext uri="{96DAC541-7B7A-43D3-8B79-37D633B846F1}">
                  <asvg:svgBlip xmlns:asvg="http://schemas.microsoft.com/office/drawing/2016/SVG/main" r:embed="Rbebd2b91910c4f8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0B16833-C0AE-477B-9FEB-929EEEC5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d7ccbf5400a49d3">
              <a:extLst>
                <a:ext uri="{96DAC541-7B7A-43D3-8B79-37D633B846F1}">
                  <asvg:svgBlip xmlns:asvg="http://schemas.microsoft.com/office/drawing/2016/SVG/main" r:embed="R9d0e27c68923489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BAF79F2-0234-4C00-802D-B65C8C12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1a54dde5efe4064">
              <a:extLst>
                <a:ext uri="{96DAC541-7B7A-43D3-8B79-37D633B846F1}">
                  <asvg:svgBlip xmlns:asvg="http://schemas.microsoft.com/office/drawing/2016/SVG/main" r:embed="R33e38aa03be245e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874331A5-F8AF-4E8B-81B4-DF443C1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1b3a2ee44a643ec">
              <a:extLst>
                <a:ext uri="{96DAC541-7B7A-43D3-8B79-37D633B846F1}">
                  <asvg:svgBlip xmlns:asvg="http://schemas.microsoft.com/office/drawing/2016/SVG/main" r:embed="R627af921d7214fb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0F01565-456B-4FAA-A3CB-15C5D02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a1b8ccac3b848c5">
              <a:extLst>
                <a:ext uri="{96DAC541-7B7A-43D3-8B79-37D633B846F1}">
                  <asvg:svgBlip xmlns:asvg="http://schemas.microsoft.com/office/drawing/2016/SVG/main" r:embed="Rd2eb6c6cac3c4e6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050CBB2-A3F4-4A7C-9319-5255DB0B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7ae862772564648">
              <a:extLst>
                <a:ext uri="{96DAC541-7B7A-43D3-8B79-37D633B846F1}">
                  <asvg:svgBlip xmlns:asvg="http://schemas.microsoft.com/office/drawing/2016/SVG/main" r:embed="R05aa082a9ba6495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367e912cd744cad">
              <a:extLst>
                <a:ext uri="{96DAC541-7B7A-43D3-8B79-37D633B846F1}">
                  <asvg:svgBlip xmlns:asvg="http://schemas.microsoft.com/office/drawing/2016/SVG/main" r:embed="R7ceabd43c97a42b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4E3E76B-A1CE-4FF3-AB96-9B85F9C8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E76A03D-5110-4EC5-BBE2-F3836E4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CE927CE6-011D-432E-B215-FFE603C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9C93D23-23F0-4067-8259-AD8C002F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2C9915C-7A0E-4469-9591-35A60D2F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C10DF7E-E4E2-486E-B482-C54A7306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421FB87-0E14-416A-B5D2-41E753F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C6D3D765-8D6A-48E2-A41E-F1C9C82D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89D456BB-F47B-4EC2-9433-334A02B1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7677447-14FA-4A3A-B20B-AE938297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5A4B00AC-CCD4-4F36-A7E5-C6E95BB1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45ea6146a48fc">
            <a:extLst>
              <a:ext uri="{96DAC541-7B7A-43D3-8B79-37D633B846F1}">
                <asvg:svgBlip xmlns:asvg="http://schemas.microsoft.com/office/drawing/2016/SVG/main" r:embed="Rf3738a0044d94d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2c423ae29ba45e1" /><Relationship Type="http://schemas.openxmlformats.org/officeDocument/2006/relationships/image" Target="/ppt/media/image.svg" Id="R3c3529ba84354902" /><Relationship Type="http://schemas.openxmlformats.org/officeDocument/2006/relationships/theme" Target="/ppt/slideMasters/theme/theme2.xml" Id="R3d3b3057a1814119" /><Relationship Type="http://schemas.openxmlformats.org/officeDocument/2006/relationships/slideLayout" Target="/ppt/slideLayouts/slideLayout1.xml" Id="R5f8b17983e784c17" /><Relationship Type="http://schemas.openxmlformats.org/officeDocument/2006/relationships/slideLayout" Target="/ppt/slideLayouts/slideLayout2.xml" Id="Raed6d8b56b8b4f3d" /><Relationship Type="http://schemas.openxmlformats.org/officeDocument/2006/relationships/slideLayout" Target="/ppt/slideLayouts/slideLayout3.xml" Id="R1956178bd81a48fc" /><Relationship Type="http://schemas.openxmlformats.org/officeDocument/2006/relationships/slideLayout" Target="/ppt/slideLayouts/slideLayout4.xml" Id="R74ad0be87f804d2b" /><Relationship Type="http://schemas.openxmlformats.org/officeDocument/2006/relationships/slideLayout" Target="/ppt/slideLayouts/slideLayout5.xml" Id="Rf57e06bfed724b14" /><Relationship Type="http://schemas.openxmlformats.org/officeDocument/2006/relationships/slideLayout" Target="/ppt/slideLayouts/slideLayout6.xml" Id="R86a06ff8602548f3" /><Relationship Type="http://schemas.openxmlformats.org/officeDocument/2006/relationships/slideLayout" Target="/ppt/slideLayouts/slideLayout7.xml" Id="R0163313fe8674e7c" /><Relationship Type="http://schemas.openxmlformats.org/officeDocument/2006/relationships/slideLayout" Target="/ppt/slideLayouts/slideLayout8.xml" Id="Re53672d7556c4225" /><Relationship Type="http://schemas.openxmlformats.org/officeDocument/2006/relationships/slideLayout" Target="/ppt/slideLayouts/slideLayout9.xml" Id="R3546bfa62b5945d8" /><Relationship Type="http://schemas.openxmlformats.org/officeDocument/2006/relationships/slideLayout" Target="/ppt/slideLayouts/slideLayout10.xml" Id="Rd7419b4878474cd1" /><Relationship Type="http://schemas.openxmlformats.org/officeDocument/2006/relationships/slideLayout" Target="/ppt/slideLayouts/slideLayout11.xml" Id="R0fdc61479ac44ce3" /><Relationship Type="http://schemas.openxmlformats.org/officeDocument/2006/relationships/slideLayout" Target="/ppt/slideLayouts/slideLayout12.xml" Id="R0d2c5ae35a824fba" /><Relationship Type="http://schemas.openxmlformats.org/officeDocument/2006/relationships/slideLayout" Target="/ppt/slideLayouts/slideLayout13.xml" Id="R9c4d2166b15b49b4" /><Relationship Type="http://schemas.openxmlformats.org/officeDocument/2006/relationships/slideLayout" Target="/ppt/slideLayouts/slideLayout14.xml" Id="Rc7f32ecde2654807" /><Relationship Type="http://schemas.openxmlformats.org/officeDocument/2006/relationships/slideLayout" Target="/ppt/slideLayouts/slideLayout15.xml" Id="R9d8bd6260cc341d6" /><Relationship Type="http://schemas.openxmlformats.org/officeDocument/2006/relationships/slideLayout" Target="/ppt/slideLayouts/slideLayout16.xml" Id="R75045aa27dc0464f" /><Relationship Type="http://schemas.openxmlformats.org/officeDocument/2006/relationships/slideLayout" Target="/ppt/slideLayouts/slideLayout17.xml" Id="Re582a924abd6481d" /><Relationship Type="http://schemas.openxmlformats.org/officeDocument/2006/relationships/slideLayout" Target="/ppt/slideLayouts/slideLayout18.xml" Id="R79953449d3f14f50" /><Relationship Type="http://schemas.openxmlformats.org/officeDocument/2006/relationships/slideLayout" Target="/ppt/slideLayouts/slideLayout19.xml" Id="R645a472b2afd4230" /><Relationship Type="http://schemas.openxmlformats.org/officeDocument/2006/relationships/slideLayout" Target="/ppt/slideLayouts/slideLayout20.xml" Id="R8a91f4d444cb4363" /><Relationship Type="http://schemas.openxmlformats.org/officeDocument/2006/relationships/slideLayout" Target="/ppt/slideLayouts/slideLayout21.xml" Id="Re6f9960580f44a6a" /><Relationship Type="http://schemas.openxmlformats.org/officeDocument/2006/relationships/slideLayout" Target="/ppt/slideLayouts/slideLayout22.xml" Id="R434f465808864594" /><Relationship Type="http://schemas.openxmlformats.org/officeDocument/2006/relationships/slideLayout" Target="/ppt/slideLayouts/slideLayout23.xml" Id="R0a0e83bd368141f6" /><Relationship Type="http://schemas.openxmlformats.org/officeDocument/2006/relationships/slideLayout" Target="/ppt/slideLayouts/slideLayout24.xml" Id="R64429a7c92ef4681" /><Relationship Type="http://schemas.openxmlformats.org/officeDocument/2006/relationships/slideLayout" Target="/ppt/slideLayouts/slideLayout25.xml" Id="Racf93956506d44e2" /><Relationship Type="http://schemas.openxmlformats.org/officeDocument/2006/relationships/slideLayout" Target="/ppt/slideLayouts/slideLayout26.xml" Id="R1bf9cfae30a04f00" /><Relationship Type="http://schemas.openxmlformats.org/officeDocument/2006/relationships/slideLayout" Target="/ppt/slideLayouts/slideLayout27.xml" Id="R28a761697745466c" /><Relationship Type="http://schemas.openxmlformats.org/officeDocument/2006/relationships/slideLayout" Target="/ppt/slideLayouts/slideLayout28.xml" Id="Rb2c6779cb7cb4db9" /><Relationship Type="http://schemas.openxmlformats.org/officeDocument/2006/relationships/slideLayout" Target="/ppt/slideLayouts/slideLayout29.xml" Id="R2b27441c1a044c95" /><Relationship Type="http://schemas.openxmlformats.org/officeDocument/2006/relationships/slideLayout" Target="/ppt/slideLayouts/slideLayout30.xml" Id="R8647eacafcb9418b" /><Relationship Type="http://schemas.openxmlformats.org/officeDocument/2006/relationships/slideLayout" Target="/ppt/slideLayouts/slideLayout31.xml" Id="R454b087652464e88" /><Relationship Type="http://schemas.openxmlformats.org/officeDocument/2006/relationships/slideLayout" Target="/ppt/slideLayouts/slideLayout32.xml" Id="R2a15db28c1d14361" /><Relationship Type="http://schemas.openxmlformats.org/officeDocument/2006/relationships/slideLayout" Target="/ppt/slideLayouts/slideLayout33.xml" Id="R6fa3ff4778fa4bf3" /><Relationship Type="http://schemas.openxmlformats.org/officeDocument/2006/relationships/slideLayout" Target="/ppt/slideLayouts/slideLayout34.xml" Id="R0ad424344e494a97" /><Relationship Type="http://schemas.openxmlformats.org/officeDocument/2006/relationships/slideLayout" Target="/ppt/slideLayouts/slideLayout35.xml" Id="Ra4745dedf3474f0f" /><Relationship Type="http://schemas.openxmlformats.org/officeDocument/2006/relationships/slideLayout" Target="/ppt/slideLayouts/slideLayout36.xml" Id="Radd2c160f5dc44cf" /><Relationship Type="http://schemas.openxmlformats.org/officeDocument/2006/relationships/slideLayout" Target="/ppt/slideLayouts/slideLayout37.xml" Id="R688d60a63cae4bdd" /><Relationship Type="http://schemas.openxmlformats.org/officeDocument/2006/relationships/slideLayout" Target="/ppt/slideLayouts/slideLayout38.xml" Id="Rbced0a61503a42ba" /><Relationship Type="http://schemas.openxmlformats.org/officeDocument/2006/relationships/slideLayout" Target="/ppt/slideLayouts/slideLayout39.xml" Id="R6d5ebc6b2ed1471d" /><Relationship Type="http://schemas.openxmlformats.org/officeDocument/2006/relationships/slideLayout" Target="/ppt/slideLayouts/slideLayout40.xml" Id="Rcfb47c08771a48c6" /><Relationship Type="http://schemas.openxmlformats.org/officeDocument/2006/relationships/slideLayout" Target="/ppt/slideLayouts/slideLayout41.xml" Id="R18c269e9c481410c" /><Relationship Type="http://schemas.openxmlformats.org/officeDocument/2006/relationships/slideLayout" Target="/ppt/slideLayouts/slideLayout42.xml" Id="R0595cb2d5ea149f5" /><Relationship Type="http://schemas.openxmlformats.org/officeDocument/2006/relationships/slideLayout" Target="/ppt/slideLayouts/slideLayout43.xml" Id="Rf8780c54fd4c4df7" /><Relationship Type="http://schemas.openxmlformats.org/officeDocument/2006/relationships/slideLayout" Target="/ppt/slideLayouts/slideLayout44.xml" Id="Rf82900344c59492e" /><Relationship Type="http://schemas.openxmlformats.org/officeDocument/2006/relationships/slideLayout" Target="/ppt/slideLayouts/slideLayout45.xml" Id="R1be696c129d44fe5" /><Relationship Type="http://schemas.openxmlformats.org/officeDocument/2006/relationships/slideLayout" Target="/ppt/slideLayouts/slideLayout46.xml" Id="R6ed1fecd609449e5" /><Relationship Type="http://schemas.openxmlformats.org/officeDocument/2006/relationships/slideLayout" Target="/ppt/slideLayouts/slideLayout47.xml" Id="R5c160c8f842c4f30" /><Relationship Type="http://schemas.openxmlformats.org/officeDocument/2006/relationships/slideLayout" Target="/ppt/slideLayouts/slideLayout48.xml" Id="R3ed98ce64a504396" /><Relationship Type="http://schemas.openxmlformats.org/officeDocument/2006/relationships/slideLayout" Target="/ppt/slideLayouts/slideLayout49.xml" Id="Re4c2b01c96fb4ac6" /><Relationship Type="http://schemas.openxmlformats.org/officeDocument/2006/relationships/slideLayout" Target="/ppt/slideLayouts/slideLayout50.xml" Id="R75161dac6d4f4172" /><Relationship Type="http://schemas.openxmlformats.org/officeDocument/2006/relationships/slideLayout" Target="/ppt/slideLayouts/slideLayout51.xml" Id="Rf62d4f5d6e7c483e" /><Relationship Type="http://schemas.openxmlformats.org/officeDocument/2006/relationships/slideLayout" Target="/ppt/slideLayouts/slideLayout52.xml" Id="R6e829c18bb7848f0" /><Relationship Type="http://schemas.openxmlformats.org/officeDocument/2006/relationships/slideLayout" Target="/ppt/slideLayouts/slideLayout53.xml" Id="R64e476adb7374fb0" /><Relationship Type="http://schemas.openxmlformats.org/officeDocument/2006/relationships/slideLayout" Target="/ppt/slideLayouts/slideLayout54.xml" Id="Rd0b06e38ae0a4a1c" /><Relationship Type="http://schemas.openxmlformats.org/officeDocument/2006/relationships/slideLayout" Target="/ppt/slideLayouts/slideLayout55.xml" Id="R3191c4c3c02149c6" /><Relationship Type="http://schemas.openxmlformats.org/officeDocument/2006/relationships/slideLayout" Target="/ppt/slideLayouts/slideLayout56.xml" Id="R70f8070753f64880" /><Relationship Type="http://schemas.openxmlformats.org/officeDocument/2006/relationships/slideLayout" Target="/ppt/slideLayouts/slideLayout57.xml" Id="R8039e8eb0f33473a" /><Relationship Type="http://schemas.openxmlformats.org/officeDocument/2006/relationships/slideLayout" Target="/ppt/slideLayouts/slideLayout58.xml" Id="R7b82e57b277e4636" /><Relationship Type="http://schemas.openxmlformats.org/officeDocument/2006/relationships/slideLayout" Target="/ppt/slideLayouts/slideLayout59.xml" Id="R19deee082a7a4778" /><Relationship Type="http://schemas.openxmlformats.org/officeDocument/2006/relationships/slideLayout" Target="/ppt/slideLayouts/slideLayout60.xml" Id="Rbbc4e92ce89c4487" /><Relationship Type="http://schemas.openxmlformats.org/officeDocument/2006/relationships/slideLayout" Target="/ppt/slideLayouts/slideLayout61.xml" Id="R1bd99ce3aa8f4a9d" /><Relationship Type="http://schemas.openxmlformats.org/officeDocument/2006/relationships/slideLayout" Target="/ppt/slideLayouts/slideLayout62.xml" Id="R7e525d42416943e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9d9ccc0e3794b1e" /><Relationship Type="http://schemas.openxmlformats.org/officeDocument/2006/relationships/image" Target="/ppt/media/image.svg" Id="R0e4200fcd0e84963" /><Relationship Type="http://schemas.openxmlformats.org/officeDocument/2006/relationships/theme" Target="/ppt/slideMasters/theme/theme3.xml" Id="R299c422299ef4375" /><Relationship Type="http://schemas.openxmlformats.org/officeDocument/2006/relationships/slideLayout" Target="/ppt/slideLayouts/slideLayout63.xml" Id="Rcf82b145c78b4c7a" /><Relationship Type="http://schemas.openxmlformats.org/officeDocument/2006/relationships/slideLayout" Target="/ppt/slideLayouts/slideLayout64.xml" Id="Rbcc41fdd7d094beb" /><Relationship Type="http://schemas.openxmlformats.org/officeDocument/2006/relationships/slideLayout" Target="/ppt/slideLayouts/slideLayout65.xml" Id="R1d3da5af87004d6d" /><Relationship Type="http://schemas.openxmlformats.org/officeDocument/2006/relationships/slideLayout" Target="/ppt/slideLayouts/slideLayout66.xml" Id="R027ac43d9bde4e53" /><Relationship Type="http://schemas.openxmlformats.org/officeDocument/2006/relationships/slideLayout" Target="/ppt/slideLayouts/slideLayout67.xml" Id="Rc193cb0cb19d4ca7" /><Relationship Type="http://schemas.openxmlformats.org/officeDocument/2006/relationships/slideLayout" Target="/ppt/slideLayouts/slideLayout68.xml" Id="R991e2f1b1b8c4345" /><Relationship Type="http://schemas.openxmlformats.org/officeDocument/2006/relationships/slideLayout" Target="/ppt/slideLayouts/slideLayout69.xml" Id="R5db0a3e8563b4105" /><Relationship Type="http://schemas.openxmlformats.org/officeDocument/2006/relationships/slideLayout" Target="/ppt/slideLayouts/slideLayout70.xml" Id="R20c1815ffaf04d64" /><Relationship Type="http://schemas.openxmlformats.org/officeDocument/2006/relationships/slideLayout" Target="/ppt/slideLayouts/slideLayout71.xml" Id="Re8697c376f77447f" /><Relationship Type="http://schemas.openxmlformats.org/officeDocument/2006/relationships/slideLayout" Target="/ppt/slideLayouts/slideLayout72.xml" Id="R2fbd08c7e7d54cb1" /><Relationship Type="http://schemas.openxmlformats.org/officeDocument/2006/relationships/slideLayout" Target="/ppt/slideLayouts/slideLayout73.xml" Id="R6c60c40b16004ebe" /><Relationship Type="http://schemas.openxmlformats.org/officeDocument/2006/relationships/slideLayout" Target="/ppt/slideLayouts/slideLayout74.xml" Id="R5cb351f287544863" /><Relationship Type="http://schemas.openxmlformats.org/officeDocument/2006/relationships/slideLayout" Target="/ppt/slideLayouts/slideLayout75.xml" Id="Rc7d89c9a56a44036" /><Relationship Type="http://schemas.openxmlformats.org/officeDocument/2006/relationships/slideLayout" Target="/ppt/slideLayouts/slideLayout76.xml" Id="R3e79d12816b24f76" /><Relationship Type="http://schemas.openxmlformats.org/officeDocument/2006/relationships/slideLayout" Target="/ppt/slideLayouts/slideLayout77.xml" Id="R7cb5b46fc1354950" /><Relationship Type="http://schemas.openxmlformats.org/officeDocument/2006/relationships/slideLayout" Target="/ppt/slideLayouts/slideLayout78.xml" Id="R0432c12454a148dd" /><Relationship Type="http://schemas.openxmlformats.org/officeDocument/2006/relationships/slideLayout" Target="/ppt/slideLayouts/slideLayout79.xml" Id="R897dd9330b1b49b4" /><Relationship Type="http://schemas.openxmlformats.org/officeDocument/2006/relationships/slideLayout" Target="/ppt/slideLayouts/slideLayout80.xml" Id="R66d9f5fbf86a424d" /><Relationship Type="http://schemas.openxmlformats.org/officeDocument/2006/relationships/slideLayout" Target="/ppt/slideLayouts/slideLayout81.xml" Id="Rb8f80ed0ed9d41db" /><Relationship Type="http://schemas.openxmlformats.org/officeDocument/2006/relationships/slideLayout" Target="/ppt/slideLayouts/slideLayout82.xml" Id="R7c1adab8f9384aaa" /><Relationship Type="http://schemas.openxmlformats.org/officeDocument/2006/relationships/slideLayout" Target="/ppt/slideLayouts/slideLayout83.xml" Id="R5603e81057514ab5" /><Relationship Type="http://schemas.openxmlformats.org/officeDocument/2006/relationships/slideLayout" Target="/ppt/slideLayouts/slideLayout84.xml" Id="R261b4c6492604e21" /><Relationship Type="http://schemas.openxmlformats.org/officeDocument/2006/relationships/slideLayout" Target="/ppt/slideLayouts/slideLayout85.xml" Id="Rd76cdcb7cff144e8" /><Relationship Type="http://schemas.openxmlformats.org/officeDocument/2006/relationships/slideLayout" Target="/ppt/slideLayouts/slideLayout86.xml" Id="Rf8bf16fb362a4d94" /><Relationship Type="http://schemas.openxmlformats.org/officeDocument/2006/relationships/slideLayout" Target="/ppt/slideLayouts/slideLayout87.xml" Id="R9b91ae02c87149fd" /><Relationship Type="http://schemas.openxmlformats.org/officeDocument/2006/relationships/slideLayout" Target="/ppt/slideLayouts/slideLayout88.xml" Id="R6eb1632b614b437c" /><Relationship Type="http://schemas.openxmlformats.org/officeDocument/2006/relationships/slideLayout" Target="/ppt/slideLayouts/slideLayout89.xml" Id="R460437c8a27348f2" /><Relationship Type="http://schemas.openxmlformats.org/officeDocument/2006/relationships/slideLayout" Target="/ppt/slideLayouts/slideLayout90.xml" Id="R6d7ac683a7ad4590" /><Relationship Type="http://schemas.openxmlformats.org/officeDocument/2006/relationships/slideLayout" Target="/ppt/slideLayouts/slideLayout91.xml" Id="Rfffd3d2bfa204611" /><Relationship Type="http://schemas.openxmlformats.org/officeDocument/2006/relationships/slideLayout" Target="/ppt/slideLayouts/slideLayout92.xml" Id="R60ba9fdb1ed04524" /><Relationship Type="http://schemas.openxmlformats.org/officeDocument/2006/relationships/slideLayout" Target="/ppt/slideLayouts/slideLayout93.xml" Id="R6a11fb7465454821" /><Relationship Type="http://schemas.openxmlformats.org/officeDocument/2006/relationships/slideLayout" Target="/ppt/slideLayouts/slideLayout94.xml" Id="R586cec19a537405a" /><Relationship Type="http://schemas.openxmlformats.org/officeDocument/2006/relationships/slideLayout" Target="/ppt/slideLayouts/slideLayout95.xml" Id="R813eece22b964846" /><Relationship Type="http://schemas.openxmlformats.org/officeDocument/2006/relationships/slideLayout" Target="/ppt/slideLayouts/slideLayout96.xml" Id="R5841020b482b466a" /><Relationship Type="http://schemas.openxmlformats.org/officeDocument/2006/relationships/slideLayout" Target="/ppt/slideLayouts/slideLayout97.xml" Id="Rd3f5c798ec9a4583" /><Relationship Type="http://schemas.openxmlformats.org/officeDocument/2006/relationships/slideLayout" Target="/ppt/slideLayouts/slideLayout98.xml" Id="R0bd6b5e1965a452b" /><Relationship Type="http://schemas.openxmlformats.org/officeDocument/2006/relationships/slideLayout" Target="/ppt/slideLayouts/slideLayout99.xml" Id="R31ec3accbda04449" /><Relationship Type="http://schemas.openxmlformats.org/officeDocument/2006/relationships/slideLayout" Target="/ppt/slideLayouts/slideLayout100.xml" Id="R3cb2efadb79447c3" /><Relationship Type="http://schemas.openxmlformats.org/officeDocument/2006/relationships/slideLayout" Target="/ppt/slideLayouts/slideLayout101.xml" Id="R59fc33c6be63486c" /><Relationship Type="http://schemas.openxmlformats.org/officeDocument/2006/relationships/slideLayout" Target="/ppt/slideLayouts/slideLayout102.xml" Id="R702be78aef2848a2" /><Relationship Type="http://schemas.openxmlformats.org/officeDocument/2006/relationships/slideLayout" Target="/ppt/slideLayouts/slideLayout103.xml" Id="R6ab5777eed2a446c" /><Relationship Type="http://schemas.openxmlformats.org/officeDocument/2006/relationships/slideLayout" Target="/ppt/slideLayouts/slideLayout104.xml" Id="Rac25c8add0d04c78" /><Relationship Type="http://schemas.openxmlformats.org/officeDocument/2006/relationships/slideLayout" Target="/ppt/slideLayouts/slideLayout105.xml" Id="R2caf6d581dbd42e4" /><Relationship Type="http://schemas.openxmlformats.org/officeDocument/2006/relationships/slideLayout" Target="/ppt/slideLayouts/slideLayout106.xml" Id="Rb0f48ce15d4f4f8f" /><Relationship Type="http://schemas.openxmlformats.org/officeDocument/2006/relationships/slideLayout" Target="/ppt/slideLayouts/slideLayout107.xml" Id="R2f65183ab48f4169" /><Relationship Type="http://schemas.openxmlformats.org/officeDocument/2006/relationships/slideLayout" Target="/ppt/slideLayouts/slideLayout108.xml" Id="R9aaec5f4dac145f6" /><Relationship Type="http://schemas.openxmlformats.org/officeDocument/2006/relationships/slideLayout" Target="/ppt/slideLayouts/slideLayout109.xml" Id="Rf0af966288cc49ed" /><Relationship Type="http://schemas.openxmlformats.org/officeDocument/2006/relationships/slideLayout" Target="/ppt/slideLayouts/slideLayout110.xml" Id="Rce0042a524d04093" /><Relationship Type="http://schemas.openxmlformats.org/officeDocument/2006/relationships/slideLayout" Target="/ppt/slideLayouts/slideLayout111.xml" Id="R0cb7298ae8694eec" /><Relationship Type="http://schemas.openxmlformats.org/officeDocument/2006/relationships/slideLayout" Target="/ppt/slideLayouts/slideLayout112.xml" Id="R25e2ed58e8d34add" /><Relationship Type="http://schemas.openxmlformats.org/officeDocument/2006/relationships/slideLayout" Target="/ppt/slideLayouts/slideLayout113.xml" Id="Rd96e0069e8e64d70" /><Relationship Type="http://schemas.openxmlformats.org/officeDocument/2006/relationships/slideLayout" Target="/ppt/slideLayouts/slideLayout114.xml" Id="Raf00b34e30554d3d" /><Relationship Type="http://schemas.openxmlformats.org/officeDocument/2006/relationships/slideLayout" Target="/ppt/slideLayouts/slideLayout115.xml" Id="Rfa39b2d7acfd4359" /><Relationship Type="http://schemas.openxmlformats.org/officeDocument/2006/relationships/slideLayout" Target="/ppt/slideLayouts/slideLayout116.xml" Id="R471b1814784641fd" /><Relationship Type="http://schemas.openxmlformats.org/officeDocument/2006/relationships/slideLayout" Target="/ppt/slideLayouts/slideLayout117.xml" Id="R457dfc693c1d44ee" /><Relationship Type="http://schemas.openxmlformats.org/officeDocument/2006/relationships/slideLayout" Target="/ppt/slideLayouts/slideLayout118.xml" Id="Rbb37d8213d8a481c" /><Relationship Type="http://schemas.openxmlformats.org/officeDocument/2006/relationships/slideLayout" Target="/ppt/slideLayouts/slideLayout119.xml" Id="R47edf915ef7b440b" /><Relationship Type="http://schemas.openxmlformats.org/officeDocument/2006/relationships/slideLayout" Target="/ppt/slideLayouts/slideLayout120.xml" Id="R43f770e9673147c1" /><Relationship Type="http://schemas.openxmlformats.org/officeDocument/2006/relationships/slideLayout" Target="/ppt/slideLayouts/slideLayout121.xml" Id="R9eda550f50504ce9" /><Relationship Type="http://schemas.openxmlformats.org/officeDocument/2006/relationships/slideLayout" Target="/ppt/slideLayouts/slideLayout122.xml" Id="Rd3eeb3eb03724d36" /><Relationship Type="http://schemas.openxmlformats.org/officeDocument/2006/relationships/slideLayout" Target="/ppt/slideLayouts/slideLayout123.xml" Id="Rbcbd365e2047478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423ae29ba45e1">
            <a:extLst>
              <a:ext uri="{96DAC541-7B7A-43D3-8B79-37D633B846F1}">
                <asvg:svgBlip xmlns:asvg="http://schemas.microsoft.com/office/drawing/2016/SVG/main" r:embed="R3c3529ba8435490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8b17983e784c17"/>
    <p:sldLayoutId xmlns:r="http://schemas.openxmlformats.org/officeDocument/2006/relationships" id="2147483650" r:id="Raed6d8b56b8b4f3d"/>
    <p:sldLayoutId xmlns:r="http://schemas.openxmlformats.org/officeDocument/2006/relationships" id="2147483651" r:id="R1956178bd81a48fc"/>
    <p:sldLayoutId xmlns:r="http://schemas.openxmlformats.org/officeDocument/2006/relationships" id="2147483652" r:id="R74ad0be87f804d2b"/>
    <p:sldLayoutId xmlns:r="http://schemas.openxmlformats.org/officeDocument/2006/relationships" id="2147483653" r:id="Rf57e06bfed724b14"/>
    <p:sldLayoutId xmlns:r="http://schemas.openxmlformats.org/officeDocument/2006/relationships" id="2147483654" r:id="R86a06ff8602548f3"/>
    <p:sldLayoutId xmlns:r="http://schemas.openxmlformats.org/officeDocument/2006/relationships" id="2147483655" r:id="R0163313fe8674e7c"/>
    <p:sldLayoutId xmlns:r="http://schemas.openxmlformats.org/officeDocument/2006/relationships" id="2147483656" r:id="Re53672d7556c4225"/>
    <p:sldLayoutId xmlns:r="http://schemas.openxmlformats.org/officeDocument/2006/relationships" id="2147483657" r:id="R3546bfa62b5945d8"/>
    <p:sldLayoutId xmlns:r="http://schemas.openxmlformats.org/officeDocument/2006/relationships" id="2147483658" r:id="Rd7419b4878474cd1"/>
    <p:sldLayoutId xmlns:r="http://schemas.openxmlformats.org/officeDocument/2006/relationships" id="2147483659" r:id="R0fdc61479ac44ce3"/>
    <p:sldLayoutId xmlns:r="http://schemas.openxmlformats.org/officeDocument/2006/relationships" id="2147483660" r:id="R0d2c5ae35a824fba"/>
    <p:sldLayoutId xmlns:r="http://schemas.openxmlformats.org/officeDocument/2006/relationships" id="2147483661" r:id="R9c4d2166b15b49b4"/>
    <p:sldLayoutId xmlns:r="http://schemas.openxmlformats.org/officeDocument/2006/relationships" id="2147483662" r:id="Rc7f32ecde2654807"/>
    <p:sldLayoutId xmlns:r="http://schemas.openxmlformats.org/officeDocument/2006/relationships" id="2147483663" r:id="R9d8bd6260cc341d6"/>
    <p:sldLayoutId xmlns:r="http://schemas.openxmlformats.org/officeDocument/2006/relationships" id="2147483664" r:id="R75045aa27dc0464f"/>
    <p:sldLayoutId xmlns:r="http://schemas.openxmlformats.org/officeDocument/2006/relationships" id="2147483665" r:id="Re582a924abd6481d"/>
    <p:sldLayoutId xmlns:r="http://schemas.openxmlformats.org/officeDocument/2006/relationships" id="2147483666" r:id="R79953449d3f14f50"/>
    <p:sldLayoutId xmlns:r="http://schemas.openxmlformats.org/officeDocument/2006/relationships" id="2147483667" r:id="R645a472b2afd4230"/>
    <p:sldLayoutId xmlns:r="http://schemas.openxmlformats.org/officeDocument/2006/relationships" id="2147483668" r:id="R8a91f4d444cb4363"/>
    <p:sldLayoutId xmlns:r="http://schemas.openxmlformats.org/officeDocument/2006/relationships" id="2147483669" r:id="Re6f9960580f44a6a"/>
    <p:sldLayoutId xmlns:r="http://schemas.openxmlformats.org/officeDocument/2006/relationships" id="2147483670" r:id="R434f465808864594"/>
    <p:sldLayoutId xmlns:r="http://schemas.openxmlformats.org/officeDocument/2006/relationships" id="2147483671" r:id="R0a0e83bd368141f6"/>
    <p:sldLayoutId xmlns:r="http://schemas.openxmlformats.org/officeDocument/2006/relationships" id="2147483672" r:id="R64429a7c92ef4681"/>
    <p:sldLayoutId xmlns:r="http://schemas.openxmlformats.org/officeDocument/2006/relationships" id="2147483673" r:id="Racf93956506d44e2"/>
    <p:sldLayoutId xmlns:r="http://schemas.openxmlformats.org/officeDocument/2006/relationships" id="2147483674" r:id="R1bf9cfae30a04f00"/>
    <p:sldLayoutId xmlns:r="http://schemas.openxmlformats.org/officeDocument/2006/relationships" id="2147483675" r:id="R28a761697745466c"/>
    <p:sldLayoutId xmlns:r="http://schemas.openxmlformats.org/officeDocument/2006/relationships" id="2147483676" r:id="Rb2c6779cb7cb4db9"/>
    <p:sldLayoutId xmlns:r="http://schemas.openxmlformats.org/officeDocument/2006/relationships" id="2147483677" r:id="R2b27441c1a044c95"/>
    <p:sldLayoutId xmlns:r="http://schemas.openxmlformats.org/officeDocument/2006/relationships" id="2147483678" r:id="R8647eacafcb9418b"/>
    <p:sldLayoutId xmlns:r="http://schemas.openxmlformats.org/officeDocument/2006/relationships" id="2147483679" r:id="R454b087652464e88"/>
    <p:sldLayoutId xmlns:r="http://schemas.openxmlformats.org/officeDocument/2006/relationships" id="2147483680" r:id="R2a15db28c1d14361"/>
    <p:sldLayoutId xmlns:r="http://schemas.openxmlformats.org/officeDocument/2006/relationships" id="2147483681" r:id="R6fa3ff4778fa4bf3"/>
    <p:sldLayoutId xmlns:r="http://schemas.openxmlformats.org/officeDocument/2006/relationships" id="2147483682" r:id="R0ad424344e494a97"/>
    <p:sldLayoutId xmlns:r="http://schemas.openxmlformats.org/officeDocument/2006/relationships" id="2147483683" r:id="Ra4745dedf3474f0f"/>
    <p:sldLayoutId xmlns:r="http://schemas.openxmlformats.org/officeDocument/2006/relationships" id="2147483684" r:id="Radd2c160f5dc44cf"/>
    <p:sldLayoutId xmlns:r="http://schemas.openxmlformats.org/officeDocument/2006/relationships" id="2147483685" r:id="R688d60a63cae4bdd"/>
    <p:sldLayoutId xmlns:r="http://schemas.openxmlformats.org/officeDocument/2006/relationships" id="2147483686" r:id="Rbced0a61503a42ba"/>
    <p:sldLayoutId xmlns:r="http://schemas.openxmlformats.org/officeDocument/2006/relationships" id="2147483687" r:id="R6d5ebc6b2ed1471d"/>
    <p:sldLayoutId xmlns:r="http://schemas.openxmlformats.org/officeDocument/2006/relationships" id="2147483688" r:id="Rcfb47c08771a48c6"/>
    <p:sldLayoutId xmlns:r="http://schemas.openxmlformats.org/officeDocument/2006/relationships" id="2147483689" r:id="R18c269e9c481410c"/>
    <p:sldLayoutId xmlns:r="http://schemas.openxmlformats.org/officeDocument/2006/relationships" id="2147483690" r:id="R0595cb2d5ea149f5"/>
    <p:sldLayoutId xmlns:r="http://schemas.openxmlformats.org/officeDocument/2006/relationships" id="2147483691" r:id="Rf8780c54fd4c4df7"/>
    <p:sldLayoutId xmlns:r="http://schemas.openxmlformats.org/officeDocument/2006/relationships" id="2147483692" r:id="Rf82900344c59492e"/>
    <p:sldLayoutId xmlns:r="http://schemas.openxmlformats.org/officeDocument/2006/relationships" id="2147483693" r:id="R1be696c129d44fe5"/>
    <p:sldLayoutId xmlns:r="http://schemas.openxmlformats.org/officeDocument/2006/relationships" id="2147483694" r:id="R6ed1fecd609449e5"/>
    <p:sldLayoutId xmlns:r="http://schemas.openxmlformats.org/officeDocument/2006/relationships" id="2147483695" r:id="R5c160c8f842c4f30"/>
    <p:sldLayoutId xmlns:r="http://schemas.openxmlformats.org/officeDocument/2006/relationships" id="2147483696" r:id="R3ed98ce64a504396"/>
    <p:sldLayoutId xmlns:r="http://schemas.openxmlformats.org/officeDocument/2006/relationships" id="2147483697" r:id="Re4c2b01c96fb4ac6"/>
    <p:sldLayoutId xmlns:r="http://schemas.openxmlformats.org/officeDocument/2006/relationships" id="2147483698" r:id="R75161dac6d4f4172"/>
    <p:sldLayoutId xmlns:r="http://schemas.openxmlformats.org/officeDocument/2006/relationships" id="2147483699" r:id="Rf62d4f5d6e7c483e"/>
    <p:sldLayoutId xmlns:r="http://schemas.openxmlformats.org/officeDocument/2006/relationships" id="2147483700" r:id="R6e829c18bb7848f0"/>
    <p:sldLayoutId xmlns:r="http://schemas.openxmlformats.org/officeDocument/2006/relationships" id="2147483701" r:id="R64e476adb7374fb0"/>
    <p:sldLayoutId xmlns:r="http://schemas.openxmlformats.org/officeDocument/2006/relationships" id="2147483702" r:id="Rd0b06e38ae0a4a1c"/>
    <p:sldLayoutId xmlns:r="http://schemas.openxmlformats.org/officeDocument/2006/relationships" id="2147483703" r:id="R3191c4c3c02149c6"/>
    <p:sldLayoutId xmlns:r="http://schemas.openxmlformats.org/officeDocument/2006/relationships" id="2147483704" r:id="R70f8070753f64880"/>
    <p:sldLayoutId xmlns:r="http://schemas.openxmlformats.org/officeDocument/2006/relationships" id="2147483705" r:id="R8039e8eb0f33473a"/>
    <p:sldLayoutId xmlns:r="http://schemas.openxmlformats.org/officeDocument/2006/relationships" id="2147483706" r:id="R7b82e57b277e4636"/>
    <p:sldLayoutId xmlns:r="http://schemas.openxmlformats.org/officeDocument/2006/relationships" id="2147483707" r:id="R19deee082a7a4778"/>
    <p:sldLayoutId xmlns:r="http://schemas.openxmlformats.org/officeDocument/2006/relationships" id="2147483708" r:id="Rbbc4e92ce89c4487"/>
    <p:sldLayoutId xmlns:r="http://schemas.openxmlformats.org/officeDocument/2006/relationships" id="2147483709" r:id="R1bd99ce3aa8f4a9d"/>
    <p:sldLayoutId xmlns:r="http://schemas.openxmlformats.org/officeDocument/2006/relationships" id="2147483710" r:id="R7e525d42416943e4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9ccc0e3794b1e">
            <a:extLst>
              <a:ext uri="{96DAC541-7B7A-43D3-8B79-37D633B846F1}">
                <asvg:svgBlip xmlns:asvg="http://schemas.microsoft.com/office/drawing/2016/SVG/main" r:embed="R0e4200fcd0e849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cf82b145c78b4c7a"/>
    <p:sldLayoutId xmlns:r="http://schemas.openxmlformats.org/officeDocument/2006/relationships" id="2147483713" r:id="Rbcc41fdd7d094beb"/>
    <p:sldLayoutId xmlns:r="http://schemas.openxmlformats.org/officeDocument/2006/relationships" id="2147483714" r:id="R1d3da5af87004d6d"/>
    <p:sldLayoutId xmlns:r="http://schemas.openxmlformats.org/officeDocument/2006/relationships" id="2147483715" r:id="R027ac43d9bde4e53"/>
    <p:sldLayoutId xmlns:r="http://schemas.openxmlformats.org/officeDocument/2006/relationships" id="2147483716" r:id="Rc193cb0cb19d4ca7"/>
    <p:sldLayoutId xmlns:r="http://schemas.openxmlformats.org/officeDocument/2006/relationships" id="2147483717" r:id="R991e2f1b1b8c4345"/>
    <p:sldLayoutId xmlns:r="http://schemas.openxmlformats.org/officeDocument/2006/relationships" id="2147483718" r:id="R5db0a3e8563b4105"/>
    <p:sldLayoutId xmlns:r="http://schemas.openxmlformats.org/officeDocument/2006/relationships" id="2147483719" r:id="R20c1815ffaf04d64"/>
    <p:sldLayoutId xmlns:r="http://schemas.openxmlformats.org/officeDocument/2006/relationships" id="2147483720" r:id="Re8697c376f77447f"/>
    <p:sldLayoutId xmlns:r="http://schemas.openxmlformats.org/officeDocument/2006/relationships" id="2147483721" r:id="R2fbd08c7e7d54cb1"/>
    <p:sldLayoutId xmlns:r="http://schemas.openxmlformats.org/officeDocument/2006/relationships" id="2147483722" r:id="R6c60c40b16004ebe"/>
    <p:sldLayoutId xmlns:r="http://schemas.openxmlformats.org/officeDocument/2006/relationships" id="2147483723" r:id="R5cb351f287544863"/>
    <p:sldLayoutId xmlns:r="http://schemas.openxmlformats.org/officeDocument/2006/relationships" id="2147483724" r:id="Rc7d89c9a56a44036"/>
    <p:sldLayoutId xmlns:r="http://schemas.openxmlformats.org/officeDocument/2006/relationships" id="2147483725" r:id="R3e79d12816b24f76"/>
    <p:sldLayoutId xmlns:r="http://schemas.openxmlformats.org/officeDocument/2006/relationships" id="2147483726" r:id="R7cb5b46fc1354950"/>
    <p:sldLayoutId xmlns:r="http://schemas.openxmlformats.org/officeDocument/2006/relationships" id="2147483727" r:id="R0432c12454a148dd"/>
    <p:sldLayoutId xmlns:r="http://schemas.openxmlformats.org/officeDocument/2006/relationships" id="2147483728" r:id="R897dd9330b1b49b4"/>
    <p:sldLayoutId xmlns:r="http://schemas.openxmlformats.org/officeDocument/2006/relationships" id="2147483729" r:id="R66d9f5fbf86a424d"/>
    <p:sldLayoutId xmlns:r="http://schemas.openxmlformats.org/officeDocument/2006/relationships" id="2147483730" r:id="Rb8f80ed0ed9d41db"/>
    <p:sldLayoutId xmlns:r="http://schemas.openxmlformats.org/officeDocument/2006/relationships" id="2147483731" r:id="R7c1adab8f9384aaa"/>
    <p:sldLayoutId xmlns:r="http://schemas.openxmlformats.org/officeDocument/2006/relationships" id="2147483732" r:id="R5603e81057514ab5"/>
    <p:sldLayoutId xmlns:r="http://schemas.openxmlformats.org/officeDocument/2006/relationships" id="2147483733" r:id="R261b4c6492604e21"/>
    <p:sldLayoutId xmlns:r="http://schemas.openxmlformats.org/officeDocument/2006/relationships" id="2147483734" r:id="Rd76cdcb7cff144e8"/>
    <p:sldLayoutId xmlns:r="http://schemas.openxmlformats.org/officeDocument/2006/relationships" id="2147483735" r:id="Rf8bf16fb362a4d94"/>
    <p:sldLayoutId xmlns:r="http://schemas.openxmlformats.org/officeDocument/2006/relationships" id="2147483736" r:id="R9b91ae02c87149fd"/>
    <p:sldLayoutId xmlns:r="http://schemas.openxmlformats.org/officeDocument/2006/relationships" id="2147483737" r:id="R6eb1632b614b437c"/>
    <p:sldLayoutId xmlns:r="http://schemas.openxmlformats.org/officeDocument/2006/relationships" id="2147483738" r:id="R460437c8a27348f2"/>
    <p:sldLayoutId xmlns:r="http://schemas.openxmlformats.org/officeDocument/2006/relationships" id="2147483739" r:id="R6d7ac683a7ad4590"/>
    <p:sldLayoutId xmlns:r="http://schemas.openxmlformats.org/officeDocument/2006/relationships" id="2147483740" r:id="Rfffd3d2bfa204611"/>
    <p:sldLayoutId xmlns:r="http://schemas.openxmlformats.org/officeDocument/2006/relationships" id="2147483741" r:id="R60ba9fdb1ed04524"/>
    <p:sldLayoutId xmlns:r="http://schemas.openxmlformats.org/officeDocument/2006/relationships" id="2147483742" r:id="R6a11fb7465454821"/>
    <p:sldLayoutId xmlns:r="http://schemas.openxmlformats.org/officeDocument/2006/relationships" id="2147483743" r:id="R586cec19a537405a"/>
    <p:sldLayoutId xmlns:r="http://schemas.openxmlformats.org/officeDocument/2006/relationships" id="2147483744" r:id="R813eece22b964846"/>
    <p:sldLayoutId xmlns:r="http://schemas.openxmlformats.org/officeDocument/2006/relationships" id="2147483745" r:id="R5841020b482b466a"/>
    <p:sldLayoutId xmlns:r="http://schemas.openxmlformats.org/officeDocument/2006/relationships" id="2147483746" r:id="Rd3f5c798ec9a4583"/>
    <p:sldLayoutId xmlns:r="http://schemas.openxmlformats.org/officeDocument/2006/relationships" id="2147483747" r:id="R0bd6b5e1965a452b"/>
    <p:sldLayoutId xmlns:r="http://schemas.openxmlformats.org/officeDocument/2006/relationships" id="2147483748" r:id="R31ec3accbda04449"/>
    <p:sldLayoutId xmlns:r="http://schemas.openxmlformats.org/officeDocument/2006/relationships" id="2147483749" r:id="R3cb2efadb79447c3"/>
    <p:sldLayoutId xmlns:r="http://schemas.openxmlformats.org/officeDocument/2006/relationships" id="2147483750" r:id="R59fc33c6be63486c"/>
    <p:sldLayoutId xmlns:r="http://schemas.openxmlformats.org/officeDocument/2006/relationships" id="2147483751" r:id="R702be78aef2848a2"/>
    <p:sldLayoutId xmlns:r="http://schemas.openxmlformats.org/officeDocument/2006/relationships" id="2147483752" r:id="R6ab5777eed2a446c"/>
    <p:sldLayoutId xmlns:r="http://schemas.openxmlformats.org/officeDocument/2006/relationships" id="2147483753" r:id="Rac25c8add0d04c78"/>
    <p:sldLayoutId xmlns:r="http://schemas.openxmlformats.org/officeDocument/2006/relationships" id="2147483754" r:id="R2caf6d581dbd42e4"/>
    <p:sldLayoutId xmlns:r="http://schemas.openxmlformats.org/officeDocument/2006/relationships" id="2147483755" r:id="Rb0f48ce15d4f4f8f"/>
    <p:sldLayoutId xmlns:r="http://schemas.openxmlformats.org/officeDocument/2006/relationships" id="2147483756" r:id="R2f65183ab48f4169"/>
    <p:sldLayoutId xmlns:r="http://schemas.openxmlformats.org/officeDocument/2006/relationships" id="2147483757" r:id="R9aaec5f4dac145f6"/>
    <p:sldLayoutId xmlns:r="http://schemas.openxmlformats.org/officeDocument/2006/relationships" id="2147483758" r:id="Rf0af966288cc49ed"/>
    <p:sldLayoutId xmlns:r="http://schemas.openxmlformats.org/officeDocument/2006/relationships" id="2147483759" r:id="Rce0042a524d04093"/>
    <p:sldLayoutId xmlns:r="http://schemas.openxmlformats.org/officeDocument/2006/relationships" id="2147483760" r:id="R0cb7298ae8694eec"/>
    <p:sldLayoutId xmlns:r="http://schemas.openxmlformats.org/officeDocument/2006/relationships" id="2147483761" r:id="R25e2ed58e8d34add"/>
    <p:sldLayoutId xmlns:r="http://schemas.openxmlformats.org/officeDocument/2006/relationships" id="2147483762" r:id="Rd96e0069e8e64d70"/>
    <p:sldLayoutId xmlns:r="http://schemas.openxmlformats.org/officeDocument/2006/relationships" id="2147483763" r:id="Raf00b34e30554d3d"/>
    <p:sldLayoutId xmlns:r="http://schemas.openxmlformats.org/officeDocument/2006/relationships" id="2147483764" r:id="Rfa39b2d7acfd4359"/>
    <p:sldLayoutId xmlns:r="http://schemas.openxmlformats.org/officeDocument/2006/relationships" id="2147483765" r:id="R471b1814784641fd"/>
    <p:sldLayoutId xmlns:r="http://schemas.openxmlformats.org/officeDocument/2006/relationships" id="2147483766" r:id="R457dfc693c1d44ee"/>
    <p:sldLayoutId xmlns:r="http://schemas.openxmlformats.org/officeDocument/2006/relationships" id="2147483767" r:id="Rbb37d8213d8a481c"/>
    <p:sldLayoutId xmlns:r="http://schemas.openxmlformats.org/officeDocument/2006/relationships" id="2147483768" r:id="R47edf915ef7b440b"/>
    <p:sldLayoutId xmlns:r="http://schemas.openxmlformats.org/officeDocument/2006/relationships" id="2147483769" r:id="R43f770e9673147c1"/>
    <p:sldLayoutId xmlns:r="http://schemas.openxmlformats.org/officeDocument/2006/relationships" id="2147483770" r:id="R9eda550f50504ce9"/>
    <p:sldLayoutId xmlns:r="http://schemas.openxmlformats.org/officeDocument/2006/relationships" id="2147483771" r:id="Rd3eeb3eb03724d36"/>
    <p:sldLayoutId xmlns:r="http://schemas.openxmlformats.org/officeDocument/2006/relationships" id="2147483772" r:id="Rbcbd365e20474781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15ccba7006446d" /><Relationship Type="http://schemas.openxmlformats.org/officeDocument/2006/relationships/image" Target="/ppt/media/image6.png" Id="Re84382f498134cac" /><Relationship Type="http://schemas.openxmlformats.org/officeDocument/2006/relationships/notesSlide" Target="/ppt/notesSlides/notesSlide1.xml" Id="R54d9e808b81b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79748ad3e634ec9" /><Relationship Type="http://schemas.openxmlformats.org/officeDocument/2006/relationships/image" Target="/ppt/media/image7.png" Id="Reece266b832247af" /><Relationship Type="http://schemas.openxmlformats.org/officeDocument/2006/relationships/notesSlide" Target="/ppt/notesSlides/notesSlide2.xml" Id="Rfdc5030a867a4a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1010ddee29a411a" /><Relationship Type="http://schemas.openxmlformats.org/officeDocument/2006/relationships/notesSlide" Target="/ppt/notesSlides/notesSlide3.xml" Id="R4043167849e4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c2d055c91414aab" /><Relationship Type="http://schemas.openxmlformats.org/officeDocument/2006/relationships/notesSlide" Target="/ppt/notesSlides/notesSlide4.xml" Id="Rf03b52bc34f242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90d777383904e3a" /><Relationship Type="http://schemas.openxmlformats.org/officeDocument/2006/relationships/notesSlide" Target="/ppt/notesSlides/notesSlide5.xml" Id="Rf3c249452e5240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8921bc07e184e37" /><Relationship Type="http://schemas.openxmlformats.org/officeDocument/2006/relationships/notesSlide" Target="/ppt/notesSlides/notesSlide6.xml" Id="R1b6927e3f4da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74ba3216f3e4841" /><Relationship Type="http://schemas.openxmlformats.org/officeDocument/2006/relationships/image" Target="/ppt/media/image8.png" Id="Rea132319bf374d80" /><Relationship Type="http://schemas.openxmlformats.org/officeDocument/2006/relationships/notesSlide" Target="/ppt/notesSlides/notesSlide7.xml" Id="R7b4b47d7bfa348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9862b0609b3456b" /><Relationship Type="http://schemas.openxmlformats.org/officeDocument/2006/relationships/notesSlide" Target="/ppt/notesSlides/notesSlide8.xml" Id="R559e31a806e542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92b5f2f7bc144c5" /><Relationship Type="http://schemas.openxmlformats.org/officeDocument/2006/relationships/notesSlide" Target="/ppt/notesSlides/notesSlide9.xml" Id="R1f8f9a4b418442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20CA8-218D-458B-A0C1-067C911F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22B57-703A-4888-B835-85BA2BE2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66CFB-4325-4C81-82A6-7B0138E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66A97-53D9-4CE4-ADDD-506D0EC5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997A0-544C-441D-9643-A8E6E2FE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382f498134cac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ACDFC-55C1-437F-B87C-3D3599A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1260531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5DF7-2350-4F60-AE32-80D0AF11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40981-5CF8-4689-B254-D8925E0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30485-821E-4206-84BF-73D023A8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FC0DF-E64C-45AC-9EA4-4C14B4D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3D6CA-C8E9-4CFA-8EA1-E5BF2EB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587E2-A2ED-4FA8-90C7-BEDBB16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F8FEF-1227-49E9-BA39-A443C055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6AE09-06A2-447B-AFDB-09C407C5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2E13D-E383-421A-A94F-D40123D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6D304-4FA7-4AB4-904D-7E02103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66064-9625-4CDB-890E-FA0E5543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E3FEC-6919-43EF-A382-A486728D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7E1B0-9129-4EEC-B287-AA7F5D8A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4BC8B-EA05-44E1-BC3B-954EBB6F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e266b832247af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E80A6-4663-4E9B-81D6-32E85A53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415730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01A542-4478-40A6-B9C8-C9B6C8C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B46DE-8061-4BAD-AF7F-9250061E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D5E5B-202B-4899-ADF9-D1106E6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901B1-A1D5-4F36-9EEF-D8539F3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554CE-72F3-4119-8431-E9BB00F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BC350-F0FA-49D6-9CD8-7F29DAA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2E448-A336-41F3-A968-3BBE0220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7F0E3-2C18-4966-9992-D986CFD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77B4-1625-47AE-BC52-C4722F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9E04E-58C7-45CE-ABA5-C7F11438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EE6A0-6B1F-4ACE-BEC8-D28DFE39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C6F58-4F11-46B6-8116-93AA5FF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A6208-BE82-4B8F-8D8D-80F18F7D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930B8-5CE2-4BCC-9E2D-9618B375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D5D80-27F5-410D-9ED5-BC8486BE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7CA43-7E66-4F3E-A729-4FCD23F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E19DB-C214-4FD3-845E-CAB47AD9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577CC-919A-46D8-9069-E2963C9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7858-40AC-41C1-8CF7-DD6FD813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146FB-EA7E-46AF-B205-8D81FD9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678EA-9D09-45C4-8977-48405102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E2CA6-0326-4CE2-97FD-BEB1BA49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06CEC-5012-42D7-86D7-1705BF2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EA9A8-A2A1-4CE7-94B0-581D12D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C90FF-37EC-47BA-B359-82E3C16C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CEF07-19DB-4641-8825-FB504F0B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D7E5D-2892-407D-AACD-5B4AD3A0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8F515-BBCD-4706-97E0-1775D59B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2FAF1-C2D6-403E-92B7-C031FA7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0DA073-A137-4C63-A04F-E449AFDB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E83A8-BBB0-4DB9-8E24-405E55F4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EC472-0EBB-4933-8D52-BCAB9F4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D86A8-2215-4253-A7D8-3ED0B34B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062867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5615A-4EE9-45EE-AB9B-03152B3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714F6-7E63-4E86-A675-6E060164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0698C-CF07-42FF-8B29-D155AD01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72549-94E5-4C7C-82C0-41A9F695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D6E28-2D2E-4123-9200-8FBBB07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48FA9-BA82-470A-BA85-CB4B320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7A140-29BE-422D-8CB7-68E5233E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86010-0150-4770-91AE-6C02D40B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92AAF-F357-4308-A286-0F692541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69E7A-EDEF-4899-86ED-21EC6C7C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3C232-1421-4210-AD51-6E71E112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AE013-AFCC-4B37-87B5-F85E362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7F369-682C-4B2D-8BF4-D96544C3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A3D28-A586-4C4D-871A-9547A30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18101-F527-42C3-9534-86834B3E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48BB3-B4CC-42C2-A1A7-0499CA4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E2150-0E26-4BFF-B559-240BDA64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E39F5-F73E-4201-8660-8DC465D4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50EB9-819A-4F1F-9EBB-8FC6602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A7C42-9159-434F-A179-1D479860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C7B0F-9A45-45AA-9B25-3D049506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1266019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82D641-8C1A-4092-A000-421BC657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ABEBB-3247-47DF-9BC2-0854E28E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9B5DE-7C8B-41E6-BC18-9D19FA79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29C4E-414D-48CD-BFCC-261F564A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1E95F-2673-4762-BE8D-AFF5DFB0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A985F-7C02-48BF-BE90-24C7BC5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package already includes ready-to-import flows for server control, axis control, I/O control, virtual I/O and a sample 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B8DC4-833A-40C8-AEE6-0686DF50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26193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16963-6D95-497C-9AFE-8BEA9CCA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Example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1CB1A-630F-4501-8DCF-7C25CBE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01 Server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F1213-C01B-4C10-B95E-E115D20E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02 Axis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6581-AD1A-4596-8DF5-A7B4618C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03 IO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68135-8CCF-4A7E-BD45-729F8AC0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04 Virtual IO Simulation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8BA48-AB4F-4409-B1E0-055857D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</a:ln>
        </p:spPr>
        <p:txBody>
          <a:bodyPr xmlns:a="http://schemas.openxmlformats.org/drawingml/2006/main" anchor="ctr">
            <a:normAutofit fontScale="94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2A791-C4A0-4809-B69B-159D743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7620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DD018-A789-49A0-ABA6-989DC2B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6B9F3-E22E-4E40-930B-C12ECE6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C374F-E270-47EF-9386-3408B7C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7A3C1-8A28-404C-A648-02A63BC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190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1: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 0 and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EFCCF-051F-483C-A466-BA5E68C6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Motion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Server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0CE0E-F111-4000-87B5-8F977F4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Process Command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A928B-30C0-4E8E-AEA7-0E1D210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C270B-47B2-419B-A39E-14A1108F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05E09-1009-4992-A75E-E64442E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5B994-A3C7-4AB4-863B-940831F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System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0620B-148B-4A56-847B-364AB8CA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Store Latest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C07EF-47FF-4FB4-B977-EB5C6A16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1F502-1AEB-4675-9CB4-A925C4E0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2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B3C7F-08A3-42DC-B7EE-736B86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1123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 and AI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Conditions Met?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F4888-E3EB-4329-BED5-AD039F7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3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0B7EE4-870C-493F-A9AE-D5C5BBA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4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0D0C1-3816-4B09-B0FE-DC5695B2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9C84B-F820-4E12-946D-B9C1B1D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16D94-875C-4057-A8FF-1C43477F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AC1A49-8A12-4100-9698-767E4CD6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042632-BAF0-46BA-A943-7EC3973C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0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sample flow file</a:t>
            </a:r>
          </a:p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05_sample_motion_sequence.json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849C1-D157-4630-8888-5DE4FFA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path</a:t>
            </a:r>
          </a:p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/dashboard/sequence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B28866-8970-404C-99CE-0FA6A5BB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Customers can start from an actual example and edit the stage nodes for their own machine.</a:t>
            </a:r>
          </a:p>
        </p:txBody>
      </p:sp>
    </p:spTree>
    <p:extLst>
      <p:ext uri="{BB962C8B-B14F-4D97-AF65-F5344CB8AC3E}">
        <p14:creationId xmlns:p14="http://schemas.microsoft.com/office/powerpoint/2010/main" val="129032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C8E78-1027-4D9E-8D5F-8867783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D5D3F-CB58-4589-AF9A-8421D61A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76BF1-0B85-404D-BA13-2C27A85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2BB61-5013-4BC2-89AA-057627B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DE0B1-891E-4AE4-82F0-3F51984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5864D-E7B4-42A3-BEC0-D9A4C0A6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E5953-703F-4B73-9418-7024F53A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3B732-7006-4F7B-BBFC-25590CB8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53B6B-9C8C-4516-8180-2045250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B75E0-715A-4363-BA77-604CC996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CDD4B-2BF1-495E-B908-4B475E5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7F88C-5BBA-419A-BFBB-D12DF0B5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C34CE-1570-4FD1-BAA7-F39F1F6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DFB42-383A-4078-B388-1074CEA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9E60C-B129-4C76-BDB9-5D1B2311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D4AC5-860F-42B3-A9A0-42B3E8C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F9140-1CDC-422B-BC4A-B270054A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D8DE0-A70A-44FD-936C-64C9B6B5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7C7A9-D181-4EAA-97BA-E0F70140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095F5-4A88-40F9-8D9F-6D6EE8E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A4DDE-77B2-45F3-9069-05484EDC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2D6995-FECA-448A-9BC7-58CB2DF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CFA73-718E-40FF-BCB8-D83A865C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026C4-D239-42A6-BFBE-3FB7F312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9D083-F1E5-4524-86AB-A27936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6BD40-4336-4DE6-BCE7-2C8D00A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412694-1678-4EA5-A539-B522675B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E21C3-D391-40DD-8C83-24B6B5D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719C1-C5EC-439B-BE5F-A0B9ADF0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87A3E4-F912-4BDA-B145-4F1D217A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58392-C239-4CBD-8B09-C5AAD25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1719982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10563-9D38-4FDF-883C-9493B29C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A85A8-4876-4591-AFD7-0159650C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8D1E6-639A-4811-B84C-45687481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5E36E-FFE4-4FE4-93EC-A9351A35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EABB1-06EA-45D5-ABA9-1AC55A05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32319bf374d80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70F29-2EC8-4BD3-9393-6812D02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22698-542C-467A-9275-9C6890F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81A70-8580-4F04-A901-CE632578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1982376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BBD14-43AE-40D2-B90D-2A0FC99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9F89D-F907-43EE-8219-DAEAA9C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E4498-ED99-430B-A35C-458AEFE4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1BEC0-38F8-42A0-A378-B7723897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A4046-A9B0-4B2A-BEBD-CB443E28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12CE3-4434-4452-A9EF-7CCE057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175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4126A-16B0-4C67-87C4-FF5C46E9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EFF7A-1582-4C4C-8C32-5B145EDB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5F224-F53F-4B6B-8BD9-DBB0C32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BE46A-3E63-43EF-BAAB-D071122C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4CEBB-6682-4E1C-9524-C6B88B33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0070A-974E-4A2F-A567-ED1EECB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CB096-8804-4598-9BD1-43026658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3FF8E-5D89-4D6F-AFA5-542AE085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A8D1B-66F1-431C-B893-88D5AB4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2084851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81B68-3C28-47D9-A7A6-835E01A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83DCA-16C9-4AC4-9EC2-8F63FA37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65AFD-E631-47B7-AB91-7FFAD332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8DE78-20F9-4DA4-92B6-56BA6C57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D8085-B471-4EEC-A413-EC50411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C7FB7-DA58-401E-A462-044B50A4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91D6E-A766-4E56-B01B-18AED47B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09C77-CE3F-459E-B4BA-BC3DE710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B9B24-E37E-4FB5-A6F1-8303F389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90622-06A1-4E6E-A3C3-5E26D3C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78ECA-4D75-4D54-B64F-7DC701C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1124157842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2026-09-07T09:51:44.1950000Z</dcterms:created>
  <dcterms:modified xsi:type="dcterms:W3CDTF">2026-09-07T09:51:44.1950000Z</dcterms:modified>
</coreProperties>
</file>