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d4170e272584dd3" /><Relationship Type="http://schemas.openxmlformats.org/officeDocument/2006/relationships/extended-properties" Target="/docProps/app.xml" Id="R64d9358246184d20" /><Relationship Type="http://schemas.openxmlformats.org/officeDocument/2006/relationships/officeDocument" Target="/ppt/presentation.xml" Id="R9e72a5c5150c4e3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f6c879138dd4f2e"/>
    <p:sldMasterId xmlns:r="http://schemas.openxmlformats.org/officeDocument/2006/relationships" id="2147483711" r:id="R5889789e4145403f"/>
  </p:sldMasterIdLst>
  <p:notesMasterIdLst>
    <p:notesMasterId xmlns:r="http://schemas.openxmlformats.org/officeDocument/2006/relationships" r:id="R34d7f6053e664e57"/>
  </p:notesMasterIdLst>
  <p:sldIdLst>
    <p:sldId xmlns:r="http://schemas.openxmlformats.org/officeDocument/2006/relationships" id="256" r:id="R3a36eb353bd04596"/>
    <p:sldId xmlns:r="http://schemas.openxmlformats.org/officeDocument/2006/relationships" id="257" r:id="Rc60bf309cfcf4c1f"/>
    <p:sldId xmlns:r="http://schemas.openxmlformats.org/officeDocument/2006/relationships" id="258" r:id="R3cc728a0ff2a4dc2"/>
    <p:sldId xmlns:r="http://schemas.openxmlformats.org/officeDocument/2006/relationships" id="259" r:id="R8f6e8dd5e69b4acb"/>
    <p:sldId xmlns:r="http://schemas.openxmlformats.org/officeDocument/2006/relationships" id="260" r:id="R7ac3285fcf934267"/>
    <p:sldId xmlns:r="http://schemas.openxmlformats.org/officeDocument/2006/relationships" id="261" r:id="Rc92d941356d54c49"/>
    <p:sldId xmlns:r="http://schemas.openxmlformats.org/officeDocument/2006/relationships" id="262" r:id="Re8f6a0e75da449ca"/>
    <p:sldId xmlns:r="http://schemas.openxmlformats.org/officeDocument/2006/relationships" id="263" r:id="R501f257dcd7c4d8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9ed1ebbadf64d97" /><Relationship Type="http://schemas.openxmlformats.org/officeDocument/2006/relationships/slideMaster" Target="/ppt/slideMasters/slideMaster1.xml" Id="Rff6c879138dd4f2e" /><Relationship Type="http://schemas.openxmlformats.org/officeDocument/2006/relationships/slideMaster" Target="/ppt/slideMasters/slideMaster2.xml" Id="R5889789e4145403f" /><Relationship Type="http://schemas.openxmlformats.org/officeDocument/2006/relationships/notesMaster" Target="/ppt/notesMasters/notesMaster1.xml" Id="R34d7f6053e664e57" /><Relationship Type="http://schemas.openxmlformats.org/officeDocument/2006/relationships/presProps" Target="/ppt/presProps.xml" Id="Rf62d86e24ce243cd" /><Relationship Type="http://schemas.openxmlformats.org/officeDocument/2006/relationships/viewProps" Target="/ppt/viewProps.xml" Id="R78eb0db4453a4b35" /><Relationship Type="http://schemas.openxmlformats.org/officeDocument/2006/relationships/tableStyles" Target="/ppt/tableStyles.xml" Id="Rdd66b6db97034cb2" /><Relationship Type="http://schemas.openxmlformats.org/officeDocument/2006/relationships/slide" Target="/ppt/slides/slide1.xml" Id="R3a36eb353bd04596" /><Relationship Type="http://schemas.openxmlformats.org/officeDocument/2006/relationships/slide" Target="/ppt/slides/slide2.xml" Id="Rc60bf309cfcf4c1f" /><Relationship Type="http://schemas.openxmlformats.org/officeDocument/2006/relationships/slide" Target="/ppt/slides/slide3.xml" Id="R3cc728a0ff2a4dc2" /><Relationship Type="http://schemas.openxmlformats.org/officeDocument/2006/relationships/slide" Target="/ppt/slides/slide4.xml" Id="R8f6e8dd5e69b4acb" /><Relationship Type="http://schemas.openxmlformats.org/officeDocument/2006/relationships/slide" Target="/ppt/slides/slide5.xml" Id="R7ac3285fcf934267" /><Relationship Type="http://schemas.openxmlformats.org/officeDocument/2006/relationships/slide" Target="/ppt/slides/slide6.xml" Id="Rc92d941356d54c49" /><Relationship Type="http://schemas.openxmlformats.org/officeDocument/2006/relationships/slide" Target="/ppt/slides/slide7.xml" Id="Re8f6a0e75da449ca" /><Relationship Type="http://schemas.openxmlformats.org/officeDocument/2006/relationships/slide" Target="/ppt/slides/slide8.xml" Id="R501f257dcd7c4d8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32d24e92e1d64aa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Festo">
  <a:themeElements>
    <a:clrScheme name="Festo">
      <a:dk1>
        <a:srgbClr val="333333"/>
      </a:dk1>
      <a:lt1>
        <a:srgbClr val="FFFFFF"/>
      </a:lt1>
      <a:dk2>
        <a:srgbClr val="333333"/>
      </a:dk2>
      <a:lt2>
        <a:srgbClr val="FFFFFF"/>
      </a:lt2>
      <a:accent1>
        <a:srgbClr val="717D86"/>
      </a:accent1>
      <a:accent2>
        <a:srgbClr val="B6BEC6"/>
      </a:accent2>
      <a:accent3>
        <a:srgbClr val="E5E8EB"/>
      </a:accent3>
      <a:accent4>
        <a:srgbClr val="0091DC"/>
      </a:accent4>
      <a:accent5>
        <a:srgbClr val="48B9EB"/>
      </a:accent5>
      <a:accent6>
        <a:srgbClr val="C8E6FA"/>
      </a:accent6>
      <a:hlink>
        <a:srgbClr val="333333"/>
      </a:hlink>
      <a:folHlink>
        <a:srgbClr val="717D86"/>
      </a:folHlink>
    </a:clrScheme>
    <a:fontScheme name="Benutzerdefiniert 4">
      <a:majorFont>
        <a:latin typeface="Festo"/>
        <a:ea typeface=""/>
        <a:cs typeface=""/>
      </a:majorFont>
      <a:minorFont>
        <a:latin typeface="Festo"/>
        <a:ea typeface=""/>
        <a:cs typeface=""/>
      </a:minorFont>
    </a:fontScheme>
    <a:fmtScheme name="Festo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6768ba5c4b74c38" /><Relationship Type="http://schemas.openxmlformats.org/officeDocument/2006/relationships/notesMaster" Target="/ppt/notesMasters/notesMaster1.xml" Id="R5c00ea55cc47439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d22370ddef04756" /><Relationship Type="http://schemas.openxmlformats.org/officeDocument/2006/relationships/notesMaster" Target="/ppt/notesMasters/notesMaster1.xml" Id="R2e71b43774514f8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a1cbee777234d6d" /><Relationship Type="http://schemas.openxmlformats.org/officeDocument/2006/relationships/notesMaster" Target="/ppt/notesMasters/notesMaster1.xml" Id="Re4db85b69b3b4d3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c7e9849f56b4c07" /><Relationship Type="http://schemas.openxmlformats.org/officeDocument/2006/relationships/notesMaster" Target="/ppt/notesMasters/notesMaster1.xml" Id="Rbaa1b8430f874f9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b086781c177473c" /><Relationship Type="http://schemas.openxmlformats.org/officeDocument/2006/relationships/notesMaster" Target="/ppt/notesMasters/notesMaster1.xml" Id="R31a66ed4404645f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e931bef5b8a47df" /><Relationship Type="http://schemas.openxmlformats.org/officeDocument/2006/relationships/notesMaster" Target="/ppt/notesMasters/notesMaster1.xml" Id="R699e860d4f1a4e2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b879c75d6c14d0c" /><Relationship Type="http://schemas.openxmlformats.org/officeDocument/2006/relationships/notesMaster" Target="/ppt/notesMasters/notesMaster1.xml" Id="Rb4e5f431aeb4402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f43098663294acf" /><Relationship Type="http://schemas.openxmlformats.org/officeDocument/2006/relationships/notesMaster" Target="/ppt/notesMasters/notesMaster1.xml" Id="R0c6f2c9648334b6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8f6cdb2bbe0494d" /><Relationship Type="http://schemas.openxmlformats.org/officeDocument/2006/relationships/image" Target="/ppt/media/image2.png" Id="Rc5208ba234134f84" /><Relationship Type="http://schemas.openxmlformats.org/officeDocument/2006/relationships/image" Target="/ppt/media/image2.svg" Id="R4af950b68cf542c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0e2aad55e8d417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e846ab4b203451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7080082b046496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d8cf5ac0e5e46a7" /><Relationship Type="http://schemas.openxmlformats.org/officeDocument/2006/relationships/image" Target="/ppt/media/image3.png" Id="Rd9f08e2661e14aff" /><Relationship Type="http://schemas.openxmlformats.org/officeDocument/2006/relationships/image" Target="/ppt/media/image3.svg" Id="R1bced28b0de84e5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37bbda2ed7b4691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b6b3d570cd54aec" /><Relationship Type="http://schemas.openxmlformats.org/officeDocument/2006/relationships/image" Target="/ppt/media/image3.png" Id="R3517ec97d3134802" /><Relationship Type="http://schemas.openxmlformats.org/officeDocument/2006/relationships/image" Target="/ppt/media/image3.svg" Id="R07fb428091544b01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77cd100f836414f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047879c08034092" /><Relationship Type="http://schemas.openxmlformats.org/officeDocument/2006/relationships/image" Target="/ppt/media/image3.png" Id="R14d530680620444e" /><Relationship Type="http://schemas.openxmlformats.org/officeDocument/2006/relationships/image" Target="/ppt/media/image3.svg" Id="R1f46c28351944ffc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7c4678609c4674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20903ed1f0f4e31" /><Relationship Type="http://schemas.openxmlformats.org/officeDocument/2006/relationships/image" Target="/ppt/media/image4.png" Id="R125535d34fc94f67" /><Relationship Type="http://schemas.openxmlformats.org/officeDocument/2006/relationships/image" Target="/ppt/media/image4.svg" Id="Re6c503c574a14b06" /><Relationship Type="http://schemas.openxmlformats.org/officeDocument/2006/relationships/image" Target="/ppt/media/image3.png" Id="R692f09162cb14e8e" /><Relationship Type="http://schemas.openxmlformats.org/officeDocument/2006/relationships/image" Target="/ppt/media/image3.svg" Id="Rd2f3fe6aa5494219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a71d3fe4ac432f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3a3413e4204d8f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e6ecec4cfee4db5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05173ea3b874db0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18510585ffb47e1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5ce94e4cf084b62" /></Relationships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708ef1675374ccd" /><Relationship Type="http://schemas.openxmlformats.org/officeDocument/2006/relationships/image" Target="/ppt/media/image5.png" Id="Rec24b485c7034697" /><Relationship Type="http://schemas.openxmlformats.org/officeDocument/2006/relationships/image" Target="/ppt/media/image5.svg" Id="R1aee95e703f84f21" /></Relationships>
</file>

<file path=ppt/slideLayouts/_rels/slideLayout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2461c265a6b4f79" /><Relationship Type="http://schemas.openxmlformats.org/officeDocument/2006/relationships/image" Target="/ppt/media/image5.png" Id="R781599e315034fd9" /><Relationship Type="http://schemas.openxmlformats.org/officeDocument/2006/relationships/image" Target="/ppt/media/image5.svg" Id="Rc4aebc228b4149e0" /></Relationships>
</file>

<file path=ppt/slideLayouts/_rels/slideLayout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64c8bdc8ff74fa8" /></Relationships>
</file>

<file path=ppt/slideLayouts/_rels/slideLayout2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172ff94a12b43b3" /><Relationship Type="http://schemas.openxmlformats.org/officeDocument/2006/relationships/image" Target="/ppt/media/image4.png" Id="R7c2eafc17418413a" /><Relationship Type="http://schemas.openxmlformats.org/officeDocument/2006/relationships/image" Target="/ppt/media/image4.svg" Id="R4014ac31244e4f8b" /></Relationships>
</file>

<file path=ppt/slideLayouts/_rels/slideLayout2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1e467e411bf44a5" /><Relationship Type="http://schemas.openxmlformats.org/officeDocument/2006/relationships/image" Target="/ppt/media/image4.png" Id="Rd4060033f3d1435d" /><Relationship Type="http://schemas.openxmlformats.org/officeDocument/2006/relationships/image" Target="/ppt/media/image4.svg" Id="Refccbe62b48a4ca2" /></Relationships>
</file>

<file path=ppt/slideLayouts/_rels/slideLayout2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fb6311e15a54796" /></Relationships>
</file>

<file path=ppt/slideLayouts/_rels/slideLayout2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e6f4e3ebc7d4fa4" /></Relationships>
</file>

<file path=ppt/slideLayouts/_rels/slideLayout2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c6359fd70a54e0e" /></Relationships>
</file>

<file path=ppt/slideLayouts/_rels/slideLayout2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a11fc4dcaf2444c" /></Relationships>
</file>

<file path=ppt/slideLayouts/_rels/slideLayout2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fd65ed38ccc47ed" /><Relationship Type="http://schemas.openxmlformats.org/officeDocument/2006/relationships/image" Target="/ppt/media/image3.png" Id="R5e863fc809b54871" /><Relationship Type="http://schemas.openxmlformats.org/officeDocument/2006/relationships/image" Target="/ppt/media/image3.svg" Id="R61286da3a8a4427b" /></Relationships>
</file>

<file path=ppt/slideLayouts/_rels/slideLayout2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0711dc0f8394575" /><Relationship Type="http://schemas.openxmlformats.org/officeDocument/2006/relationships/image" Target="/ppt/media/image3.png" Id="R327c011f15574a91" /><Relationship Type="http://schemas.openxmlformats.org/officeDocument/2006/relationships/image" Target="/ppt/media/image3.svg" Id="R881e38f87c2f4e68" /></Relationships>
</file>

<file path=ppt/slideLayouts/_rels/slideLayout2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ab372c9c8c645eb" /><Relationship Type="http://schemas.openxmlformats.org/officeDocument/2006/relationships/image" Target="/ppt/media/image3.png" Id="R7a136d8a8301410d" /><Relationship Type="http://schemas.openxmlformats.org/officeDocument/2006/relationships/image" Target="/ppt/media/image3.svg" Id="R1bbaf180b6954517" /></Relationships>
</file>

<file path=ppt/slideLayouts/_rels/slideLayout3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b32f85d8b1e40b9" /><Relationship Type="http://schemas.openxmlformats.org/officeDocument/2006/relationships/image" Target="/ppt/media/image3.png" Id="R8677043712024366" /><Relationship Type="http://schemas.openxmlformats.org/officeDocument/2006/relationships/image" Target="/ppt/media/image3.svg" Id="R8c38dc06acc54ccb" /></Relationships>
</file>

<file path=ppt/slideLayouts/_rels/slideLayout3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757e4af47746f1" /><Relationship Type="http://schemas.openxmlformats.org/officeDocument/2006/relationships/image" Target="/ppt/media/image3.png" Id="Rdfa11a0f7ee04b99" /><Relationship Type="http://schemas.openxmlformats.org/officeDocument/2006/relationships/image" Target="/ppt/media/image3.svg" Id="R238146275cb443b8" /></Relationships>
</file>

<file path=ppt/slideLayouts/_rels/slideLayout3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97750145b784519" /><Relationship Type="http://schemas.openxmlformats.org/officeDocument/2006/relationships/image" Target="/ppt/media/image3.png" Id="R940ed6a5de3b43a2" /><Relationship Type="http://schemas.openxmlformats.org/officeDocument/2006/relationships/image" Target="/ppt/media/image3.svg" Id="Rf9a2f04899fd46aa" /></Relationships>
</file>

<file path=ppt/slideLayouts/_rels/slideLayout3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c89d1e929c145d3" /><Relationship Type="http://schemas.openxmlformats.org/officeDocument/2006/relationships/image" Target="/ppt/media/image3.png" Id="R544993ba9483473f" /><Relationship Type="http://schemas.openxmlformats.org/officeDocument/2006/relationships/image" Target="/ppt/media/image3.svg" Id="R44908e0ccb294cf8" /></Relationships>
</file>

<file path=ppt/slideLayouts/_rels/slideLayout3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1592b2f3e2d438e" /><Relationship Type="http://schemas.openxmlformats.org/officeDocument/2006/relationships/image" Target="/ppt/media/image3.png" Id="R69bba180fef84a25" /><Relationship Type="http://schemas.openxmlformats.org/officeDocument/2006/relationships/image" Target="/ppt/media/image3.svg" Id="R7bc410073fd54306" /></Relationships>
</file>

<file path=ppt/slideLayouts/_rels/slideLayout3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269ae80d348442a" /><Relationship Type="http://schemas.openxmlformats.org/officeDocument/2006/relationships/image" Target="/ppt/media/image3.png" Id="R9adcac51235e4cd8" /><Relationship Type="http://schemas.openxmlformats.org/officeDocument/2006/relationships/image" Target="/ppt/media/image3.svg" Id="Rf8fbe6edeb6e441d" /></Relationships>
</file>

<file path=ppt/slideLayouts/_rels/slideLayout3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436306647f24b6a" /></Relationships>
</file>

<file path=ppt/slideLayouts/_rels/slideLayout3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44aadd212374845" /></Relationships>
</file>

<file path=ppt/slideLayouts/_rels/slideLayout3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d8678f758c9461a" /></Relationships>
</file>

<file path=ppt/slideLayouts/_rels/slideLayout3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f7a12a2195c4ddc" /></Relationships>
</file>

<file path=ppt/slideLayouts/_rels/slideLayout4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614a19ace3f4c9f" /></Relationships>
</file>

<file path=ppt/slideLayouts/_rels/slideLayout4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9d63e0d181442c1" /></Relationships>
</file>

<file path=ppt/slideLayouts/_rels/slideLayout4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dda44887da94e5a" /></Relationships>
</file>

<file path=ppt/slideLayouts/_rels/slideLayout4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936f2ebcb84121" /></Relationships>
</file>

<file path=ppt/slideLayouts/_rels/slideLayout4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d431abec5db4c23" /></Relationships>
</file>

<file path=ppt/slideLayouts/_rels/slideLayout4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e59ee3530614148" /><Relationship Type="http://schemas.openxmlformats.org/officeDocument/2006/relationships/image" Target="/ppt/media/image3.png" Id="Rdd03790d04e74488" /><Relationship Type="http://schemas.openxmlformats.org/officeDocument/2006/relationships/image" Target="/ppt/media/image3.svg" Id="R33e61446277e46c7" /></Relationships>
</file>

<file path=ppt/slideLayouts/_rels/slideLayout4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b179dcfb19d4d13" /><Relationship Type="http://schemas.openxmlformats.org/officeDocument/2006/relationships/image" Target="/ppt/media/image3.png" Id="Re7a381d1ffc74341" /><Relationship Type="http://schemas.openxmlformats.org/officeDocument/2006/relationships/image" Target="/ppt/media/image3.svg" Id="Rd58a873f728c4f5f" /></Relationships>
</file>

<file path=ppt/slideLayouts/_rels/slideLayout4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ca801664b0f428e" /></Relationships>
</file>

<file path=ppt/slideLayouts/_rels/slideLayout4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a82c08e283b4291" /></Relationships>
</file>

<file path=ppt/slideLayouts/_rels/slideLayout4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6ba009b8c4a4200" /></Relationships>
</file>

<file path=ppt/slideLayouts/_rels/slideLayout5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0a6d819ebcf4aa2" /></Relationships>
</file>

<file path=ppt/slideLayouts/_rels/slideLayout5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40e9e0ea2224182" /></Relationships>
</file>

<file path=ppt/slideLayouts/_rels/slideLayout5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d71cb4e5f294b48" /></Relationships>
</file>

<file path=ppt/slideLayouts/_rels/slideLayout5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1c6f2adebe54bcb" /></Relationships>
</file>

<file path=ppt/slideLayouts/_rels/slideLayout5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ca7b4e812f04a91" /></Relationships>
</file>

<file path=ppt/slideLayouts/_rels/slideLayout5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2f8c01b202a40a8" /></Relationships>
</file>

<file path=ppt/slideLayouts/_rels/slideLayout5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80f773e25e4ca8" /></Relationships>
</file>

<file path=ppt/slideLayouts/_rels/slideLayout5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7e1dad49bb34873" /></Relationships>
</file>

<file path=ppt/slideLayouts/_rels/slideLayout5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e45b1632df44ec5" /></Relationships>
</file>

<file path=ppt/slideLayouts/_rels/slideLayout5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62cb948c6d34c94" /></Relationships>
</file>

<file path=ppt/slideLayouts/_rels/slideLayout6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10780f9b7b94539" /></Relationships>
</file>

<file path=ppt/slideLayouts/_rels/slideLayout6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f10e340a313446a" /><Relationship Type="http://schemas.openxmlformats.org/officeDocument/2006/relationships/image" Target="/ppt/media/image.png" Id="R56082f9bb37f4c0a" /><Relationship Type="http://schemas.openxmlformats.org/officeDocument/2006/relationships/image" Target="/ppt/media/image.svg" Id="R51c64a08455148e0" /></Relationships>
</file>

<file path=ppt/slideLayouts/_rels/slideLayout6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818d59f9f4a4ae7" /></Relationships>
</file>

<file path=ppt/slideLayouts/_rels/slideLayout6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519a28bba1484629" /></Relationships>
</file>

<file path=ppt/slideLayouts/_rels/slideLayout6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0a14b30a2e7e418b" /><Relationship Type="http://schemas.openxmlformats.org/officeDocument/2006/relationships/image" Target="/ppt/media/image2.png" Id="R8fbaca496bea4ea8" /><Relationship Type="http://schemas.openxmlformats.org/officeDocument/2006/relationships/image" Target="/ppt/media/image2.svg" Id="R97a24a89b7cf49d3" /></Relationships>
</file>

<file path=ppt/slideLayouts/_rels/slideLayout6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ef735752bb804d68" /></Relationships>
</file>

<file path=ppt/slideLayouts/_rels/slideLayout6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bcf2e4832384a63" /></Relationships>
</file>

<file path=ppt/slideLayouts/_rels/slideLayout6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d6aae2037adc48d4" /><Relationship Type="http://schemas.openxmlformats.org/officeDocument/2006/relationships/image" Target="/ppt/media/image3.png" Id="R2e02122ce2004901" /><Relationship Type="http://schemas.openxmlformats.org/officeDocument/2006/relationships/image" Target="/ppt/media/image3.svg" Id="R5a453cb4d1584338" /></Relationships>
</file>

<file path=ppt/slideLayouts/_rels/slideLayout6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80c5bb635f364fe8" /></Relationships>
</file>

<file path=ppt/slideLayouts/_rels/slideLayout6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87abe658546f416e" /><Relationship Type="http://schemas.openxmlformats.org/officeDocument/2006/relationships/image" Target="/ppt/media/image3.png" Id="Rab591da1fdbd4eb6" /><Relationship Type="http://schemas.openxmlformats.org/officeDocument/2006/relationships/image" Target="/ppt/media/image3.svg" Id="Ra9ba56bf4ae24b23" /></Relationships>
</file>

<file path=ppt/slideLayouts/_rels/slideLayout7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97379a165ab141d2" /></Relationships>
</file>

<file path=ppt/slideLayouts/_rels/slideLayout7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52232df5f2a24152" /><Relationship Type="http://schemas.openxmlformats.org/officeDocument/2006/relationships/image" Target="/ppt/media/image3.png" Id="R3b2d44c59b8f4990" /><Relationship Type="http://schemas.openxmlformats.org/officeDocument/2006/relationships/image" Target="/ppt/media/image3.svg" Id="R7473bd6b5aee4fdd" /></Relationships>
</file>

<file path=ppt/slideLayouts/_rels/slideLayout7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94c807ac20ae4cc2" /></Relationships>
</file>

<file path=ppt/slideLayouts/_rels/slideLayout7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0dcbbd87861540ec" /><Relationship Type="http://schemas.openxmlformats.org/officeDocument/2006/relationships/image" Target="/ppt/media/image4.png" Id="R7f649fecc3a1489f" /><Relationship Type="http://schemas.openxmlformats.org/officeDocument/2006/relationships/image" Target="/ppt/media/image4.svg" Id="Rb4afcb7b5338463d" /><Relationship Type="http://schemas.openxmlformats.org/officeDocument/2006/relationships/image" Target="/ppt/media/image3.png" Id="R6afb23de11814c11" /><Relationship Type="http://schemas.openxmlformats.org/officeDocument/2006/relationships/image" Target="/ppt/media/image3.svg" Id="R364cd17f52b54e6e" /></Relationships>
</file>

<file path=ppt/slideLayouts/_rels/slideLayout7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8378a93d4ef4900" /></Relationships>
</file>

<file path=ppt/slideLayouts/_rels/slideLayout7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ed526c9163e44e93" /></Relationships>
</file>

<file path=ppt/slideLayouts/_rels/slideLayout7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50bc9098f0374fc6" /></Relationships>
</file>

<file path=ppt/slideLayouts/_rels/slideLayout7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ccafc3d2abb4c78" /></Relationships>
</file>

<file path=ppt/slideLayouts/_rels/slideLayout7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e36ca9054b34957" /></Relationships>
</file>

<file path=ppt/slideLayouts/_rels/slideLayout7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17d84eeda994831" /></Relationships>
</file>

<file path=ppt/slideLayouts/_rels/slideLayout8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5ec4b9213e90473c" /><Relationship Type="http://schemas.openxmlformats.org/officeDocument/2006/relationships/image" Target="/ppt/media/image5.png" Id="R847336ae5e9d4d9a" /><Relationship Type="http://schemas.openxmlformats.org/officeDocument/2006/relationships/image" Target="/ppt/media/image5.svg" Id="Rb765d5d04faa4883" /></Relationships>
</file>

<file path=ppt/slideLayouts/_rels/slideLayout8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d342b1e14a144c73" /><Relationship Type="http://schemas.openxmlformats.org/officeDocument/2006/relationships/image" Target="/ppt/media/image5.png" Id="R75200ebe743b40b2" /><Relationship Type="http://schemas.openxmlformats.org/officeDocument/2006/relationships/image" Target="/ppt/media/image5.svg" Id="R0db9836b75874cd7" /></Relationships>
</file>

<file path=ppt/slideLayouts/_rels/slideLayout8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5218f4377f564c61" /></Relationships>
</file>

<file path=ppt/slideLayouts/_rels/slideLayout8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5d49479ee6964527" /><Relationship Type="http://schemas.openxmlformats.org/officeDocument/2006/relationships/image" Target="/ppt/media/image4.png" Id="R3351ed4efb5e49eb" /><Relationship Type="http://schemas.openxmlformats.org/officeDocument/2006/relationships/image" Target="/ppt/media/image4.svg" Id="R6a02e46a82fe4613" /></Relationships>
</file>

<file path=ppt/slideLayouts/_rels/slideLayout8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7a8aa5ebfae4702" /><Relationship Type="http://schemas.openxmlformats.org/officeDocument/2006/relationships/image" Target="/ppt/media/image4.png" Id="Raef399f81eb44d4c" /><Relationship Type="http://schemas.openxmlformats.org/officeDocument/2006/relationships/image" Target="/ppt/media/image4.svg" Id="R2920bd03eae8422c" /></Relationships>
</file>

<file path=ppt/slideLayouts/_rels/slideLayout8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3faf3ea6fb184580" /></Relationships>
</file>

<file path=ppt/slideLayouts/_rels/slideLayout8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0200b006d764ffd" /></Relationships>
</file>

<file path=ppt/slideLayouts/_rels/slideLayout8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3c7d1023c2f48fb" /></Relationships>
</file>

<file path=ppt/slideLayouts/_rels/slideLayout8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058f96784f145ad" /></Relationships>
</file>

<file path=ppt/slideLayouts/_rels/slideLayout8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5d5182af47241b4" /><Relationship Type="http://schemas.openxmlformats.org/officeDocument/2006/relationships/image" Target="/ppt/media/image3.png" Id="R142508968d85487d" /><Relationship Type="http://schemas.openxmlformats.org/officeDocument/2006/relationships/image" Target="/ppt/media/image3.svg" Id="R6958e5ea8cc14905" /></Relationships>
</file>

<file path=ppt/slideLayouts/_rels/slideLayout9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1154d01f5d35439d" /><Relationship Type="http://schemas.openxmlformats.org/officeDocument/2006/relationships/image" Target="/ppt/media/image3.png" Id="Re1e9142797c04bc9" /><Relationship Type="http://schemas.openxmlformats.org/officeDocument/2006/relationships/image" Target="/ppt/media/image3.svg" Id="R48a18ec9a2f641fd" /></Relationships>
</file>

<file path=ppt/slideLayouts/_rels/slideLayout9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51562aa1820e4c43" /><Relationship Type="http://schemas.openxmlformats.org/officeDocument/2006/relationships/image" Target="/ppt/media/image3.png" Id="Re43399f5ec0a4694" /><Relationship Type="http://schemas.openxmlformats.org/officeDocument/2006/relationships/image" Target="/ppt/media/image3.svg" Id="R8150bf9a9abb4457" /></Relationships>
</file>

<file path=ppt/slideLayouts/_rels/slideLayout9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face52208ac43c0" /><Relationship Type="http://schemas.openxmlformats.org/officeDocument/2006/relationships/image" Target="/ppt/media/image3.png" Id="R630d860493394e52" /><Relationship Type="http://schemas.openxmlformats.org/officeDocument/2006/relationships/image" Target="/ppt/media/image3.svg" Id="R8f09eabc0ec5490e" /></Relationships>
</file>

<file path=ppt/slideLayouts/_rels/slideLayout9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fb36d42f295439b" /><Relationship Type="http://schemas.openxmlformats.org/officeDocument/2006/relationships/image" Target="/ppt/media/image3.png" Id="Ra5643c930d0a4891" /><Relationship Type="http://schemas.openxmlformats.org/officeDocument/2006/relationships/image" Target="/ppt/media/image3.svg" Id="R98343fd2bf1344fc" /></Relationships>
</file>

<file path=ppt/slideLayouts/_rels/slideLayout9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8b50ce56ded43db" /><Relationship Type="http://schemas.openxmlformats.org/officeDocument/2006/relationships/image" Target="/ppt/media/image3.png" Id="Rf423fd81271a46f2" /><Relationship Type="http://schemas.openxmlformats.org/officeDocument/2006/relationships/image" Target="/ppt/media/image3.svg" Id="R853ce256ea9747e1" /></Relationships>
</file>

<file path=ppt/slideLayouts/_rels/slideLayout9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82f19aa39f4444bf" /><Relationship Type="http://schemas.openxmlformats.org/officeDocument/2006/relationships/image" Target="/ppt/media/image3.png" Id="Rb4d285a1cd9a46c2" /><Relationship Type="http://schemas.openxmlformats.org/officeDocument/2006/relationships/image" Target="/ppt/media/image3.svg" Id="Rf8304c0e987b41e6" /></Relationships>
</file>

<file path=ppt/slideLayouts/_rels/slideLayout9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9717a5b737e642ba" /><Relationship Type="http://schemas.openxmlformats.org/officeDocument/2006/relationships/image" Target="/ppt/media/image3.png" Id="R5c2d656d8b884e6d" /><Relationship Type="http://schemas.openxmlformats.org/officeDocument/2006/relationships/image" Target="/ppt/media/image3.svg" Id="Re3c5b3155a914e42" /></Relationships>
</file>

<file path=ppt/slideLayouts/_rels/slideLayout9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dc21476567e4696" /><Relationship Type="http://schemas.openxmlformats.org/officeDocument/2006/relationships/image" Target="/ppt/media/image3.png" Id="Rd8114f55ee524f1c" /><Relationship Type="http://schemas.openxmlformats.org/officeDocument/2006/relationships/image" Target="/ppt/media/image3.svg" Id="Rc42841784df84512" /></Relationships>
</file>

<file path=ppt/slideLayouts/_rels/slideLayout9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9b0cfdca4f0042fb" /></Relationships>
</file>

<file path=ppt/slideLayouts/_rels/slideLayout9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13c7b60c3784e8c" /></Relationships>
</file>

<file path=ppt/slideLayouts/_rels/slideLayout10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0ff0f5e21dfc47b8" /></Relationships>
</file>

<file path=ppt/slideLayouts/_rels/slideLayout10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33da59f7690d426c" /></Relationships>
</file>

<file path=ppt/slideLayouts/_rels/slideLayout10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9835b9f706ab4711" /></Relationships>
</file>

<file path=ppt/slideLayouts/_rels/slideLayout10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17f0627377f54b26" /></Relationships>
</file>

<file path=ppt/slideLayouts/_rels/slideLayout10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daf08c01f08d47d3" /></Relationships>
</file>

<file path=ppt/slideLayouts/_rels/slideLayout10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1a5beba5ceb49c1" /></Relationships>
</file>

<file path=ppt/slideLayouts/_rels/slideLayout10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142dfccfaa264e82" /></Relationships>
</file>

<file path=ppt/slideLayouts/_rels/slideLayout10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0e03f2e66325430b" /><Relationship Type="http://schemas.openxmlformats.org/officeDocument/2006/relationships/image" Target="/ppt/media/image3.png" Id="Raf80f08b97664ab9" /><Relationship Type="http://schemas.openxmlformats.org/officeDocument/2006/relationships/image" Target="/ppt/media/image3.svg" Id="R84193dd581014d19" /></Relationships>
</file>

<file path=ppt/slideLayouts/_rels/slideLayout10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2e1a0515b8745d8" /><Relationship Type="http://schemas.openxmlformats.org/officeDocument/2006/relationships/image" Target="/ppt/media/image3.png" Id="R4973f659ef344ae5" /><Relationship Type="http://schemas.openxmlformats.org/officeDocument/2006/relationships/image" Target="/ppt/media/image3.svg" Id="R20e601949240490a" /></Relationships>
</file>

<file path=ppt/slideLayouts/_rels/slideLayout10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1b11517840eb4a14" /></Relationships>
</file>

<file path=ppt/slideLayouts/_rels/slideLayout1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e7de8163a7b34f0b" /></Relationships>
</file>

<file path=ppt/slideLayouts/_rels/slideLayout1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8f9eede32f7d44ec" /></Relationships>
</file>

<file path=ppt/slideLayouts/_rels/slideLayout1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853999a9abab4a32" /></Relationships>
</file>

<file path=ppt/slideLayouts/_rels/slideLayout1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0250ec5d68d4d59" /></Relationships>
</file>

<file path=ppt/slideLayouts/_rels/slideLayout1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4c9ba47f8044a5d" /></Relationships>
</file>

<file path=ppt/slideLayouts/_rels/slideLayout1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5b4603c72644b0a" /></Relationships>
</file>

<file path=ppt/slideLayouts/_rels/slideLayout1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f13bab6abe20418c" /></Relationships>
</file>

<file path=ppt/slideLayouts/_rels/slideLayout1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50bc5fac3b4442b2" /></Relationships>
</file>

<file path=ppt/slideLayouts/_rels/slideLayout1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591cf0baadef4cbc" /></Relationships>
</file>

<file path=ppt/slideLayouts/_rels/slideLayout1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515b833127c840ba" /></Relationships>
</file>

<file path=ppt/slideLayouts/_rels/slideLayout1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8ed92a8244e4c85" /></Relationships>
</file>

<file path=ppt/slideLayouts/_rels/slideLayout12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901918e8e6804f25" /></Relationships>
</file>

<file path=ppt/slideLayouts/_rels/slideLayout12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18b4e1cb1fe4f0a" /></Relationships>
</file>

<file path=ppt/slideLayouts/_rels/slideLayout12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d7db3dbfcdfc4cff" /><Relationship Type="http://schemas.openxmlformats.org/officeDocument/2006/relationships/image" Target="/ppt/media/image.png" Id="R4a2e9eaf4f724323" /><Relationship Type="http://schemas.openxmlformats.org/officeDocument/2006/relationships/image" Target="/ppt/media/image.svg" Id="Rea1475d2c2a4490a" /></Relationships>
</file>

<file path=ppt/slideLayouts/slideLayout1.xml><?xml version="1.0" encoding="utf-8"?>
<p:sldLayout xmlns:p="http://schemas.openxmlformats.org/presentationml/2006/main" showMasterSp="0" preserve="1">
  <p:cSld name="Logo Slide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Grafik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208ba234134f84">
            <a:extLst>
              <a:ext uri="{96DAC541-7B7A-43D3-8B79-37D633B846F1}">
                <asvg:svgBlip xmlns:asvg="http://schemas.microsoft.com/office/drawing/2016/SVG/main" r:embed="R4af950b68cf542cb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54039" y="3149583"/>
            <a:ext cx="3083922" cy="558832"/>
          </a:xfrm>
          <a:prstGeom xmlns:a="http://schemas.openxmlformats.org/drawingml/2006/main" prst="rect">
            <a:avLst/>
          </a:prstGeom>
        </p:spPr>
      </p:pic>
      <p:sp>
        <p:nvSpPr>
          <p:cNvPr id="2" name="Datumsplatzhalter 1">
            <a:extLst xmlns:a="http://schemas.openxmlformats.org/drawingml/2006/main">
              <a:ext uri="{FF2B5EF4-FFF2-40B4-BE49-F238E27FC236}">
                <a16:creationId xmlns:a16="http://schemas.microsoft.com/office/drawing/2014/main" id="{0FA7AEBB-B69C-AAD8-20FA-DB8761E1DFB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7" name="Fußzeilenplatzhalter 6">
            <a:extLst xmlns:a="http://schemas.openxmlformats.org/drawingml/2006/main">
              <a:ext uri="{FF2B5EF4-FFF2-40B4-BE49-F238E27FC236}">
                <a16:creationId xmlns:a16="http://schemas.microsoft.com/office/drawing/2014/main" id="{65EEE200-7763-292E-E2C8-980814C3A35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3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E8F691CA-EE3F-7A8F-A5A6-1F794D5A95F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2.xml><?xml version="1.0" encoding="utf-8"?>
<p:sldLayout xmlns:p="http://schemas.openxmlformats.org/presentationml/2006/main" preserve="1">
  <p:cSld name="Intro Slides">
    <p:bg>
      <p:bgPr>
        <a:solidFill xmlns:a="http://schemas.openxmlformats.org/drawingml/2006/main">
          <a:schemeClr val="tx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feld 5">
            <a:extLst xmlns:a="http://schemas.openxmlformats.org/drawingml/2006/main">
              <a:ext uri="{FF2B5EF4-FFF2-40B4-BE49-F238E27FC236}">
                <a16:creationId xmlns:a16="http://schemas.microsoft.com/office/drawing/2014/main" id="{EB4D9AFF-BFB1-3060-5E48-71EBC380E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101" y="1888014"/>
            <a:ext cx="11819898" cy="25691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611"/>
              </a:spcBef>
              <a:spcAft>
                <a:spcPts val="611"/>
              </a:spcAft>
              <a:buClr>
                <a:schemeClr val="accent4"/>
              </a:buClr>
              <a:buFont typeface="Arial"/>
              <a:buNone/>
            </a:pPr>
            <a:r>
              <a:rPr sz="11516" b="1">
                <a:solidFill>
                  <a:schemeClr val="bg1"/>
                </a:solidFill>
                <a:latin typeface="+mn-lt"/>
                <a:ea typeface="+mn-lt"/>
                <a:cs typeface="+mn-lt"/>
              </a:rPr>
              <a:t>Internal master</a:t>
            </a:r>
            <a:br/>
            <a:r>
              <a:rPr sz="14064" b="1">
                <a:solidFill>
                  <a:schemeClr val="bg1"/>
                </a:solidFill>
                <a:latin typeface="+mn-lt"/>
                <a:ea typeface="+mn-lt"/>
                <a:cs typeface="+mn-lt"/>
              </a:rPr>
              <a:t>Intro slides</a:t>
            </a:r>
          </a:p>
        </p:txBody>
      </p:sp>
      <p:sp>
        <p:nvSpPr>
          <p:cNvPr id="7" name="Rechteck 6">
            <a:extLst xmlns:a="http://schemas.openxmlformats.org/drawingml/2006/main">
              <a:ext uri="{FF2B5EF4-FFF2-40B4-BE49-F238E27FC236}">
                <a16:creationId xmlns:a16="http://schemas.microsoft.com/office/drawing/2014/main" id="{8E99E6B3-1DE5-748B-A56B-C7615EF26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102" y="420637"/>
            <a:ext cx="3596446" cy="512854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220127" tIns="220127" rIns="220127" bIns="220127" anchor="ctr"/>
          <a:lstStyle xmlns:a="http://schemas.openxmlformats.org/drawingml/2006/main"/>
          <a:p xmlns:a="http://schemas.openxmlformats.org/drawingml/2006/main">
            <a:pPr algn="ctr">
              <a:spcBef>
                <a:spcPts val="611"/>
              </a:spcBef>
              <a:spcAft>
                <a:spcPts val="611"/>
              </a:spcAft>
              <a:buClr>
                <a:schemeClr val="bg1"/>
              </a:buClr>
              <a:buNone/>
            </a:pPr>
            <a:r>
              <a:rPr sz="1834">
                <a:solidFill>
                  <a:schemeClr val="tx1"/>
                </a:solidFill>
              </a:rPr>
              <a:t>Not for layout purposes</a:t>
            </a:r>
          </a:p>
        </p:txBody>
      </p:sp>
      <p:sp>
        <p:nvSpPr>
          <p:cNvPr id="11" name="Rechteck 10">
            <a:extLst xmlns:a="http://schemas.openxmlformats.org/drawingml/2006/main">
              <a:ext uri="{FF2B5EF4-FFF2-40B4-BE49-F238E27FC236}">
                <a16:creationId xmlns:a16="http://schemas.microsoft.com/office/drawing/2014/main" id="{D034F769-59D0-5FCD-0FF6-F4348DF03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5300" y="0"/>
            <a:ext cx="1614599" cy="137354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220127" tIns="220127" rIns="220127" bIns="220127" anchor="ctr"/>
          <a:lstStyle xmlns:a="http://schemas.openxmlformats.org/drawingml/2006/main"/>
          <a:p xmlns:a="http://schemas.openxmlformats.org/drawingml/2006/main">
            <a:pPr algn="ctr">
              <a:spcBef>
                <a:spcPts val="611"/>
              </a:spcBef>
              <a:spcAft>
                <a:spcPts val="611"/>
              </a:spcAft>
              <a:buClr>
                <a:schemeClr val="bg1"/>
              </a:buClr>
              <a:buNone/>
            </a:pPr>
            <a:endParaRPr sz="1834">
              <a:solidFill>
                <a:schemeClr val="bg1"/>
              </a:solidFill>
            </a:endParaRPr>
          </a:p>
        </p:txBody>
      </p:sp>
    </p:spTree>
  </p:cSld>
  <p:hf sldNum="0" hdr="0" ftr="0" dt="0"/>
</p:sldLayout>
</file>

<file path=ppt/slideLayouts/slideLayout3.xml><?xml version="1.0" encoding="utf-8"?>
<p:sldLayout xmlns:p="http://schemas.openxmlformats.org/presentationml/2006/main" preserve="1">
  <p:cSld name="Presentation 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Bildplatzhalter 8">
            <a:extLst xmlns:a="http://schemas.openxmlformats.org/drawingml/2006/main">
              <a:ext uri="{FF2B5EF4-FFF2-40B4-BE49-F238E27FC236}">
                <a16:creationId xmlns:a16="http://schemas.microsoft.com/office/drawing/2014/main" id="{FAC117FD-470D-2D7A-475A-47983E4B22FB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0" y="1"/>
            <a:ext cx="6023198" cy="6511782"/>
          </a:xfrm>
        </p:spPr>
        <p:txBody>
          <a:bodyPr xmlns:a="http://schemas.openxmlformats.org/drawingml/2006/main" tIns="180000" anchor="ctr"/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 sz="1223"/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E09CFDC6-3065-D922-CF6E-9504EB7B0A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23325" y="1888013"/>
            <a:ext cx="4036497" cy="1540178"/>
          </a:xfrm>
        </p:spPr>
        <p:txBody>
          <a:bodyPr xmlns:a="http://schemas.openxmlformats.org/drawingml/2006/main" vert="horz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17" name="Textplatzhalter 16">
            <a:extLst xmlns:a="http://schemas.openxmlformats.org/drawingml/2006/main">
              <a:ext uri="{FF2B5EF4-FFF2-40B4-BE49-F238E27FC236}">
                <a16:creationId xmlns:a16="http://schemas.microsoft.com/office/drawing/2014/main" id="{6CBEBFA2-4B0E-A9E4-8E74-2AC5CB8E1881}"/>
              </a:ext>
            </a:extLst>
          </p:cNvPr>
          <p:cNvSpPr>
            <a:spLocks xmlns:a="http://schemas.openxmlformats.org/drawingml/2006/main" noGrp="1"/>
          </p:cNvSpPr>
          <p:nvPr>
            <p:ph type="body" idx="16"/>
          </p:nvPr>
        </p:nvSpPr>
        <p:spPr>
          <a:xfrm xmlns:a="http://schemas.openxmlformats.org/drawingml/2006/main">
            <a:off x="7123326" y="3502612"/>
            <a:ext cx="4036496" cy="198184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1pPr>
            <a:lvl2pPr marL="0" indent="0">
              <a:spcBef>
                <a:spcPts val="1223"/>
              </a:spcBef>
              <a:spcAft>
                <a:spcPts val="1223"/>
              </a:spcAft>
              <a:buNone/>
              <a:defRPr sz="2242"/>
            </a:lvl2pPr>
            <a:lvl3pPr marL="0" indent="0">
              <a:spcBef>
                <a:spcPts val="1223"/>
              </a:spcBef>
              <a:spcAft>
                <a:spcPts val="1223"/>
              </a:spcAft>
              <a:buNone/>
              <a:defRPr sz="2242"/>
            </a:lvl3pPr>
            <a:lvl4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4pPr>
            <a:lvl5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5pPr>
            <a:lvl6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6pPr>
            <a:lvl7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7pPr>
            <a:lvl8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8pPr>
            <a:lvl9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13" name="Textplatzhalter 12">
            <a:extLst xmlns:a="http://schemas.openxmlformats.org/drawingml/2006/main">
              <a:ext uri="{FF2B5EF4-FFF2-40B4-BE49-F238E27FC236}">
                <a16:creationId xmlns:a16="http://schemas.microsoft.com/office/drawing/2014/main" id="{6AF9FA2C-9CCB-801D-8BC1-78313438EFFF}"/>
              </a:ext>
            </a:extLst>
          </p:cNvPr>
          <p:cNvSpPr>
            <a:spLocks xmlns:a="http://schemas.openxmlformats.org/drawingml/2006/main" noGrp="1"/>
          </p:cNvSpPr>
          <p:nvPr>
            <p:ph type="body" idx="18"/>
          </p:nvPr>
        </p:nvSpPr>
        <p:spPr>
          <a:xfrm xmlns:a="http://schemas.openxmlformats.org/drawingml/2006/main">
            <a:off x="7123326" y="5557261"/>
            <a:ext cx="4036496" cy="954521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1pPr>
            <a:lvl2pPr marL="0" indent="0">
              <a:spcBef>
                <a:spcPts val="611"/>
              </a:spcBef>
              <a:spcAft>
                <a:spcPts val="611"/>
              </a:spcAft>
              <a:buNone/>
              <a:defRPr sz="1834"/>
            </a:lvl2pPr>
            <a:lvl3pPr marL="0" indent="0">
              <a:spcBef>
                <a:spcPts val="611"/>
              </a:spcBef>
              <a:spcAft>
                <a:spcPts val="611"/>
              </a:spcAft>
              <a:buNone/>
              <a:defRPr sz="1834"/>
            </a:lvl3pPr>
            <a:lvl4pPr marL="0" indent="0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4pPr>
            <a:lvl5pPr marL="0" indent="0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5pPr>
            <a:lvl6pPr marL="0" indent="0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6pPr>
            <a:lvl7pPr marL="0" indent="0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7pPr>
            <a:lvl8pPr marL="0" indent="0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8pPr>
            <a:lvl9pPr marL="0" indent="0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7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0A86ABB0-DDAC-FE0D-CA47-D4DBDAB190DC}"/>
              </a:ext>
            </a:extLst>
          </p:cNvPr>
          <p:cNvSpPr>
            <a:spLocks xmlns:a="http://schemas.openxmlformats.org/drawingml/2006/main" noGrp="1"/>
          </p:cNvSpPr>
          <p:nvPr>
            <p:ph type="dgm" idx="17"/>
          </p:nvPr>
        </p:nvSpPr>
        <p:spPr>
          <a:xfrm xmlns:a="http://schemas.openxmlformats.org/drawingml/2006/main">
            <a:off x="5710918" y="2094287"/>
            <a:ext cx="1229045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3" name="Datumsplatzhalter 2">
            <a:extLst xmlns:a="http://schemas.openxmlformats.org/drawingml/2006/main">
              <a:ext uri="{FF2B5EF4-FFF2-40B4-BE49-F238E27FC236}">
                <a16:creationId xmlns:a16="http://schemas.microsoft.com/office/drawing/2014/main" id="{B59D4549-0A5B-9C7E-2B0E-BB01F92D7AA0}"/>
              </a:ext>
            </a:extLst>
          </p:cNvPr>
          <p:cNvSpPr>
            <a:spLocks xmlns:a="http://schemas.openxmlformats.org/drawingml/2006/main" noGrp="1"/>
          </p:cNvSpPr>
          <p:nvPr>
            <p:ph type="dt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4" name="Fußzeilenplatzhalter 3">
            <a:extLst xmlns:a="http://schemas.openxmlformats.org/drawingml/2006/main">
              <a:ext uri="{FF2B5EF4-FFF2-40B4-BE49-F238E27FC236}">
                <a16:creationId xmlns:a16="http://schemas.microsoft.com/office/drawing/2014/main" id="{63E2654B-A30C-B827-5997-59190D9D1F1C}"/>
              </a:ext>
            </a:extLst>
          </p:cNvPr>
          <p:cNvSpPr>
            <a:spLocks xmlns:a="http://schemas.openxmlformats.org/drawingml/2006/main" noGrp="1"/>
          </p:cNvSpPr>
          <p:nvPr>
            <p:ph type="ftr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6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7871BB6F-EFAE-301F-F208-0B7469EED22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4.xml><?xml version="1.0" encoding="utf-8"?>
<p:sldLayout xmlns:p="http://schemas.openxmlformats.org/presentationml/2006/main" preserve="1">
  <p:cSld name="Presentation Title - 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E09CFDC6-3065-D922-CF6E-9504EB7B0A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986701" y="1888013"/>
            <a:ext cx="6091148" cy="1540178"/>
          </a:xfrm>
        </p:spPr>
        <p:txBody>
          <a:bodyPr xmlns:a="http://schemas.openxmlformats.org/drawingml/2006/main" vert="horz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17" name="Textplatzhalter 16">
            <a:extLst xmlns:a="http://schemas.openxmlformats.org/drawingml/2006/main">
              <a:ext uri="{FF2B5EF4-FFF2-40B4-BE49-F238E27FC236}">
                <a16:creationId xmlns:a16="http://schemas.microsoft.com/office/drawing/2014/main" id="{6CBEBFA2-4B0E-A9E4-8E74-2AC5CB8E1881}"/>
              </a:ext>
            </a:extLst>
          </p:cNvPr>
          <p:cNvSpPr>
            <a:spLocks xmlns:a="http://schemas.openxmlformats.org/drawingml/2006/main" noGrp="1"/>
          </p:cNvSpPr>
          <p:nvPr>
            <p:ph type="body" idx="16"/>
          </p:nvPr>
        </p:nvSpPr>
        <p:spPr>
          <a:xfrm xmlns:a="http://schemas.openxmlformats.org/drawingml/2006/main">
            <a:off x="1986701" y="3502612"/>
            <a:ext cx="6091146" cy="198184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1pPr>
            <a:lvl2pPr marL="0" indent="0">
              <a:spcBef>
                <a:spcPts val="1223"/>
              </a:spcBef>
              <a:spcAft>
                <a:spcPts val="1223"/>
              </a:spcAft>
              <a:buNone/>
              <a:defRPr sz="2242"/>
            </a:lvl2pPr>
            <a:lvl3pPr marL="0" indent="0">
              <a:spcBef>
                <a:spcPts val="1223"/>
              </a:spcBef>
              <a:spcAft>
                <a:spcPts val="1223"/>
              </a:spcAft>
              <a:buNone/>
              <a:defRPr sz="2242"/>
            </a:lvl3pPr>
            <a:lvl4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4pPr>
            <a:lvl5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5pPr>
            <a:lvl6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6pPr>
            <a:lvl7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7pPr>
            <a:lvl8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8pPr>
            <a:lvl9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13" name="Textplatzhalter 12">
            <a:extLst xmlns:a="http://schemas.openxmlformats.org/drawingml/2006/main">
              <a:ext uri="{FF2B5EF4-FFF2-40B4-BE49-F238E27FC236}">
                <a16:creationId xmlns:a16="http://schemas.microsoft.com/office/drawing/2014/main" id="{6AF9FA2C-9CCB-801D-8BC1-78313438EFFF}"/>
              </a:ext>
            </a:extLst>
          </p:cNvPr>
          <p:cNvSpPr>
            <a:spLocks xmlns:a="http://schemas.openxmlformats.org/drawingml/2006/main" noGrp="1"/>
          </p:cNvSpPr>
          <p:nvPr>
            <p:ph type="body" idx="18"/>
          </p:nvPr>
        </p:nvSpPr>
        <p:spPr>
          <a:xfrm xmlns:a="http://schemas.openxmlformats.org/drawingml/2006/main">
            <a:off x="1986701" y="5557261"/>
            <a:ext cx="6091146" cy="954521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1pPr>
            <a:lvl2pPr marL="0" indent="0">
              <a:spcBef>
                <a:spcPts val="611"/>
              </a:spcBef>
              <a:spcAft>
                <a:spcPts val="611"/>
              </a:spcAft>
              <a:buNone/>
              <a:defRPr sz="1834"/>
            </a:lvl2pPr>
            <a:lvl3pPr marL="0" indent="0">
              <a:spcBef>
                <a:spcPts val="611"/>
              </a:spcBef>
              <a:spcAft>
                <a:spcPts val="611"/>
              </a:spcAft>
              <a:buNone/>
              <a:defRPr sz="1834"/>
            </a:lvl3pPr>
            <a:lvl4pPr marL="0" indent="0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4pPr>
            <a:lvl5pPr marL="0" indent="0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5pPr>
            <a:lvl6pPr marL="0" indent="0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6pPr>
            <a:lvl7pPr marL="0" indent="0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7pPr>
            <a:lvl8pPr marL="0" indent="0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8pPr>
            <a:lvl9pPr marL="0" indent="0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7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0A86ABB0-DDAC-FE0D-CA47-D4DBDAB190DC}"/>
              </a:ext>
            </a:extLst>
          </p:cNvPr>
          <p:cNvSpPr>
            <a:spLocks xmlns:a="http://schemas.openxmlformats.org/drawingml/2006/main" noGrp="1"/>
          </p:cNvSpPr>
          <p:nvPr>
            <p:ph type="dgm" idx="17"/>
          </p:nvPr>
        </p:nvSpPr>
        <p:spPr>
          <a:xfrm xmlns:a="http://schemas.openxmlformats.org/drawingml/2006/main" flipV="1">
            <a:off x="21840" y="2094287"/>
            <a:ext cx="1781498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3" name="Datumsplatzhalter 2">
            <a:extLst xmlns:a="http://schemas.openxmlformats.org/drawingml/2006/main">
              <a:ext uri="{FF2B5EF4-FFF2-40B4-BE49-F238E27FC236}">
                <a16:creationId xmlns:a16="http://schemas.microsoft.com/office/drawing/2014/main" id="{3211A596-9844-5263-2842-151460F156A8}"/>
              </a:ext>
            </a:extLst>
          </p:cNvPr>
          <p:cNvSpPr>
            <a:spLocks xmlns:a="http://schemas.openxmlformats.org/drawingml/2006/main" noGrp="1"/>
          </p:cNvSpPr>
          <p:nvPr>
            <p:ph type="dt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4" name="Fußzeilenplatzhalter 3">
            <a:extLst xmlns:a="http://schemas.openxmlformats.org/drawingml/2006/main">
              <a:ext uri="{FF2B5EF4-FFF2-40B4-BE49-F238E27FC236}">
                <a16:creationId xmlns:a16="http://schemas.microsoft.com/office/drawing/2014/main" id="{A10196F3-9686-84CB-572B-D6D9CC7EB0F3}"/>
              </a:ext>
            </a:extLst>
          </p:cNvPr>
          <p:cNvSpPr>
            <a:spLocks xmlns:a="http://schemas.openxmlformats.org/drawingml/2006/main" noGrp="1"/>
          </p:cNvSpPr>
          <p:nvPr>
            <p:ph type="ftr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6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F2E1FE7D-954E-AEB3-9C9A-D0BD3800BF6E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5.xml><?xml version="1.0" encoding="utf-8"?>
<p:sldLayout xmlns:p="http://schemas.openxmlformats.org/presentationml/2006/main" preserve="1">
  <p:cSld name="Agenda + Pictur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2C65CC84-F51F-981C-9818-237CE520FF47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959378" y="933490"/>
            <a:ext cx="5063822" cy="954522"/>
          </a:xfrm>
        </p:spPr>
        <p:txBody>
          <a:bodyPr xmlns:a="http://schemas.openxmlformats.org/drawingml/2006/main" vert="horz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Agenda Titel</a:t>
            </a:r>
          </a:p>
        </p:txBody>
      </p:sp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479C6221-BAFE-3496-4DB6-276B07BA46A6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6" y="2475287"/>
            <a:ext cx="5063822" cy="4036497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458595" indent="-458595">
              <a:spcBef>
                <a:spcPts val="1834"/>
              </a:spcBef>
              <a:spcAft>
                <a:spcPts val="0"/>
              </a:spcAft>
              <a:buClr>
                <a:schemeClr val="accent4"/>
              </a:buClr>
              <a:buFont typeface="+mj-lt"/>
              <a:buAutoNum type="arabicPeriod"/>
              <a:defRPr sz="2242"/>
            </a:lvl1pPr>
            <a:lvl2pPr marL="458595" indent="0">
              <a:spcBef>
                <a:spcPts val="0"/>
              </a:spcBef>
              <a:spcAft>
                <a:spcPts val="0"/>
              </a:spcAft>
              <a:buFont typeface="+mj-lt"/>
              <a:buNone/>
              <a:defRPr sz="1834">
                <a:solidFill>
                  <a:schemeClr val="tx1"/>
                </a:solidFill>
              </a:defRPr>
            </a:lvl2pPr>
            <a:lvl3pPr marL="458595" indent="0">
              <a:spcBef>
                <a:spcPts val="0"/>
              </a:spcBef>
              <a:spcAft>
                <a:spcPts val="0"/>
              </a:spcAft>
              <a:buFont typeface="+mj-lt"/>
              <a:buNone/>
              <a:defRPr sz="1834">
                <a:solidFill>
                  <a:schemeClr val="tx1"/>
                </a:solidFill>
              </a:defRPr>
            </a:lvl3pPr>
            <a:lvl4pPr marL="458595" indent="0">
              <a:spcBef>
                <a:spcPts val="0"/>
              </a:spcBef>
              <a:spcAft>
                <a:spcPts val="0"/>
              </a:spcAft>
              <a:buNone/>
              <a:defRPr sz="1834">
                <a:solidFill>
                  <a:schemeClr val="tx1"/>
                </a:solidFill>
              </a:defRPr>
            </a:lvl4pPr>
            <a:lvl5pPr marL="458595" indent="0">
              <a:spcBef>
                <a:spcPts val="0"/>
              </a:spcBef>
              <a:spcAft>
                <a:spcPts val="0"/>
              </a:spcAft>
              <a:buFont typeface="+mj-lt"/>
              <a:buNone/>
              <a:defRPr sz="1834">
                <a:solidFill>
                  <a:schemeClr val="tx1"/>
                </a:solidFill>
              </a:defRPr>
            </a:lvl5pPr>
            <a:lvl6pPr marL="458595" indent="0">
              <a:spcBef>
                <a:spcPts val="0"/>
              </a:spcBef>
              <a:spcAft>
                <a:spcPts val="0"/>
              </a:spcAft>
              <a:buFont typeface="+mj-lt"/>
              <a:buNone/>
              <a:defRPr sz="1834">
                <a:solidFill>
                  <a:schemeClr val="tx1"/>
                </a:solidFill>
              </a:defRPr>
            </a:lvl6pPr>
            <a:lvl7pPr marL="458595" indent="0">
              <a:spcBef>
                <a:spcPts val="0"/>
              </a:spcBef>
              <a:spcAft>
                <a:spcPts val="0"/>
              </a:spcAft>
              <a:buFont typeface="+mj-lt"/>
              <a:buNone/>
              <a:defRPr sz="1834">
                <a:solidFill>
                  <a:schemeClr val="tx1"/>
                </a:solidFill>
              </a:defRPr>
            </a:lvl7pPr>
            <a:lvl8pPr marL="458595" indent="0">
              <a:spcBef>
                <a:spcPts val="0"/>
              </a:spcBef>
              <a:spcAft>
                <a:spcPts val="0"/>
              </a:spcAft>
              <a:buFont typeface="+mj-lt"/>
              <a:buNone/>
              <a:defRPr sz="1834">
                <a:solidFill>
                  <a:schemeClr val="tx1"/>
                </a:solidFill>
              </a:defRPr>
            </a:lvl8pPr>
            <a:lvl9pPr marL="458595" indent="0">
              <a:spcBef>
                <a:spcPts val="0"/>
              </a:spcBef>
              <a:spcAft>
                <a:spcPts val="0"/>
              </a:spcAft>
              <a:buFont typeface="+mj-lt"/>
              <a:buNone/>
              <a:defRPr sz="1834">
                <a:solidFill>
                  <a:schemeClr val="tx1"/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9" name="Bildplatzhalter 8">
            <a:extLst xmlns:a="http://schemas.openxmlformats.org/drawingml/2006/main">
              <a:ext uri="{FF2B5EF4-FFF2-40B4-BE49-F238E27FC236}">
                <a16:creationId xmlns:a16="http://schemas.microsoft.com/office/drawing/2014/main" id="{3675021C-79E6-11F4-F86F-7FB4DDE20A7A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7123326" y="1"/>
            <a:ext cx="5068675" cy="6858000"/>
          </a:xfrm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6" name="Gerader Verbinder 5">
            <a:extLst xmlns:a="http://schemas.openxmlformats.org/drawingml/2006/main">
              <a:ext uri="{FF2B5EF4-FFF2-40B4-BE49-F238E27FC236}">
                <a16:creationId xmlns:a16="http://schemas.microsoft.com/office/drawing/2014/main" id="{3B7E0E92-AA2D-46E9-9894-C064694F0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FESTO-Logo">
            <a:extLst xmlns:a="http://schemas.openxmlformats.org/drawingml/2006/main">
              <a:ext uri="{FF2B5EF4-FFF2-40B4-BE49-F238E27FC236}">
                <a16:creationId xmlns:a16="http://schemas.microsoft.com/office/drawing/2014/main" id="{35FFA34E-8FC3-2461-93DD-6CCE57BCBB8F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488561" y="0"/>
            <a:ext cx="1217350" cy="122060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d9f08e2661e14aff">
              <a:extLst>
                <a:ext uri="{96DAC541-7B7A-43D3-8B79-37D633B846F1}">
                  <asvg:svgBlip xmlns:asvg="http://schemas.microsoft.com/office/drawing/2016/SVG/main" r:embed="R1bced28b0de84e58"/>
                </a:ext>
              </a:extLst>
            </a:blip>
            <a:srcRect l="0" t="0" r="0" b="0"/>
            <a:stretch>
              <a:fillRect l="-200" t="-900" r="0" b="100"/>
            </a:stretch>
          </a:blip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3" name="Datumsplatzhalter 2">
            <a:extLst xmlns:a="http://schemas.openxmlformats.org/drawingml/2006/main">
              <a:ext uri="{FF2B5EF4-FFF2-40B4-BE49-F238E27FC236}">
                <a16:creationId xmlns:a16="http://schemas.microsoft.com/office/drawing/2014/main" id="{D9320C13-E4DE-CCD8-8385-E2BA3B6122F0}"/>
              </a:ext>
            </a:extLst>
          </p:cNvPr>
          <p:cNvSpPr>
            <a:spLocks xmlns:a="http://schemas.openxmlformats.org/drawingml/2006/main" noGrp="1"/>
          </p:cNvSpPr>
          <p:nvPr>
            <p:ph type="dt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4" name="Fußzeilenplatzhalter 3">
            <a:extLst xmlns:a="http://schemas.openxmlformats.org/drawingml/2006/main">
              <a:ext uri="{FF2B5EF4-FFF2-40B4-BE49-F238E27FC236}">
                <a16:creationId xmlns:a16="http://schemas.microsoft.com/office/drawing/2014/main" id="{5910172C-7934-CDEC-A180-65F173A7617A}"/>
              </a:ext>
            </a:extLst>
          </p:cNvPr>
          <p:cNvSpPr>
            <a:spLocks xmlns:a="http://schemas.openxmlformats.org/drawingml/2006/main" noGrp="1"/>
          </p:cNvSpPr>
          <p:nvPr>
            <p:ph type="ftr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8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70AC871A-78D1-2A57-A451-8BE4A24D5DF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6.xml><?xml version="1.0" encoding="utf-8"?>
<p:sldLayout xmlns:p="http://schemas.openxmlformats.org/presentationml/2006/main" preserve="1">
  <p:cSld name="Agenda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2C65CC84-F51F-981C-9818-237CE520FF47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959377" y="933490"/>
            <a:ext cx="3009172" cy="954522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Agenda Titel</a:t>
            </a:r>
          </a:p>
        </p:txBody>
      </p:sp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479C6221-BAFE-3496-4DB6-276B07BA46A6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6" y="2475287"/>
            <a:ext cx="9173121" cy="4036497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458595" indent="-458595">
              <a:spcBef>
                <a:spcPts val="1834"/>
              </a:spcBef>
              <a:spcAft>
                <a:spcPts val="0"/>
              </a:spcAft>
              <a:buClr>
                <a:schemeClr val="accent4"/>
              </a:buClr>
              <a:buFont typeface="+mj-lt"/>
              <a:buAutoNum type="arabicPeriod"/>
              <a:defRPr b="0"/>
            </a:lvl1pPr>
            <a:lvl2pPr marL="458595" indent="0">
              <a:spcBef>
                <a:spcPts val="0"/>
              </a:spcBef>
              <a:spcAft>
                <a:spcPts val="0"/>
              </a:spcAft>
              <a:buFont typeface="+mj-lt"/>
              <a:buNone/>
              <a:defRPr sz="1834">
                <a:solidFill>
                  <a:schemeClr val="tx1"/>
                </a:solidFill>
              </a:defRPr>
            </a:lvl2pPr>
            <a:lvl3pPr marL="458595" indent="0">
              <a:spcBef>
                <a:spcPts val="0"/>
              </a:spcBef>
              <a:spcAft>
                <a:spcPts val="0"/>
              </a:spcAft>
              <a:buFont typeface="+mj-lt"/>
              <a:buNone/>
              <a:defRPr sz="1834">
                <a:solidFill>
                  <a:schemeClr val="tx1"/>
                </a:solidFill>
              </a:defRPr>
            </a:lvl3pPr>
            <a:lvl4pPr marL="458595" indent="0">
              <a:spcBef>
                <a:spcPts val="0"/>
              </a:spcBef>
              <a:spcAft>
                <a:spcPts val="0"/>
              </a:spcAft>
              <a:buNone/>
              <a:defRPr sz="1834">
                <a:solidFill>
                  <a:schemeClr val="tx1"/>
                </a:solidFill>
              </a:defRPr>
            </a:lvl4pPr>
            <a:lvl5pPr marL="458595" indent="0">
              <a:spcBef>
                <a:spcPts val="0"/>
              </a:spcBef>
              <a:spcAft>
                <a:spcPts val="0"/>
              </a:spcAft>
              <a:buFont typeface="+mj-lt"/>
              <a:buNone/>
              <a:defRPr sz="1834">
                <a:solidFill>
                  <a:schemeClr val="tx1"/>
                </a:solidFill>
              </a:defRPr>
            </a:lvl5pPr>
            <a:lvl6pPr marL="458595" indent="0">
              <a:spcBef>
                <a:spcPts val="0"/>
              </a:spcBef>
              <a:spcAft>
                <a:spcPts val="0"/>
              </a:spcAft>
              <a:buFont typeface="+mj-lt"/>
              <a:buNone/>
              <a:defRPr sz="1834">
                <a:solidFill>
                  <a:schemeClr val="tx1"/>
                </a:solidFill>
              </a:defRPr>
            </a:lvl6pPr>
            <a:lvl7pPr marL="458595" indent="0">
              <a:spcBef>
                <a:spcPts val="0"/>
              </a:spcBef>
              <a:spcAft>
                <a:spcPts val="0"/>
              </a:spcAft>
              <a:buFont typeface="+mj-lt"/>
              <a:buNone/>
              <a:defRPr sz="1834">
                <a:solidFill>
                  <a:schemeClr val="tx1"/>
                </a:solidFill>
              </a:defRPr>
            </a:lvl7pPr>
            <a:lvl8pPr marL="458595" indent="0">
              <a:spcBef>
                <a:spcPts val="0"/>
              </a:spcBef>
              <a:spcAft>
                <a:spcPts val="0"/>
              </a:spcAft>
              <a:buFont typeface="+mj-lt"/>
              <a:buNone/>
              <a:defRPr sz="1834">
                <a:solidFill>
                  <a:schemeClr val="tx1"/>
                </a:solidFill>
              </a:defRPr>
            </a:lvl8pPr>
            <a:lvl9pPr marL="458595" indent="0">
              <a:spcBef>
                <a:spcPts val="0"/>
              </a:spcBef>
              <a:spcAft>
                <a:spcPts val="0"/>
              </a:spcAft>
              <a:buFont typeface="+mj-lt"/>
              <a:buNone/>
              <a:defRPr sz="1834">
                <a:solidFill>
                  <a:schemeClr val="tx1"/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3" name="Gerader Verbinder 2">
            <a:extLst xmlns:a="http://schemas.openxmlformats.org/drawingml/2006/main">
              <a:ext uri="{FF2B5EF4-FFF2-40B4-BE49-F238E27FC236}">
                <a16:creationId xmlns:a16="http://schemas.microsoft.com/office/drawing/2014/main" id="{D46880EA-E2CA-4B92-A584-F035A6DA6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" name="Datumsplatzhalter 5">
            <a:extLst xmlns:a="http://schemas.openxmlformats.org/drawingml/2006/main">
              <a:ext uri="{FF2B5EF4-FFF2-40B4-BE49-F238E27FC236}">
                <a16:creationId xmlns:a16="http://schemas.microsoft.com/office/drawing/2014/main" id="{A4A13CC5-AAC5-DB9B-795C-96179337FD65}"/>
              </a:ext>
            </a:extLst>
          </p:cNvPr>
          <p:cNvSpPr>
            <a:spLocks xmlns:a="http://schemas.openxmlformats.org/drawingml/2006/main" noGrp="1"/>
          </p:cNvSpPr>
          <p:nvPr>
            <p:ph type="dt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8" name="Fußzeilenplatzhalter 7">
            <a:extLst xmlns:a="http://schemas.openxmlformats.org/drawingml/2006/main">
              <a:ext uri="{FF2B5EF4-FFF2-40B4-BE49-F238E27FC236}">
                <a16:creationId xmlns:a16="http://schemas.microsoft.com/office/drawing/2014/main" id="{E699CFAE-313F-CD58-4563-B6AA6D388C75}"/>
              </a:ext>
            </a:extLst>
          </p:cNvPr>
          <p:cNvSpPr>
            <a:spLocks xmlns:a="http://schemas.openxmlformats.org/drawingml/2006/main" noGrp="1"/>
          </p:cNvSpPr>
          <p:nvPr>
            <p:ph type="ftr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4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582BCDE9-0F2F-5D9A-810C-54EB157720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7.xml><?xml version="1.0" encoding="utf-8"?>
<p:sldLayout xmlns:p="http://schemas.openxmlformats.org/presentationml/2006/main" preserve="1">
  <p:cSld name="Divider + Fullscreen Pictur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Bildplatzhalter 8">
            <a:extLst xmlns:a="http://schemas.openxmlformats.org/drawingml/2006/main">
              <a:ext uri="{FF2B5EF4-FFF2-40B4-BE49-F238E27FC236}">
                <a16:creationId xmlns:a16="http://schemas.microsoft.com/office/drawing/2014/main" id="{FAC117FD-470D-2D7A-475A-47983E4B22FB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0" y="1"/>
            <a:ext cx="12192000" cy="6511783"/>
          </a:xfrm>
        </p:spPr>
        <p:txBody>
          <a:bodyPr xmlns:a="http://schemas.openxmlformats.org/drawingml/2006/main" lIns="6264000" tIns="540000" anchor="ctr"/>
          <a:lstStyle xmlns:a="http://schemas.openxmlformats.org/drawingml/2006/main">
            <a:lvl1pPr marL="0" indent="0" algn="l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E09CFDC6-3065-D922-CF6E-9504EB7B0A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" y="1"/>
            <a:ext cx="5503185" cy="651178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936000" tIns="2448000" rIns="504000">
            <a:noAutofit/>
          </a:bodyPr>
          <a:lstStyle xmlns:a="http://schemas.openxmlformats.org/drawingml/2006/main">
            <a:lvl1pPr>
              <a:buNone/>
              <a:defRPr sz="4484"/>
            </a:lvl1pPr>
          </a:lstStyle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6" name="FESTO-Logo">
            <a:extLst xmlns:a="http://schemas.openxmlformats.org/drawingml/2006/main">
              <a:ext uri="{FF2B5EF4-FFF2-40B4-BE49-F238E27FC236}">
                <a16:creationId xmlns:a16="http://schemas.microsoft.com/office/drawing/2014/main" id="{5079EA0B-06F5-9F65-A5D0-0D2943694D00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488561" y="0"/>
            <a:ext cx="1217350" cy="122060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3517ec97d3134802">
              <a:extLst>
                <a:ext uri="{96DAC541-7B7A-43D3-8B79-37D633B846F1}">
                  <asvg:svgBlip xmlns:asvg="http://schemas.microsoft.com/office/drawing/2016/SVG/main" r:embed="R07fb428091544b01"/>
                </a:ext>
              </a:extLst>
            </a:blip>
            <a:srcRect l="0" t="0" r="0" b="0"/>
            <a:stretch>
              <a:fillRect l="-200" t="-900" r="0" b="100"/>
            </a:stretch>
          </a:blip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3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F708548B-DDCD-C6D3-AB29-51D26DA4DE85}"/>
              </a:ext>
            </a:extLst>
          </p:cNvPr>
          <p:cNvSpPr>
            <a:spLocks xmlns:a="http://schemas.openxmlformats.org/drawingml/2006/main" noGrp="1"/>
          </p:cNvSpPr>
          <p:nvPr>
            <p:ph type="dgm" idx="18"/>
          </p:nvPr>
        </p:nvSpPr>
        <p:spPr>
          <a:xfrm xmlns:a="http://schemas.openxmlformats.org/drawingml/2006/main" flipV="1">
            <a:off x="19415" y="2759215"/>
            <a:ext cx="755967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7" name="Datumsplatzhalter 6">
            <a:extLst xmlns:a="http://schemas.openxmlformats.org/drawingml/2006/main">
              <a:ext uri="{FF2B5EF4-FFF2-40B4-BE49-F238E27FC236}">
                <a16:creationId xmlns:a16="http://schemas.microsoft.com/office/drawing/2014/main" id="{1E174B5A-F8CA-BEC1-1B1D-C026F3742E2C}"/>
              </a:ext>
            </a:extLst>
          </p:cNvPr>
          <p:cNvSpPr>
            <a:spLocks xmlns:a="http://schemas.openxmlformats.org/drawingml/2006/main" noGrp="1"/>
          </p:cNvSpPr>
          <p:nvPr>
            <p:ph type="dt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0" name="Fußzeilenplatzhalter 9">
            <a:extLst xmlns:a="http://schemas.openxmlformats.org/drawingml/2006/main">
              <a:ext uri="{FF2B5EF4-FFF2-40B4-BE49-F238E27FC236}">
                <a16:creationId xmlns:a16="http://schemas.microsoft.com/office/drawing/2014/main" id="{C02714C1-712C-0774-10FC-3337450E9D9D}"/>
              </a:ext>
            </a:extLst>
          </p:cNvPr>
          <p:cNvSpPr>
            <a:spLocks xmlns:a="http://schemas.openxmlformats.org/drawingml/2006/main" noGrp="1"/>
          </p:cNvSpPr>
          <p:nvPr>
            <p:ph type="ftr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4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3688C416-B718-7A03-7534-64C9820B206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8.xml><?xml version="1.0" encoding="utf-8"?>
<p:sldLayout xmlns:p="http://schemas.openxmlformats.org/presentationml/2006/main" preserve="1">
  <p:cSld name="Divider + Fullscreen Picture - without ribb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Bildplatzhalter 8">
            <a:extLst xmlns:a="http://schemas.openxmlformats.org/drawingml/2006/main">
              <a:ext uri="{FF2B5EF4-FFF2-40B4-BE49-F238E27FC236}">
                <a16:creationId xmlns:a16="http://schemas.microsoft.com/office/drawing/2014/main" id="{FAC117FD-470D-2D7A-475A-47983E4B22FB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0" y="1"/>
            <a:ext cx="12192000" cy="651178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lIns="6264000" tIns="540000" anchor="ctr"/>
          <a:lstStyle xmlns:a="http://schemas.openxmlformats.org/drawingml/2006/main">
            <a:lvl1pPr marL="0" indent="0" algn="l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E09CFDC6-3065-D922-CF6E-9504EB7B0A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" y="1"/>
            <a:ext cx="5503185" cy="651178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936000" tIns="2448000" rIns="504000">
            <a:noAutofit/>
          </a:bodyPr>
          <a:lstStyle xmlns:a="http://schemas.openxmlformats.org/drawingml/2006/main">
            <a:lvl1pPr>
              <a:buNone/>
              <a:defRPr sz="4484"/>
            </a:lvl1pPr>
          </a:lstStyle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5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42893AD1-0AEB-9155-964C-B8501008697A}"/>
              </a:ext>
            </a:extLst>
          </p:cNvPr>
          <p:cNvSpPr>
            <a:spLocks xmlns:a="http://schemas.openxmlformats.org/drawingml/2006/main" noGrp="1"/>
          </p:cNvSpPr>
          <p:nvPr>
            <p:ph type="dgm" idx="18"/>
          </p:nvPr>
        </p:nvSpPr>
        <p:spPr>
          <a:xfrm xmlns:a="http://schemas.openxmlformats.org/drawingml/2006/main" flipV="1">
            <a:off x="19415" y="2759215"/>
            <a:ext cx="755967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8" name="Untertitel 2">
            <a:extLst xmlns:a="http://schemas.openxmlformats.org/drawingml/2006/main">
              <a:ext uri="{FF2B5EF4-FFF2-40B4-BE49-F238E27FC236}">
                <a16:creationId xmlns:a16="http://schemas.microsoft.com/office/drawing/2014/main" id="{05C8E4B2-E1A4-36FD-9A12-D996C8F6B10D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649620" y="893160"/>
            <a:ext cx="895233" cy="162409"/>
          </a:xfrm>
          <a:custGeom xmlns:a="http://schemas.openxmlformats.org/drawingml/2006/main">
            <a:gdLst>
              <a:gd name="connsiteX0" fmla="*/ 752298 w 867271"/>
              <a:gd name="connsiteY0" fmla="*/ 31510 h 157430"/>
              <a:gd name="connsiteX1" fmla="*/ 741899 w 867271"/>
              <a:gd name="connsiteY1" fmla="*/ 41995 h 157430"/>
              <a:gd name="connsiteX2" fmla="*/ 741899 w 867271"/>
              <a:gd name="connsiteY2" fmla="*/ 115437 h 157430"/>
              <a:gd name="connsiteX3" fmla="*/ 741899 w 867271"/>
              <a:gd name="connsiteY3" fmla="*/ 115481 h 157430"/>
              <a:gd name="connsiteX4" fmla="*/ 752359 w 867271"/>
              <a:gd name="connsiteY4" fmla="*/ 125950 h 157430"/>
              <a:gd name="connsiteX5" fmla="*/ 815045 w 867271"/>
              <a:gd name="connsiteY5" fmla="*/ 125950 h 157430"/>
              <a:gd name="connsiteX6" fmla="*/ 815087 w 867271"/>
              <a:gd name="connsiteY6" fmla="*/ 125950 h 157430"/>
              <a:gd name="connsiteX7" fmla="*/ 825501 w 867271"/>
              <a:gd name="connsiteY7" fmla="*/ 115437 h 157430"/>
              <a:gd name="connsiteX8" fmla="*/ 825497 w 867271"/>
              <a:gd name="connsiteY8" fmla="*/ 41997 h 157430"/>
              <a:gd name="connsiteX9" fmla="*/ 825497 w 867271"/>
              <a:gd name="connsiteY9" fmla="*/ 41934 h 157430"/>
              <a:gd name="connsiteX10" fmla="*/ 815041 w 867271"/>
              <a:gd name="connsiteY10" fmla="*/ 31510 h 157430"/>
              <a:gd name="connsiteX11" fmla="*/ 752355 w 867271"/>
              <a:gd name="connsiteY11" fmla="*/ 31510 h 157430"/>
              <a:gd name="connsiteX12" fmla="*/ 752298 w 867271"/>
              <a:gd name="connsiteY12" fmla="*/ 31510 h 157430"/>
              <a:gd name="connsiteX13" fmla="*/ 731443 w 867271"/>
              <a:gd name="connsiteY13" fmla="*/ 1 h 157430"/>
              <a:gd name="connsiteX14" fmla="*/ 835957 w 867271"/>
              <a:gd name="connsiteY14" fmla="*/ 1 h 157430"/>
              <a:gd name="connsiteX15" fmla="*/ 835991 w 867271"/>
              <a:gd name="connsiteY15" fmla="*/ 1 h 157430"/>
              <a:gd name="connsiteX16" fmla="*/ 867271 w 867271"/>
              <a:gd name="connsiteY16" fmla="*/ 31510 h 157430"/>
              <a:gd name="connsiteX17" fmla="*/ 867271 w 867271"/>
              <a:gd name="connsiteY17" fmla="*/ 125950 h 157430"/>
              <a:gd name="connsiteX18" fmla="*/ 867271 w 867271"/>
              <a:gd name="connsiteY18" fmla="*/ 126003 h 157430"/>
              <a:gd name="connsiteX19" fmla="*/ 835957 w 867271"/>
              <a:gd name="connsiteY19" fmla="*/ 157430 h 157430"/>
              <a:gd name="connsiteX20" fmla="*/ 731443 w 867271"/>
              <a:gd name="connsiteY20" fmla="*/ 157430 h 157430"/>
              <a:gd name="connsiteX21" fmla="*/ 700129 w 867271"/>
              <a:gd name="connsiteY21" fmla="*/ 125950 h 157430"/>
              <a:gd name="connsiteX22" fmla="*/ 700129 w 867271"/>
              <a:gd name="connsiteY22" fmla="*/ 31510 h 157430"/>
              <a:gd name="connsiteX23" fmla="*/ 731443 w 867271"/>
              <a:gd name="connsiteY23" fmla="*/ 1 h 157430"/>
              <a:gd name="connsiteX24" fmla="*/ 527701 w 867271"/>
              <a:gd name="connsiteY24" fmla="*/ 1 h 157430"/>
              <a:gd name="connsiteX25" fmla="*/ 527728 w 867271"/>
              <a:gd name="connsiteY25" fmla="*/ 1 h 157430"/>
              <a:gd name="connsiteX26" fmla="*/ 684414 w 867271"/>
              <a:gd name="connsiteY26" fmla="*/ 1 h 157430"/>
              <a:gd name="connsiteX27" fmla="*/ 689673 w 867271"/>
              <a:gd name="connsiteY27" fmla="*/ 5244 h 157430"/>
              <a:gd name="connsiteX28" fmla="*/ 689673 w 867271"/>
              <a:gd name="connsiteY28" fmla="*/ 5271 h 157430"/>
              <a:gd name="connsiteX29" fmla="*/ 689673 w 867271"/>
              <a:gd name="connsiteY29" fmla="*/ 26268 h 157430"/>
              <a:gd name="connsiteX30" fmla="*/ 684426 w 867271"/>
              <a:gd name="connsiteY30" fmla="*/ 31510 h 157430"/>
              <a:gd name="connsiteX31" fmla="*/ 684414 w 867271"/>
              <a:gd name="connsiteY31" fmla="*/ 31510 h 157430"/>
              <a:gd name="connsiteX32" fmla="*/ 632188 w 867271"/>
              <a:gd name="connsiteY32" fmla="*/ 31510 h 157430"/>
              <a:gd name="connsiteX33" fmla="*/ 626987 w 867271"/>
              <a:gd name="connsiteY33" fmla="*/ 36737 h 157430"/>
              <a:gd name="connsiteX34" fmla="*/ 626987 w 867271"/>
              <a:gd name="connsiteY34" fmla="*/ 36751 h 157430"/>
              <a:gd name="connsiteX35" fmla="*/ 626987 w 867271"/>
              <a:gd name="connsiteY35" fmla="*/ 152157 h 157430"/>
              <a:gd name="connsiteX36" fmla="*/ 621759 w 867271"/>
              <a:gd name="connsiteY36" fmla="*/ 157428 h 157430"/>
              <a:gd name="connsiteX37" fmla="*/ 621728 w 867271"/>
              <a:gd name="connsiteY37" fmla="*/ 157428 h 157430"/>
              <a:gd name="connsiteX38" fmla="*/ 590418 w 867271"/>
              <a:gd name="connsiteY38" fmla="*/ 157428 h 157430"/>
              <a:gd name="connsiteX39" fmla="*/ 585159 w 867271"/>
              <a:gd name="connsiteY39" fmla="*/ 152185 h 157430"/>
              <a:gd name="connsiteX40" fmla="*/ 585159 w 867271"/>
              <a:gd name="connsiteY40" fmla="*/ 152157 h 157430"/>
              <a:gd name="connsiteX41" fmla="*/ 585159 w 867271"/>
              <a:gd name="connsiteY41" fmla="*/ 36751 h 157430"/>
              <a:gd name="connsiteX42" fmla="*/ 579973 w 867271"/>
              <a:gd name="connsiteY42" fmla="*/ 31510 h 157430"/>
              <a:gd name="connsiteX43" fmla="*/ 579962 w 867271"/>
              <a:gd name="connsiteY43" fmla="*/ 31510 h 157430"/>
              <a:gd name="connsiteX44" fmla="*/ 527728 w 867271"/>
              <a:gd name="connsiteY44" fmla="*/ 31510 h 157430"/>
              <a:gd name="connsiteX45" fmla="*/ 522469 w 867271"/>
              <a:gd name="connsiteY45" fmla="*/ 26284 h 157430"/>
              <a:gd name="connsiteX46" fmla="*/ 522469 w 867271"/>
              <a:gd name="connsiteY46" fmla="*/ 26268 h 157430"/>
              <a:gd name="connsiteX47" fmla="*/ 522469 w 867271"/>
              <a:gd name="connsiteY47" fmla="*/ 5271 h 157430"/>
              <a:gd name="connsiteX48" fmla="*/ 527701 w 867271"/>
              <a:gd name="connsiteY48" fmla="*/ 1 h 157430"/>
              <a:gd name="connsiteX49" fmla="*/ 376185 w 867271"/>
              <a:gd name="connsiteY49" fmla="*/ 1 h 157430"/>
              <a:gd name="connsiteX50" fmla="*/ 480695 w 867271"/>
              <a:gd name="connsiteY50" fmla="*/ 1 h 157430"/>
              <a:gd name="connsiteX51" fmla="*/ 512009 w 867271"/>
              <a:gd name="connsiteY51" fmla="*/ 31510 h 157430"/>
              <a:gd name="connsiteX52" fmla="*/ 512009 w 867271"/>
              <a:gd name="connsiteY52" fmla="*/ 36751 h 157430"/>
              <a:gd name="connsiteX53" fmla="*/ 506812 w 867271"/>
              <a:gd name="connsiteY53" fmla="*/ 41995 h 157430"/>
              <a:gd name="connsiteX54" fmla="*/ 475436 w 867271"/>
              <a:gd name="connsiteY54" fmla="*/ 41995 h 157430"/>
              <a:gd name="connsiteX55" fmla="*/ 470239 w 867271"/>
              <a:gd name="connsiteY55" fmla="*/ 36751 h 157430"/>
              <a:gd name="connsiteX56" fmla="*/ 470239 w 867271"/>
              <a:gd name="connsiteY56" fmla="*/ 36704 h 157430"/>
              <a:gd name="connsiteX57" fmla="*/ 464980 w 867271"/>
              <a:gd name="connsiteY57" fmla="*/ 31510 h 157430"/>
              <a:gd name="connsiteX58" fmla="*/ 397082 w 867271"/>
              <a:gd name="connsiteY58" fmla="*/ 31510 h 157430"/>
              <a:gd name="connsiteX59" fmla="*/ 397059 w 867271"/>
              <a:gd name="connsiteY59" fmla="*/ 31510 h 157430"/>
              <a:gd name="connsiteX60" fmla="*/ 386626 w 867271"/>
              <a:gd name="connsiteY60" fmla="*/ 41995 h 157430"/>
              <a:gd name="connsiteX61" fmla="*/ 386626 w 867271"/>
              <a:gd name="connsiteY61" fmla="*/ 52478 h 157430"/>
              <a:gd name="connsiteX62" fmla="*/ 397082 w 867271"/>
              <a:gd name="connsiteY62" fmla="*/ 62991 h 157430"/>
              <a:gd name="connsiteX63" fmla="*/ 480695 w 867271"/>
              <a:gd name="connsiteY63" fmla="*/ 62991 h 157430"/>
              <a:gd name="connsiteX64" fmla="*/ 512009 w 867271"/>
              <a:gd name="connsiteY64" fmla="*/ 94440 h 157430"/>
              <a:gd name="connsiteX65" fmla="*/ 512009 w 867271"/>
              <a:gd name="connsiteY65" fmla="*/ 125950 h 157430"/>
              <a:gd name="connsiteX66" fmla="*/ 480695 w 867271"/>
              <a:gd name="connsiteY66" fmla="*/ 157430 h 157430"/>
              <a:gd name="connsiteX67" fmla="*/ 376185 w 867271"/>
              <a:gd name="connsiteY67" fmla="*/ 157430 h 157430"/>
              <a:gd name="connsiteX68" fmla="*/ 376160 w 867271"/>
              <a:gd name="connsiteY68" fmla="*/ 157430 h 157430"/>
              <a:gd name="connsiteX69" fmla="*/ 344842 w 867271"/>
              <a:gd name="connsiteY69" fmla="*/ 125950 h 157430"/>
              <a:gd name="connsiteX70" fmla="*/ 344842 w 867271"/>
              <a:gd name="connsiteY70" fmla="*/ 120678 h 157430"/>
              <a:gd name="connsiteX71" fmla="*/ 350047 w 867271"/>
              <a:gd name="connsiteY71" fmla="*/ 115437 h 157430"/>
              <a:gd name="connsiteX72" fmla="*/ 381413 w 867271"/>
              <a:gd name="connsiteY72" fmla="*/ 115437 h 157430"/>
              <a:gd name="connsiteX73" fmla="*/ 386626 w 867271"/>
              <a:gd name="connsiteY73" fmla="*/ 120678 h 157430"/>
              <a:gd name="connsiteX74" fmla="*/ 391854 w 867271"/>
              <a:gd name="connsiteY74" fmla="*/ 125950 h 157430"/>
              <a:gd name="connsiteX75" fmla="*/ 459783 w 867271"/>
              <a:gd name="connsiteY75" fmla="*/ 125950 h 157430"/>
              <a:gd name="connsiteX76" fmla="*/ 459825 w 867271"/>
              <a:gd name="connsiteY76" fmla="*/ 125950 h 157430"/>
              <a:gd name="connsiteX77" fmla="*/ 470239 w 867271"/>
              <a:gd name="connsiteY77" fmla="*/ 115437 h 157430"/>
              <a:gd name="connsiteX78" fmla="*/ 470239 w 867271"/>
              <a:gd name="connsiteY78" fmla="*/ 104954 h 157430"/>
              <a:gd name="connsiteX79" fmla="*/ 470239 w 867271"/>
              <a:gd name="connsiteY79" fmla="*/ 104947 h 157430"/>
              <a:gd name="connsiteX80" fmla="*/ 459783 w 867271"/>
              <a:gd name="connsiteY80" fmla="*/ 94440 h 157430"/>
              <a:gd name="connsiteX81" fmla="*/ 376185 w 867271"/>
              <a:gd name="connsiteY81" fmla="*/ 94440 h 157430"/>
              <a:gd name="connsiteX82" fmla="*/ 376176 w 867271"/>
              <a:gd name="connsiteY82" fmla="*/ 94440 h 157430"/>
              <a:gd name="connsiteX83" fmla="*/ 344842 w 867271"/>
              <a:gd name="connsiteY83" fmla="*/ 62991 h 157430"/>
              <a:gd name="connsiteX84" fmla="*/ 344842 w 867271"/>
              <a:gd name="connsiteY84" fmla="*/ 31510 h 157430"/>
              <a:gd name="connsiteX85" fmla="*/ 344842 w 867271"/>
              <a:gd name="connsiteY85" fmla="*/ 31505 h 157430"/>
              <a:gd name="connsiteX86" fmla="*/ 376185 w 867271"/>
              <a:gd name="connsiteY86" fmla="*/ 1 h 157430"/>
              <a:gd name="connsiteX87" fmla="*/ 172420 w 867271"/>
              <a:gd name="connsiteY87" fmla="*/ 1 h 157430"/>
              <a:gd name="connsiteX88" fmla="*/ 172424 w 867271"/>
              <a:gd name="connsiteY88" fmla="*/ 1 h 157430"/>
              <a:gd name="connsiteX89" fmla="*/ 329162 w 867271"/>
              <a:gd name="connsiteY89" fmla="*/ 1 h 157430"/>
              <a:gd name="connsiteX90" fmla="*/ 334390 w 867271"/>
              <a:gd name="connsiteY90" fmla="*/ 5271 h 157430"/>
              <a:gd name="connsiteX91" fmla="*/ 334390 w 867271"/>
              <a:gd name="connsiteY91" fmla="*/ 26268 h 157430"/>
              <a:gd name="connsiteX92" fmla="*/ 329162 w 867271"/>
              <a:gd name="connsiteY92" fmla="*/ 31510 h 157430"/>
              <a:gd name="connsiteX93" fmla="*/ 214223 w 867271"/>
              <a:gd name="connsiteY93" fmla="*/ 31510 h 157430"/>
              <a:gd name="connsiteX94" fmla="*/ 208995 w 867271"/>
              <a:gd name="connsiteY94" fmla="*/ 36722 h 157430"/>
              <a:gd name="connsiteX95" fmla="*/ 208995 w 867271"/>
              <a:gd name="connsiteY95" fmla="*/ 36751 h 157430"/>
              <a:gd name="connsiteX96" fmla="*/ 208995 w 867271"/>
              <a:gd name="connsiteY96" fmla="*/ 57748 h 157430"/>
              <a:gd name="connsiteX97" fmla="*/ 214223 w 867271"/>
              <a:gd name="connsiteY97" fmla="*/ 62991 h 157430"/>
              <a:gd name="connsiteX98" fmla="*/ 318706 w 867271"/>
              <a:gd name="connsiteY98" fmla="*/ 62991 h 157430"/>
              <a:gd name="connsiteX99" fmla="*/ 323935 w 867271"/>
              <a:gd name="connsiteY99" fmla="*/ 68228 h 157430"/>
              <a:gd name="connsiteX100" fmla="*/ 323935 w 867271"/>
              <a:gd name="connsiteY100" fmla="*/ 68232 h 157430"/>
              <a:gd name="connsiteX101" fmla="*/ 323935 w 867271"/>
              <a:gd name="connsiteY101" fmla="*/ 89229 h 157430"/>
              <a:gd name="connsiteX102" fmla="*/ 318706 w 867271"/>
              <a:gd name="connsiteY102" fmla="*/ 94440 h 157430"/>
              <a:gd name="connsiteX103" fmla="*/ 214223 w 867271"/>
              <a:gd name="connsiteY103" fmla="*/ 94440 h 157430"/>
              <a:gd name="connsiteX104" fmla="*/ 208995 w 867271"/>
              <a:gd name="connsiteY104" fmla="*/ 99703 h 157430"/>
              <a:gd name="connsiteX105" fmla="*/ 208995 w 867271"/>
              <a:gd name="connsiteY105" fmla="*/ 99712 h 157430"/>
              <a:gd name="connsiteX106" fmla="*/ 208995 w 867271"/>
              <a:gd name="connsiteY106" fmla="*/ 120678 h 157430"/>
              <a:gd name="connsiteX107" fmla="*/ 214214 w 867271"/>
              <a:gd name="connsiteY107" fmla="*/ 125950 h 157430"/>
              <a:gd name="connsiteX108" fmla="*/ 214223 w 867271"/>
              <a:gd name="connsiteY108" fmla="*/ 125950 h 157430"/>
              <a:gd name="connsiteX109" fmla="*/ 329162 w 867271"/>
              <a:gd name="connsiteY109" fmla="*/ 125950 h 157430"/>
              <a:gd name="connsiteX110" fmla="*/ 334390 w 867271"/>
              <a:gd name="connsiteY110" fmla="*/ 131188 h 157430"/>
              <a:gd name="connsiteX111" fmla="*/ 334390 w 867271"/>
              <a:gd name="connsiteY111" fmla="*/ 131192 h 157430"/>
              <a:gd name="connsiteX112" fmla="*/ 334390 w 867271"/>
              <a:gd name="connsiteY112" fmla="*/ 152157 h 157430"/>
              <a:gd name="connsiteX113" fmla="*/ 329162 w 867271"/>
              <a:gd name="connsiteY113" fmla="*/ 157428 h 157430"/>
              <a:gd name="connsiteX114" fmla="*/ 172424 w 867271"/>
              <a:gd name="connsiteY114" fmla="*/ 157428 h 157430"/>
              <a:gd name="connsiteX115" fmla="*/ 167195 w 867271"/>
              <a:gd name="connsiteY115" fmla="*/ 152162 h 157430"/>
              <a:gd name="connsiteX116" fmla="*/ 167195 w 867271"/>
              <a:gd name="connsiteY116" fmla="*/ 152157 h 157430"/>
              <a:gd name="connsiteX117" fmla="*/ 167195 w 867271"/>
              <a:gd name="connsiteY117" fmla="*/ 5271 h 157430"/>
              <a:gd name="connsiteX118" fmla="*/ 172420 w 867271"/>
              <a:gd name="connsiteY118" fmla="*/ 1 h 157430"/>
              <a:gd name="connsiteX119" fmla="*/ 5229 w 867271"/>
              <a:gd name="connsiteY119" fmla="*/ 1 h 157430"/>
              <a:gd name="connsiteX120" fmla="*/ 151513 w 867271"/>
              <a:gd name="connsiteY120" fmla="*/ 1 h 157430"/>
              <a:gd name="connsiteX121" fmla="*/ 156742 w 867271"/>
              <a:gd name="connsiteY121" fmla="*/ 5268 h 157430"/>
              <a:gd name="connsiteX122" fmla="*/ 156742 w 867271"/>
              <a:gd name="connsiteY122" fmla="*/ 5271 h 157430"/>
              <a:gd name="connsiteX123" fmla="*/ 156742 w 867271"/>
              <a:gd name="connsiteY123" fmla="*/ 26268 h 157430"/>
              <a:gd name="connsiteX124" fmla="*/ 151513 w 867271"/>
              <a:gd name="connsiteY124" fmla="*/ 31510 h 157430"/>
              <a:gd name="connsiteX125" fmla="*/ 47030 w 867271"/>
              <a:gd name="connsiteY125" fmla="*/ 31510 h 157430"/>
              <a:gd name="connsiteX126" fmla="*/ 41801 w 867271"/>
              <a:gd name="connsiteY126" fmla="*/ 36751 h 157430"/>
              <a:gd name="connsiteX127" fmla="*/ 41801 w 867271"/>
              <a:gd name="connsiteY127" fmla="*/ 57748 h 157430"/>
              <a:gd name="connsiteX128" fmla="*/ 47030 w 867271"/>
              <a:gd name="connsiteY128" fmla="*/ 62991 h 157430"/>
              <a:gd name="connsiteX129" fmla="*/ 141083 w 867271"/>
              <a:gd name="connsiteY129" fmla="*/ 62991 h 157430"/>
              <a:gd name="connsiteX130" fmla="*/ 146312 w 867271"/>
              <a:gd name="connsiteY130" fmla="*/ 68232 h 157430"/>
              <a:gd name="connsiteX131" fmla="*/ 146284 w 867271"/>
              <a:gd name="connsiteY131" fmla="*/ 89229 h 157430"/>
              <a:gd name="connsiteX132" fmla="*/ 141082 w 867271"/>
              <a:gd name="connsiteY132" fmla="*/ 94440 h 157430"/>
              <a:gd name="connsiteX133" fmla="*/ 47028 w 867271"/>
              <a:gd name="connsiteY133" fmla="*/ 94440 h 157430"/>
              <a:gd name="connsiteX134" fmla="*/ 41801 w 867271"/>
              <a:gd name="connsiteY134" fmla="*/ 99712 h 157430"/>
              <a:gd name="connsiteX135" fmla="*/ 41801 w 867271"/>
              <a:gd name="connsiteY135" fmla="*/ 152157 h 157430"/>
              <a:gd name="connsiteX136" fmla="*/ 36579 w 867271"/>
              <a:gd name="connsiteY136" fmla="*/ 157428 h 157430"/>
              <a:gd name="connsiteX137" fmla="*/ 36572 w 867271"/>
              <a:gd name="connsiteY137" fmla="*/ 157428 h 157430"/>
              <a:gd name="connsiteX138" fmla="*/ 5229 w 867271"/>
              <a:gd name="connsiteY138" fmla="*/ 157430 h 157430"/>
              <a:gd name="connsiteX139" fmla="*/ 0 w 867271"/>
              <a:gd name="connsiteY139" fmla="*/ 152157 h 157430"/>
              <a:gd name="connsiteX140" fmla="*/ 0 w 867271"/>
              <a:gd name="connsiteY140" fmla="*/ 5271 h 157430"/>
              <a:gd name="connsiteX141" fmla="*/ 5229 w 867271"/>
              <a:gd name="connsiteY141" fmla="*/ 1 h 157430"/>
            </a:gdLst>
            <a:rect l="l" t="t" r="r" b="b"/>
            <a:pathLst>
              <a:path w="867271" h="157430">
                <a:moveTo>
                  <a:pt x="752298" y="31510"/>
                </a:moveTo>
                <a:cubicBezTo>
                  <a:pt x="746542" y="31521"/>
                  <a:pt x="741888" y="36215"/>
                  <a:pt x="741899" y="41995"/>
                </a:cubicBezTo>
                <a:lnTo>
                  <a:pt x="741899" y="115437"/>
                </a:lnTo>
                <a:cubicBezTo>
                  <a:pt x="741899" y="115452"/>
                  <a:pt x="741899" y="115467"/>
                  <a:pt x="741899" y="115481"/>
                </a:cubicBezTo>
                <a:cubicBezTo>
                  <a:pt x="741910" y="121273"/>
                  <a:pt x="746592" y="125960"/>
                  <a:pt x="752359" y="125950"/>
                </a:cubicBezTo>
                <a:lnTo>
                  <a:pt x="815045" y="125950"/>
                </a:lnTo>
                <a:cubicBezTo>
                  <a:pt x="815056" y="125950"/>
                  <a:pt x="815072" y="125950"/>
                  <a:pt x="815087" y="125950"/>
                </a:cubicBezTo>
                <a:cubicBezTo>
                  <a:pt x="820854" y="125936"/>
                  <a:pt x="825516" y="121229"/>
                  <a:pt x="825501" y="115437"/>
                </a:cubicBezTo>
                <a:lnTo>
                  <a:pt x="825497" y="41997"/>
                </a:lnTo>
                <a:cubicBezTo>
                  <a:pt x="825497" y="41975"/>
                  <a:pt x="825497" y="41954"/>
                  <a:pt x="825497" y="41934"/>
                </a:cubicBezTo>
                <a:cubicBezTo>
                  <a:pt x="825478" y="36154"/>
                  <a:pt x="820793" y="31488"/>
                  <a:pt x="815041" y="31510"/>
                </a:cubicBezTo>
                <a:lnTo>
                  <a:pt x="752355" y="31510"/>
                </a:lnTo>
                <a:cubicBezTo>
                  <a:pt x="752336" y="31510"/>
                  <a:pt x="752317" y="31510"/>
                  <a:pt x="752298" y="31510"/>
                </a:cubicBezTo>
                <a:close/>
                <a:moveTo>
                  <a:pt x="731443" y="1"/>
                </a:moveTo>
                <a:lnTo>
                  <a:pt x="835957" y="1"/>
                </a:lnTo>
                <a:cubicBezTo>
                  <a:pt x="835968" y="1"/>
                  <a:pt x="835980" y="1"/>
                  <a:pt x="835991" y="1"/>
                </a:cubicBezTo>
                <a:cubicBezTo>
                  <a:pt x="853289" y="26"/>
                  <a:pt x="867294" y="14133"/>
                  <a:pt x="867271" y="31510"/>
                </a:cubicBezTo>
                <a:lnTo>
                  <a:pt x="867271" y="125950"/>
                </a:lnTo>
                <a:cubicBezTo>
                  <a:pt x="867271" y="125968"/>
                  <a:pt x="867271" y="125985"/>
                  <a:pt x="867271" y="126003"/>
                </a:cubicBezTo>
                <a:cubicBezTo>
                  <a:pt x="867263" y="143366"/>
                  <a:pt x="853243" y="157437"/>
                  <a:pt x="835957" y="157430"/>
                </a:cubicBezTo>
                <a:lnTo>
                  <a:pt x="731443" y="157430"/>
                </a:lnTo>
                <a:cubicBezTo>
                  <a:pt x="714145" y="157415"/>
                  <a:pt x="700129" y="143325"/>
                  <a:pt x="700129" y="125950"/>
                </a:cubicBezTo>
                <a:lnTo>
                  <a:pt x="700129" y="31510"/>
                </a:lnTo>
                <a:cubicBezTo>
                  <a:pt x="700129" y="14129"/>
                  <a:pt x="714138" y="29"/>
                  <a:pt x="731443" y="1"/>
                </a:cubicBezTo>
                <a:close/>
                <a:moveTo>
                  <a:pt x="527701" y="1"/>
                </a:moveTo>
                <a:cubicBezTo>
                  <a:pt x="527712" y="1"/>
                  <a:pt x="527720" y="1"/>
                  <a:pt x="527728" y="1"/>
                </a:cubicBezTo>
                <a:lnTo>
                  <a:pt x="684414" y="1"/>
                </a:lnTo>
                <a:cubicBezTo>
                  <a:pt x="687309" y="-10"/>
                  <a:pt x="689665" y="2338"/>
                  <a:pt x="689673" y="5244"/>
                </a:cubicBezTo>
                <a:cubicBezTo>
                  <a:pt x="689673" y="5253"/>
                  <a:pt x="689673" y="5262"/>
                  <a:pt x="689673" y="5271"/>
                </a:cubicBezTo>
                <a:lnTo>
                  <a:pt x="689673" y="26268"/>
                </a:lnTo>
                <a:cubicBezTo>
                  <a:pt x="689665" y="29171"/>
                  <a:pt x="687317" y="31518"/>
                  <a:pt x="684426" y="31510"/>
                </a:cubicBezTo>
                <a:cubicBezTo>
                  <a:pt x="684422" y="31510"/>
                  <a:pt x="684418" y="31510"/>
                  <a:pt x="684414" y="31510"/>
                </a:cubicBezTo>
                <a:lnTo>
                  <a:pt x="632188" y="31510"/>
                </a:lnTo>
                <a:cubicBezTo>
                  <a:pt x="629316" y="31511"/>
                  <a:pt x="626987" y="33851"/>
                  <a:pt x="626987" y="36737"/>
                </a:cubicBezTo>
                <a:cubicBezTo>
                  <a:pt x="626987" y="36741"/>
                  <a:pt x="626987" y="36746"/>
                  <a:pt x="626987" y="36751"/>
                </a:cubicBezTo>
                <a:lnTo>
                  <a:pt x="626987" y="152157"/>
                </a:lnTo>
                <a:cubicBezTo>
                  <a:pt x="626994" y="155063"/>
                  <a:pt x="624654" y="157423"/>
                  <a:pt x="621759" y="157428"/>
                </a:cubicBezTo>
                <a:cubicBezTo>
                  <a:pt x="621747" y="157428"/>
                  <a:pt x="621740" y="157428"/>
                  <a:pt x="621728" y="157428"/>
                </a:cubicBezTo>
                <a:lnTo>
                  <a:pt x="590418" y="157428"/>
                </a:lnTo>
                <a:cubicBezTo>
                  <a:pt x="587522" y="157439"/>
                  <a:pt x="585170" y="155091"/>
                  <a:pt x="585159" y="152185"/>
                </a:cubicBezTo>
                <a:cubicBezTo>
                  <a:pt x="585159" y="152175"/>
                  <a:pt x="585159" y="152166"/>
                  <a:pt x="585159" y="152157"/>
                </a:cubicBezTo>
                <a:lnTo>
                  <a:pt x="585159" y="36751"/>
                </a:lnTo>
                <a:cubicBezTo>
                  <a:pt x="585167" y="33866"/>
                  <a:pt x="582849" y="31519"/>
                  <a:pt x="579973" y="31510"/>
                </a:cubicBezTo>
                <a:cubicBezTo>
                  <a:pt x="579969" y="31510"/>
                  <a:pt x="579965" y="31510"/>
                  <a:pt x="579962" y="31510"/>
                </a:cubicBezTo>
                <a:lnTo>
                  <a:pt x="527728" y="31510"/>
                </a:lnTo>
                <a:cubicBezTo>
                  <a:pt x="524840" y="31525"/>
                  <a:pt x="522484" y="29186"/>
                  <a:pt x="522469" y="26284"/>
                </a:cubicBezTo>
                <a:cubicBezTo>
                  <a:pt x="522469" y="26279"/>
                  <a:pt x="522469" y="26273"/>
                  <a:pt x="522469" y="26268"/>
                </a:cubicBezTo>
                <a:lnTo>
                  <a:pt x="522469" y="5271"/>
                </a:lnTo>
                <a:cubicBezTo>
                  <a:pt x="522465" y="2365"/>
                  <a:pt x="524810" y="5"/>
                  <a:pt x="527701" y="1"/>
                </a:cubicBezTo>
                <a:close/>
                <a:moveTo>
                  <a:pt x="376185" y="1"/>
                </a:moveTo>
                <a:lnTo>
                  <a:pt x="480695" y="1"/>
                </a:lnTo>
                <a:cubicBezTo>
                  <a:pt x="498001" y="28"/>
                  <a:pt x="512013" y="14128"/>
                  <a:pt x="512009" y="31510"/>
                </a:cubicBezTo>
                <a:lnTo>
                  <a:pt x="512009" y="36751"/>
                </a:lnTo>
                <a:cubicBezTo>
                  <a:pt x="512009" y="39638"/>
                  <a:pt x="509688" y="41982"/>
                  <a:pt x="506812" y="41995"/>
                </a:cubicBezTo>
                <a:lnTo>
                  <a:pt x="475436" y="41995"/>
                </a:lnTo>
                <a:cubicBezTo>
                  <a:pt x="472564" y="41982"/>
                  <a:pt x="470239" y="39638"/>
                  <a:pt x="470239" y="36751"/>
                </a:cubicBezTo>
                <a:cubicBezTo>
                  <a:pt x="470239" y="36735"/>
                  <a:pt x="470239" y="36720"/>
                  <a:pt x="470239" y="36704"/>
                </a:cubicBezTo>
                <a:cubicBezTo>
                  <a:pt x="470216" y="33811"/>
                  <a:pt x="467860" y="31486"/>
                  <a:pt x="464980" y="31510"/>
                </a:cubicBezTo>
                <a:lnTo>
                  <a:pt x="397082" y="31510"/>
                </a:lnTo>
                <a:cubicBezTo>
                  <a:pt x="397074" y="31510"/>
                  <a:pt x="397066" y="31510"/>
                  <a:pt x="397059" y="31510"/>
                </a:cubicBezTo>
                <a:cubicBezTo>
                  <a:pt x="391295" y="31511"/>
                  <a:pt x="386626" y="36205"/>
                  <a:pt x="386626" y="41995"/>
                </a:cubicBezTo>
                <a:lnTo>
                  <a:pt x="386626" y="52478"/>
                </a:lnTo>
                <a:cubicBezTo>
                  <a:pt x="386622" y="58281"/>
                  <a:pt x="391303" y="62988"/>
                  <a:pt x="397082" y="62991"/>
                </a:cubicBezTo>
                <a:lnTo>
                  <a:pt x="480695" y="62991"/>
                </a:lnTo>
                <a:cubicBezTo>
                  <a:pt x="497989" y="62991"/>
                  <a:pt x="512009" y="77071"/>
                  <a:pt x="512009" y="94440"/>
                </a:cubicBezTo>
                <a:lnTo>
                  <a:pt x="512009" y="125950"/>
                </a:lnTo>
                <a:cubicBezTo>
                  <a:pt x="512009" y="143325"/>
                  <a:pt x="497997" y="157415"/>
                  <a:pt x="480695" y="157430"/>
                </a:cubicBezTo>
                <a:lnTo>
                  <a:pt x="376185" y="157430"/>
                </a:lnTo>
                <a:cubicBezTo>
                  <a:pt x="376176" y="157430"/>
                  <a:pt x="376168" y="157430"/>
                  <a:pt x="376160" y="157430"/>
                </a:cubicBezTo>
                <a:cubicBezTo>
                  <a:pt x="358857" y="157423"/>
                  <a:pt x="344836" y="143330"/>
                  <a:pt x="344842" y="125950"/>
                </a:cubicBezTo>
                <a:lnTo>
                  <a:pt x="344842" y="120678"/>
                </a:lnTo>
                <a:cubicBezTo>
                  <a:pt x="344845" y="117790"/>
                  <a:pt x="347171" y="115447"/>
                  <a:pt x="350047" y="115437"/>
                </a:cubicBezTo>
                <a:lnTo>
                  <a:pt x="381413" y="115437"/>
                </a:lnTo>
                <a:cubicBezTo>
                  <a:pt x="384293" y="115444"/>
                  <a:pt x="386622" y="117787"/>
                  <a:pt x="386626" y="120678"/>
                </a:cubicBezTo>
                <a:cubicBezTo>
                  <a:pt x="386622" y="123583"/>
                  <a:pt x="388963" y="125941"/>
                  <a:pt x="391854" y="125950"/>
                </a:cubicBezTo>
                <a:lnTo>
                  <a:pt x="459783" y="125950"/>
                </a:lnTo>
                <a:cubicBezTo>
                  <a:pt x="459798" y="125950"/>
                  <a:pt x="459810" y="125950"/>
                  <a:pt x="459825" y="125950"/>
                </a:cubicBezTo>
                <a:cubicBezTo>
                  <a:pt x="465592" y="125936"/>
                  <a:pt x="470254" y="121229"/>
                  <a:pt x="470239" y="115437"/>
                </a:cubicBezTo>
                <a:lnTo>
                  <a:pt x="470239" y="104954"/>
                </a:lnTo>
                <a:cubicBezTo>
                  <a:pt x="470239" y="104951"/>
                  <a:pt x="470239" y="104949"/>
                  <a:pt x="470239" y="104947"/>
                </a:cubicBezTo>
                <a:cubicBezTo>
                  <a:pt x="470239" y="99145"/>
                  <a:pt x="465558" y="94441"/>
                  <a:pt x="459783" y="94440"/>
                </a:cubicBezTo>
                <a:lnTo>
                  <a:pt x="376185" y="94440"/>
                </a:lnTo>
                <a:cubicBezTo>
                  <a:pt x="376182" y="94440"/>
                  <a:pt x="376179" y="94440"/>
                  <a:pt x="376176" y="94440"/>
                </a:cubicBezTo>
                <a:cubicBezTo>
                  <a:pt x="358877" y="94447"/>
                  <a:pt x="344849" y="80366"/>
                  <a:pt x="344842" y="62991"/>
                </a:cubicBezTo>
                <a:lnTo>
                  <a:pt x="344842" y="31510"/>
                </a:lnTo>
                <a:cubicBezTo>
                  <a:pt x="344842" y="31508"/>
                  <a:pt x="344842" y="31507"/>
                  <a:pt x="344842" y="31505"/>
                </a:cubicBezTo>
                <a:cubicBezTo>
                  <a:pt x="344836" y="14112"/>
                  <a:pt x="358869" y="7"/>
                  <a:pt x="376185" y="1"/>
                </a:cubicBezTo>
                <a:close/>
                <a:moveTo>
                  <a:pt x="172420" y="1"/>
                </a:moveTo>
                <a:cubicBezTo>
                  <a:pt x="172421" y="1"/>
                  <a:pt x="172422" y="1"/>
                  <a:pt x="172424" y="1"/>
                </a:cubicBezTo>
                <a:lnTo>
                  <a:pt x="329162" y="1"/>
                </a:lnTo>
                <a:cubicBezTo>
                  <a:pt x="332052" y="11"/>
                  <a:pt x="334391" y="2368"/>
                  <a:pt x="334390" y="5271"/>
                </a:cubicBezTo>
                <a:lnTo>
                  <a:pt x="334390" y="26268"/>
                </a:lnTo>
                <a:cubicBezTo>
                  <a:pt x="334379" y="29162"/>
                  <a:pt x="332043" y="31504"/>
                  <a:pt x="329162" y="31510"/>
                </a:cubicBezTo>
                <a:lnTo>
                  <a:pt x="214223" y="31510"/>
                </a:lnTo>
                <a:cubicBezTo>
                  <a:pt x="211347" y="31499"/>
                  <a:pt x="209006" y="33832"/>
                  <a:pt x="208995" y="36722"/>
                </a:cubicBezTo>
                <a:cubicBezTo>
                  <a:pt x="208995" y="36732"/>
                  <a:pt x="208995" y="36741"/>
                  <a:pt x="208995" y="36751"/>
                </a:cubicBezTo>
                <a:lnTo>
                  <a:pt x="208995" y="57748"/>
                </a:lnTo>
                <a:cubicBezTo>
                  <a:pt x="208999" y="60645"/>
                  <a:pt x="211339" y="62991"/>
                  <a:pt x="214223" y="62991"/>
                </a:cubicBezTo>
                <a:lnTo>
                  <a:pt x="318706" y="62991"/>
                </a:lnTo>
                <a:cubicBezTo>
                  <a:pt x="321590" y="62987"/>
                  <a:pt x="323931" y="65332"/>
                  <a:pt x="323935" y="68228"/>
                </a:cubicBezTo>
                <a:cubicBezTo>
                  <a:pt x="323935" y="68230"/>
                  <a:pt x="323935" y="68231"/>
                  <a:pt x="323935" y="68232"/>
                </a:cubicBezTo>
                <a:lnTo>
                  <a:pt x="323935" y="89229"/>
                </a:lnTo>
                <a:cubicBezTo>
                  <a:pt x="323920" y="92117"/>
                  <a:pt x="321581" y="94448"/>
                  <a:pt x="318706" y="94440"/>
                </a:cubicBezTo>
                <a:lnTo>
                  <a:pt x="214223" y="94440"/>
                </a:lnTo>
                <a:cubicBezTo>
                  <a:pt x="211333" y="94443"/>
                  <a:pt x="208992" y="96799"/>
                  <a:pt x="208995" y="99703"/>
                </a:cubicBezTo>
                <a:cubicBezTo>
                  <a:pt x="208995" y="99706"/>
                  <a:pt x="208995" y="99709"/>
                  <a:pt x="208995" y="99712"/>
                </a:cubicBezTo>
                <a:lnTo>
                  <a:pt x="208995" y="120678"/>
                </a:lnTo>
                <a:cubicBezTo>
                  <a:pt x="208987" y="123582"/>
                  <a:pt x="211323" y="125942"/>
                  <a:pt x="214214" y="125950"/>
                </a:cubicBezTo>
                <a:cubicBezTo>
                  <a:pt x="214217" y="125950"/>
                  <a:pt x="214220" y="125950"/>
                  <a:pt x="214223" y="125950"/>
                </a:cubicBezTo>
                <a:lnTo>
                  <a:pt x="329162" y="125950"/>
                </a:lnTo>
                <a:cubicBezTo>
                  <a:pt x="332046" y="125946"/>
                  <a:pt x="334387" y="128291"/>
                  <a:pt x="334390" y="131188"/>
                </a:cubicBezTo>
                <a:cubicBezTo>
                  <a:pt x="334390" y="131189"/>
                  <a:pt x="334390" y="131191"/>
                  <a:pt x="334390" y="131192"/>
                </a:cubicBezTo>
                <a:lnTo>
                  <a:pt x="334390" y="152157"/>
                </a:lnTo>
                <a:cubicBezTo>
                  <a:pt x="334391" y="155061"/>
                  <a:pt x="332053" y="157418"/>
                  <a:pt x="329162" y="157428"/>
                </a:cubicBezTo>
                <a:lnTo>
                  <a:pt x="172424" y="157428"/>
                </a:lnTo>
                <a:cubicBezTo>
                  <a:pt x="169532" y="157424"/>
                  <a:pt x="167191" y="155066"/>
                  <a:pt x="167195" y="152162"/>
                </a:cubicBezTo>
                <a:cubicBezTo>
                  <a:pt x="167195" y="152160"/>
                  <a:pt x="167195" y="152159"/>
                  <a:pt x="167195" y="152157"/>
                </a:cubicBezTo>
                <a:lnTo>
                  <a:pt x="167195" y="5271"/>
                </a:lnTo>
                <a:cubicBezTo>
                  <a:pt x="167189" y="2367"/>
                  <a:pt x="169528" y="7"/>
                  <a:pt x="172420" y="1"/>
                </a:cubicBezTo>
                <a:close/>
                <a:moveTo>
                  <a:pt x="5229" y="1"/>
                </a:moveTo>
                <a:lnTo>
                  <a:pt x="151513" y="1"/>
                </a:lnTo>
                <a:cubicBezTo>
                  <a:pt x="154404" y="5"/>
                  <a:pt x="156745" y="2363"/>
                  <a:pt x="156742" y="5268"/>
                </a:cubicBezTo>
                <a:cubicBezTo>
                  <a:pt x="156742" y="5269"/>
                  <a:pt x="156742" y="5270"/>
                  <a:pt x="156742" y="5271"/>
                </a:cubicBezTo>
                <a:lnTo>
                  <a:pt x="156742" y="26268"/>
                </a:lnTo>
                <a:cubicBezTo>
                  <a:pt x="156736" y="29164"/>
                  <a:pt x="154397" y="31509"/>
                  <a:pt x="151513" y="31510"/>
                </a:cubicBezTo>
                <a:lnTo>
                  <a:pt x="47030" y="31510"/>
                </a:lnTo>
                <a:cubicBezTo>
                  <a:pt x="44146" y="31509"/>
                  <a:pt x="41806" y="33854"/>
                  <a:pt x="41801" y="36751"/>
                </a:cubicBezTo>
                <a:lnTo>
                  <a:pt x="41801" y="57748"/>
                </a:lnTo>
                <a:cubicBezTo>
                  <a:pt x="41815" y="60641"/>
                  <a:pt x="44149" y="62981"/>
                  <a:pt x="47030" y="62991"/>
                </a:cubicBezTo>
                <a:lnTo>
                  <a:pt x="141083" y="62991"/>
                </a:lnTo>
                <a:cubicBezTo>
                  <a:pt x="143967" y="62989"/>
                  <a:pt x="146307" y="65335"/>
                  <a:pt x="146312" y="68232"/>
                </a:cubicBezTo>
                <a:lnTo>
                  <a:pt x="146284" y="89229"/>
                </a:lnTo>
                <a:cubicBezTo>
                  <a:pt x="146279" y="92111"/>
                  <a:pt x="143951" y="94443"/>
                  <a:pt x="141082" y="94440"/>
                </a:cubicBezTo>
                <a:lnTo>
                  <a:pt x="47028" y="94440"/>
                </a:lnTo>
                <a:cubicBezTo>
                  <a:pt x="44139" y="94454"/>
                  <a:pt x="41802" y="96810"/>
                  <a:pt x="41801" y="99712"/>
                </a:cubicBezTo>
                <a:lnTo>
                  <a:pt x="41801" y="152157"/>
                </a:lnTo>
                <a:cubicBezTo>
                  <a:pt x="41808" y="155061"/>
                  <a:pt x="39470" y="157421"/>
                  <a:pt x="36579" y="157428"/>
                </a:cubicBezTo>
                <a:cubicBezTo>
                  <a:pt x="36577" y="157428"/>
                  <a:pt x="36574" y="157428"/>
                  <a:pt x="36572" y="157428"/>
                </a:cubicBezTo>
                <a:lnTo>
                  <a:pt x="5229" y="157430"/>
                </a:lnTo>
                <a:cubicBezTo>
                  <a:pt x="2338" y="157417"/>
                  <a:pt x="1" y="155060"/>
                  <a:pt x="0" y="152157"/>
                </a:cubicBezTo>
                <a:lnTo>
                  <a:pt x="0" y="5271"/>
                </a:lnTo>
                <a:cubicBezTo>
                  <a:pt x="2" y="2369"/>
                  <a:pt x="2339" y="14"/>
                  <a:pt x="5229" y="1"/>
                </a:cubicBezTo>
                <a:close/>
              </a:path>
            </a:pathLst>
          </a:custGeom>
          <a:solidFill xmlns:a="http://schemas.openxmlformats.org/drawingml/2006/main">
            <a:srgbClr val="0091DC"/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3" name="Datumsplatzhalter 2">
            <a:extLst xmlns:a="http://schemas.openxmlformats.org/drawingml/2006/main">
              <a:ext uri="{FF2B5EF4-FFF2-40B4-BE49-F238E27FC236}">
                <a16:creationId xmlns:a16="http://schemas.microsoft.com/office/drawing/2014/main" id="{90030E4F-B493-F3CE-4974-CD33B4E59B65}"/>
              </a:ext>
            </a:extLst>
          </p:cNvPr>
          <p:cNvSpPr>
            <a:spLocks xmlns:a="http://schemas.openxmlformats.org/drawingml/2006/main" noGrp="1"/>
          </p:cNvSpPr>
          <p:nvPr>
            <p:ph type="dt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7" name="Fußzeilenplatzhalter 6">
            <a:extLst xmlns:a="http://schemas.openxmlformats.org/drawingml/2006/main">
              <a:ext uri="{FF2B5EF4-FFF2-40B4-BE49-F238E27FC236}">
                <a16:creationId xmlns:a16="http://schemas.microsoft.com/office/drawing/2014/main" id="{956DCFB3-F7CE-14B9-0E15-C2EA7D0BEEBE}"/>
              </a:ext>
            </a:extLst>
          </p:cNvPr>
          <p:cNvSpPr>
            <a:spLocks xmlns:a="http://schemas.openxmlformats.org/drawingml/2006/main" noGrp="1"/>
          </p:cNvSpPr>
          <p:nvPr>
            <p:ph type="ftr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4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77BB901F-700F-BCFD-B953-270AAAD6656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9.xml><?xml version="1.0" encoding="utf-8"?>
<p:sldLayout xmlns:p="http://schemas.openxmlformats.org/presentationml/2006/main" preserve="1">
  <p:cSld name="Divider + Fullscreen Picture Gradi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Bildplatzhalter 8">
            <a:extLst xmlns:a="http://schemas.openxmlformats.org/drawingml/2006/main">
              <a:ext uri="{FF2B5EF4-FFF2-40B4-BE49-F238E27FC236}">
                <a16:creationId xmlns:a16="http://schemas.microsoft.com/office/drawing/2014/main" id="{FAC117FD-470D-2D7A-475A-47983E4B22FB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0" y="1"/>
            <a:ext cx="12192000" cy="6511783"/>
          </a:xfrm>
        </p:spPr>
        <p:txBody>
          <a:bodyPr xmlns:a="http://schemas.openxmlformats.org/drawingml/2006/main" lIns="6264000" tIns="540000" anchor="ctr"/>
          <a:lstStyle xmlns:a="http://schemas.openxmlformats.org/drawingml/2006/main">
            <a:lvl1pPr marL="0" indent="0" algn="l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E09CFDC6-3065-D922-CF6E-9504EB7B0A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" y="1"/>
            <a:ext cx="5503185" cy="6511783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75000">
                <a:schemeClr val="bg1">
                  <a:alpha val="80000"/>
                </a:schemeClr>
              </a:gs>
              <a:gs pos="0">
                <a:schemeClr val="accent1">
                  <a:lumMod val="5000"/>
                  <a:lumOff val="95000"/>
                  <a:alpha val="8000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</p:spPr>
        <p:txBody>
          <a:bodyPr xmlns:a="http://schemas.openxmlformats.org/drawingml/2006/main" vert="horz" lIns="936000" tIns="2448000" rIns="504000">
            <a:noAutofit/>
          </a:bodyPr>
          <a:lstStyle xmlns:a="http://schemas.openxmlformats.org/drawingml/2006/main">
            <a:lvl1pPr>
              <a:buNone/>
              <a:defRPr sz="4484"/>
            </a:lvl1pPr>
          </a:lstStyle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6" name="FESTO-Logo">
            <a:extLst xmlns:a="http://schemas.openxmlformats.org/drawingml/2006/main">
              <a:ext uri="{FF2B5EF4-FFF2-40B4-BE49-F238E27FC236}">
                <a16:creationId xmlns:a16="http://schemas.microsoft.com/office/drawing/2014/main" id="{5079EA0B-06F5-9F65-A5D0-0D2943694D00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488561" y="0"/>
            <a:ext cx="1217350" cy="122060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14d530680620444e">
              <a:extLst>
                <a:ext uri="{96DAC541-7B7A-43D3-8B79-37D633B846F1}">
                  <asvg:svgBlip xmlns:asvg="http://schemas.microsoft.com/office/drawing/2016/SVG/main" r:embed="R1f46c28351944ffc"/>
                </a:ext>
              </a:extLst>
            </a:blip>
            <a:srcRect l="0" t="0" r="0" b="0"/>
            <a:stretch>
              <a:fillRect l="-200" t="-900" r="0" b="100"/>
            </a:stretch>
          </a:blip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3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61F9FDFA-2792-D1F3-B9B0-1BCD4430CB93}"/>
              </a:ext>
            </a:extLst>
          </p:cNvPr>
          <p:cNvSpPr>
            <a:spLocks xmlns:a="http://schemas.openxmlformats.org/drawingml/2006/main" noGrp="1"/>
          </p:cNvSpPr>
          <p:nvPr>
            <p:ph type="dgm" idx="18"/>
          </p:nvPr>
        </p:nvSpPr>
        <p:spPr>
          <a:xfrm xmlns:a="http://schemas.openxmlformats.org/drawingml/2006/main" flipV="1">
            <a:off x="19415" y="2759215"/>
            <a:ext cx="755967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7" name="Datumsplatzhalter 6">
            <a:extLst xmlns:a="http://schemas.openxmlformats.org/drawingml/2006/main">
              <a:ext uri="{FF2B5EF4-FFF2-40B4-BE49-F238E27FC236}">
                <a16:creationId xmlns:a16="http://schemas.microsoft.com/office/drawing/2014/main" id="{D0C0D92F-00A3-8242-B8C3-E7AC3FDDB781}"/>
              </a:ext>
            </a:extLst>
          </p:cNvPr>
          <p:cNvSpPr>
            <a:spLocks xmlns:a="http://schemas.openxmlformats.org/drawingml/2006/main" noGrp="1"/>
          </p:cNvSpPr>
          <p:nvPr>
            <p:ph type="dt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0" name="Fußzeilenplatzhalter 9">
            <a:extLst xmlns:a="http://schemas.openxmlformats.org/drawingml/2006/main">
              <a:ext uri="{FF2B5EF4-FFF2-40B4-BE49-F238E27FC236}">
                <a16:creationId xmlns:a16="http://schemas.microsoft.com/office/drawing/2014/main" id="{F7737547-95D4-07D2-2448-2F9B2316F338}"/>
              </a:ext>
            </a:extLst>
          </p:cNvPr>
          <p:cNvSpPr>
            <a:spLocks xmlns:a="http://schemas.openxmlformats.org/drawingml/2006/main" noGrp="1"/>
          </p:cNvSpPr>
          <p:nvPr>
            <p:ph type="ftr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4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FB36E3A5-28C1-A8ED-6372-BFBC6874BEF9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10.xml><?xml version="1.0" encoding="utf-8"?>
<p:sldLayout xmlns:p="http://schemas.openxmlformats.org/presentationml/2006/main" preserve="1">
  <p:cSld name="Divider + Pictur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Bildplatzhalter 8">
            <a:extLst xmlns:a="http://schemas.openxmlformats.org/drawingml/2006/main">
              <a:ext uri="{FF2B5EF4-FFF2-40B4-BE49-F238E27FC236}">
                <a16:creationId xmlns:a16="http://schemas.microsoft.com/office/drawing/2014/main" id="{FAC117FD-470D-2D7A-475A-47983E4B22FB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0" y="1"/>
            <a:ext cx="7051169" cy="6511783"/>
          </a:xfrm>
        </p:spPr>
        <p:txBody>
          <a:bodyPr xmlns:a="http://schemas.openxmlformats.org/drawingml/2006/main" lIns="0" tIns="216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E09CFDC6-3065-D922-CF6E-9504EB7B0A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150650" y="1887937"/>
            <a:ext cx="3595914" cy="2569197"/>
          </a:xfrm>
        </p:spPr>
        <p:txBody>
          <a:bodyPr xmlns:a="http://schemas.openxmlformats.org/drawingml/2006/main" vert="horz">
            <a:noAutofit/>
          </a:bodyPr>
          <a:lstStyle xmlns:a="http://schemas.openxmlformats.org/drawingml/2006/main">
            <a:lvl1pPr>
              <a:buNone/>
              <a:defRPr sz="4484"/>
            </a:lvl1pPr>
          </a:lstStyle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4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108220F0-B277-252D-2EF4-05729507C525}"/>
              </a:ext>
            </a:extLst>
          </p:cNvPr>
          <p:cNvSpPr>
            <a:spLocks xmlns:a="http://schemas.openxmlformats.org/drawingml/2006/main" noGrp="1"/>
          </p:cNvSpPr>
          <p:nvPr>
            <p:ph type="dgm" idx="17"/>
          </p:nvPr>
        </p:nvSpPr>
        <p:spPr>
          <a:xfrm xmlns:a="http://schemas.openxmlformats.org/drawingml/2006/main">
            <a:off x="6737965" y="2154955"/>
            <a:ext cx="1229045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3" name="Datumsplatzhalter 2">
            <a:extLst xmlns:a="http://schemas.openxmlformats.org/drawingml/2006/main">
              <a:ext uri="{FF2B5EF4-FFF2-40B4-BE49-F238E27FC236}">
                <a16:creationId xmlns:a16="http://schemas.microsoft.com/office/drawing/2014/main" id="{ACBB4B0E-363E-DD67-2047-042641B1C1B8}"/>
              </a:ext>
            </a:extLst>
          </p:cNvPr>
          <p:cNvSpPr>
            <a:spLocks xmlns:a="http://schemas.openxmlformats.org/drawingml/2006/main" noGrp="1"/>
          </p:cNvSpPr>
          <p:nvPr>
            <p:ph type="dt" idx="1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7" name="Fußzeilenplatzhalter 6">
            <a:extLst xmlns:a="http://schemas.openxmlformats.org/drawingml/2006/main">
              <a:ext uri="{FF2B5EF4-FFF2-40B4-BE49-F238E27FC236}">
                <a16:creationId xmlns:a16="http://schemas.microsoft.com/office/drawing/2014/main" id="{F525B947-9CE2-6C5C-C469-B3BD68AC7E68}"/>
              </a:ext>
            </a:extLst>
          </p:cNvPr>
          <p:cNvSpPr>
            <a:spLocks xmlns:a="http://schemas.openxmlformats.org/drawingml/2006/main" noGrp="1"/>
          </p:cNvSpPr>
          <p:nvPr>
            <p:ph type="ftr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5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8D2C0D14-F88E-83FF-9EF1-3A95A94A82B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11.xml><?xml version="1.0" encoding="utf-8"?>
<p:sldLayout xmlns:p="http://schemas.openxmlformats.org/presentationml/2006/main" preserve="1">
  <p:cSld name="Single Speaker Intr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Bildplatzhalter 8">
            <a:extLst xmlns:a="http://schemas.openxmlformats.org/drawingml/2006/main">
              <a:ext uri="{FF2B5EF4-FFF2-40B4-BE49-F238E27FC236}">
                <a16:creationId xmlns:a16="http://schemas.microsoft.com/office/drawing/2014/main" id="{FAC117FD-470D-2D7A-475A-47983E4B22FB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7123325" y="1"/>
            <a:ext cx="5068675" cy="6511783"/>
          </a:xfrm>
        </p:spPr>
        <p:txBody>
          <a:bodyPr xmlns:a="http://schemas.openxmlformats.org/drawingml/2006/main" lIns="0" tIns="216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E09CFDC6-3065-D922-CF6E-9504EB7B0A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7" y="1887938"/>
            <a:ext cx="5503543" cy="1541872"/>
          </a:xfrm>
        </p:spPr>
        <p:txBody>
          <a:bodyPr xmlns:a="http://schemas.openxmlformats.org/drawingml/2006/main" vert="horz">
            <a:noAutofit/>
          </a:bodyPr>
          <a:lstStyle xmlns:a="http://schemas.openxmlformats.org/drawingml/2006/main">
            <a:lvl1pPr>
              <a:buNone/>
              <a:defRPr sz="4484"/>
            </a:lvl1pPr>
          </a:lstStyle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14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7AF4CA4A-A31E-4CE8-8927-9BD28AD0D640}"/>
              </a:ext>
            </a:extLst>
          </p:cNvPr>
          <p:cNvSpPr>
            <a:spLocks xmlns:a="http://schemas.openxmlformats.org/drawingml/2006/main" noGrp="1"/>
          </p:cNvSpPr>
          <p:nvPr>
            <p:ph type="dgm" idx="18"/>
          </p:nvPr>
        </p:nvSpPr>
        <p:spPr>
          <a:xfrm xmlns:a="http://schemas.openxmlformats.org/drawingml/2006/main">
            <a:off x="1" y="2153276"/>
            <a:ext cx="775381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15" name="Textplatzhalter 16">
            <a:extLst xmlns:a="http://schemas.openxmlformats.org/drawingml/2006/main">
              <a:ext uri="{FF2B5EF4-FFF2-40B4-BE49-F238E27FC236}">
                <a16:creationId xmlns:a16="http://schemas.microsoft.com/office/drawing/2014/main" id="{7F63CAC2-3EA9-DD45-BF36-E97C840B72B5}"/>
              </a:ext>
            </a:extLst>
          </p:cNvPr>
          <p:cNvSpPr>
            <a:spLocks xmlns:a="http://schemas.openxmlformats.org/drawingml/2006/main" noGrp="1"/>
          </p:cNvSpPr>
          <p:nvPr>
            <p:ph type="body" idx="16" hasCustomPrompt="1"/>
          </p:nvPr>
        </p:nvSpPr>
        <p:spPr>
          <a:xfrm xmlns:a="http://schemas.openxmlformats.org/drawingml/2006/main">
            <a:off x="4041350" y="4897388"/>
            <a:ext cx="3009172" cy="587071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125535d34fc94f67">
              <a:extLst>
                <a:ext uri="{96DAC541-7B7A-43D3-8B79-37D633B846F1}">
                  <asvg:svgBlip xmlns:asvg="http://schemas.microsoft.com/office/drawing/2016/SVG/main" r:embed="Re6c503c574a14b06"/>
                </a:ext>
              </a:extLst>
            </a:blip>
            <a:srcRect l="0" t="0" r="0" b="0"/>
            <a:tile tx="0" ty="0" sx="100000" sy="100000" flip="none" algn="tr"/>
          </a:blipFill>
        </p:spPr>
        <p:txBody>
          <a:bodyPr xmlns:a="http://schemas.openxmlformats.org/drawingml/2006/main" rIns="720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834" b="0">
                <a:solidFill>
                  <a:schemeClr val="accent4"/>
                </a:solidFill>
              </a:defRPr>
            </a:lvl1pPr>
            <a:lvl2pPr marL="0" indent="0" algn="r">
              <a:spcBef>
                <a:spcPts val="0"/>
              </a:spcBef>
              <a:spcAft>
                <a:spcPts val="0"/>
              </a:spcAft>
              <a:buNone/>
              <a:defRPr sz="1834"/>
            </a:lvl2pPr>
            <a:lvl3pPr marL="0" indent="0" algn="r">
              <a:spcBef>
                <a:spcPts val="0"/>
              </a:spcBef>
              <a:spcAft>
                <a:spcPts val="0"/>
              </a:spcAft>
              <a:buNone/>
              <a:defRPr sz="1834"/>
            </a:lvl3pPr>
            <a:lvl4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834"/>
            </a:lvl4pPr>
            <a:lvl5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834"/>
            </a:lvl5pPr>
            <a:lvl6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834"/>
            </a:lvl6pPr>
            <a:lvl7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834"/>
            </a:lvl7pPr>
            <a:lvl8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834"/>
            </a:lvl8pPr>
            <a:lvl9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834"/>
            </a:lvl9pPr>
          </a:lstStyle>
          <a:p xmlns:a="http://schemas.openxmlformats.org/drawingml/2006/main">
            <a:pPr lvl="0">
              <a:buNone/>
            </a:pPr>
            <a:r>
              <a:t>Name</a:t>
            </a:r>
          </a:p>
          <a:p xmlns:a="http://schemas.openxmlformats.org/drawingml/2006/main">
            <a:pPr lvl="0">
              <a:buNone/>
            </a:pPr>
            <a:r>
              <a:t>Position</a:t>
            </a:r>
          </a:p>
        </p:txBody>
      </p:sp>
      <p:sp>
        <p:nvSpPr>
          <p:cNvPr id="16" name="Textplatzhalter 16">
            <a:extLst xmlns:a="http://schemas.openxmlformats.org/drawingml/2006/main">
              <a:ext uri="{FF2B5EF4-FFF2-40B4-BE49-F238E27FC236}">
                <a16:creationId xmlns:a16="http://schemas.microsoft.com/office/drawing/2014/main" id="{27D44B04-3D0B-1955-B8E6-0F61C103999A}"/>
              </a:ext>
            </a:extLst>
          </p:cNvPr>
          <p:cNvSpPr>
            <a:spLocks xmlns:a="http://schemas.openxmlformats.org/drawingml/2006/main" noGrp="1"/>
          </p:cNvSpPr>
          <p:nvPr>
            <p:ph type="body" idx="19"/>
          </p:nvPr>
        </p:nvSpPr>
        <p:spPr>
          <a:xfrm xmlns:a="http://schemas.openxmlformats.org/drawingml/2006/main">
            <a:off x="959376" y="3502612"/>
            <a:ext cx="3009172" cy="198184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1pPr>
            <a:lvl2pPr marL="0" indent="0">
              <a:spcBef>
                <a:spcPts val="1223"/>
              </a:spcBef>
              <a:spcAft>
                <a:spcPts val="1223"/>
              </a:spcAft>
              <a:buNone/>
              <a:defRPr sz="2242"/>
            </a:lvl2pPr>
            <a:lvl3pPr marL="0" indent="0">
              <a:spcBef>
                <a:spcPts val="1223"/>
              </a:spcBef>
              <a:spcAft>
                <a:spcPts val="1223"/>
              </a:spcAft>
              <a:buNone/>
              <a:defRPr sz="2242"/>
            </a:lvl3pPr>
            <a:lvl4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4pPr>
            <a:lvl5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5pPr>
            <a:lvl6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6pPr>
            <a:lvl7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7pPr>
            <a:lvl8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8pPr>
            <a:lvl9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4" name="FESTO-Logo">
            <a:extLst xmlns:a="http://schemas.openxmlformats.org/drawingml/2006/main">
              <a:ext uri="{FF2B5EF4-FFF2-40B4-BE49-F238E27FC236}">
                <a16:creationId xmlns:a16="http://schemas.microsoft.com/office/drawing/2014/main" id="{B775B275-537D-D0C6-FD5C-607F8DDCDF71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488561" y="0"/>
            <a:ext cx="1217350" cy="122060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692f09162cb14e8e">
              <a:extLst>
                <a:ext uri="{96DAC541-7B7A-43D3-8B79-37D633B846F1}">
                  <asvg:svgBlip xmlns:asvg="http://schemas.microsoft.com/office/drawing/2016/SVG/main" r:embed="Rd2f3fe6aa5494219"/>
                </a:ext>
              </a:extLst>
            </a:blip>
            <a:srcRect l="0" t="0" r="0" b="0"/>
            <a:stretch>
              <a:fillRect l="-200" t="-900" r="0" b="100"/>
            </a:stretch>
          </a:blip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3" name="Datumsplatzhalter 2">
            <a:extLst xmlns:a="http://schemas.openxmlformats.org/drawingml/2006/main">
              <a:ext uri="{FF2B5EF4-FFF2-40B4-BE49-F238E27FC236}">
                <a16:creationId xmlns:a16="http://schemas.microsoft.com/office/drawing/2014/main" id="{785668AC-A315-7C76-8EA0-316454A8A092}"/>
              </a:ext>
            </a:extLst>
          </p:cNvPr>
          <p:cNvSpPr>
            <a:spLocks xmlns:a="http://schemas.openxmlformats.org/drawingml/2006/main" noGrp="1"/>
          </p:cNvSpPr>
          <p:nvPr>
            <p:ph type="dt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7" name="Fußzeilenplatzhalter 6">
            <a:extLst xmlns:a="http://schemas.openxmlformats.org/drawingml/2006/main">
              <a:ext uri="{FF2B5EF4-FFF2-40B4-BE49-F238E27FC236}">
                <a16:creationId xmlns:a16="http://schemas.microsoft.com/office/drawing/2014/main" id="{525739B8-F9C0-26CC-530B-8EDCC62A3857}"/>
              </a:ext>
            </a:extLst>
          </p:cNvPr>
          <p:cNvSpPr>
            <a:spLocks xmlns:a="http://schemas.openxmlformats.org/drawingml/2006/main" noGrp="1"/>
          </p:cNvSpPr>
          <p:nvPr>
            <p:ph type="ftr" idx="2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5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1C0BE0AA-F78B-70D0-0E69-562A057B973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12.xml><?xml version="1.0" encoding="utf-8"?>
<p:sldLayout xmlns:p="http://schemas.openxmlformats.org/presentationml/2006/main" preserve="1">
  <p:cSld name="Basic Slides">
    <p:bg>
      <p:bgPr>
        <a:solidFill xmlns:a="http://schemas.openxmlformats.org/drawingml/2006/main">
          <a:schemeClr val="tx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feld 5">
            <a:extLst xmlns:a="http://schemas.openxmlformats.org/drawingml/2006/main">
              <a:ext uri="{FF2B5EF4-FFF2-40B4-BE49-F238E27FC236}">
                <a16:creationId xmlns:a16="http://schemas.microsoft.com/office/drawing/2014/main" id="{EB4D9AFF-BFB1-3060-5E48-71EBC380E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102" y="1888014"/>
            <a:ext cx="11447796" cy="25691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611"/>
              </a:spcBef>
              <a:spcAft>
                <a:spcPts val="611"/>
              </a:spcAft>
              <a:buClr>
                <a:schemeClr val="accent4"/>
              </a:buClr>
              <a:buFont typeface="Arial"/>
              <a:buNone/>
            </a:pPr>
            <a:r>
              <a:rPr sz="14064" b="1">
                <a:solidFill>
                  <a:schemeClr val="bg1"/>
                </a:solidFill>
                <a:latin typeface="+mn-lt"/>
                <a:ea typeface="+mn-lt"/>
                <a:cs typeface="+mn-lt"/>
              </a:rPr>
              <a:t>Basic slides</a:t>
            </a:r>
          </a:p>
        </p:txBody>
      </p:sp>
      <p:sp>
        <p:nvSpPr>
          <p:cNvPr id="5" name="Datumsplatzhalter 4">
            <a:extLst xmlns:a="http://schemas.openxmlformats.org/drawingml/2006/main">
              <a:ext uri="{FF2B5EF4-FFF2-40B4-BE49-F238E27FC236}">
                <a16:creationId xmlns:a16="http://schemas.microsoft.com/office/drawing/2014/main" id="{87669A0C-683E-6D0E-CE86-4E782F00E46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8" name="Fußzeilenplatzhalter 7">
            <a:extLst xmlns:a="http://schemas.openxmlformats.org/drawingml/2006/main">
              <a:ext uri="{FF2B5EF4-FFF2-40B4-BE49-F238E27FC236}">
                <a16:creationId xmlns:a16="http://schemas.microsoft.com/office/drawing/2014/main" id="{A146F1F3-EC33-6A46-DEF7-C60337263F5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9" name="Foliennummernplatzhalter 8">
            <a:extLst xmlns:a="http://schemas.openxmlformats.org/drawingml/2006/main">
              <a:ext uri="{FF2B5EF4-FFF2-40B4-BE49-F238E27FC236}">
                <a16:creationId xmlns:a16="http://schemas.microsoft.com/office/drawing/2014/main" id="{38048C61-7BAE-D31C-12EE-311C3A6DE27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 flipH="1">
            <a:off x="10426258" y="-834670"/>
            <a:ext cx="1252659" cy="86056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  <p:sp>
        <p:nvSpPr>
          <p:cNvPr id="10" name="Rechteck 9">
            <a:extLst xmlns:a="http://schemas.openxmlformats.org/drawingml/2006/main">
              <a:ext uri="{FF2B5EF4-FFF2-40B4-BE49-F238E27FC236}">
                <a16:creationId xmlns:a16="http://schemas.microsoft.com/office/drawing/2014/main" id="{1AF1F145-F6BB-9F25-6121-9CED5CA88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5300" y="0"/>
            <a:ext cx="1614599" cy="137354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220127" tIns="220127" rIns="220127" bIns="220127" anchor="ctr"/>
          <a:lstStyle xmlns:a="http://schemas.openxmlformats.org/drawingml/2006/main"/>
          <a:p xmlns:a="http://schemas.openxmlformats.org/drawingml/2006/main">
            <a:pPr algn="ctr">
              <a:spcBef>
                <a:spcPts val="611"/>
              </a:spcBef>
              <a:spcAft>
                <a:spcPts val="611"/>
              </a:spcAft>
              <a:buClr>
                <a:schemeClr val="bg1"/>
              </a:buClr>
              <a:buNone/>
            </a:pPr>
            <a:endParaRPr sz="1834">
              <a:solidFill>
                <a:schemeClr val="bg1"/>
              </a:solidFill>
            </a:endParaRPr>
          </a:p>
        </p:txBody>
      </p:sp>
      <p:sp>
        <p:nvSpPr>
          <p:cNvPr id="12" name="Rechteck 11">
            <a:extLst xmlns:a="http://schemas.openxmlformats.org/drawingml/2006/main">
              <a:ext uri="{FF2B5EF4-FFF2-40B4-BE49-F238E27FC236}">
                <a16:creationId xmlns:a16="http://schemas.microsoft.com/office/drawing/2014/main" id="{93FA1141-1E53-4DC1-FA7F-C6382524D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102" y="420637"/>
            <a:ext cx="3596446" cy="512854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220127" tIns="220127" rIns="220127" bIns="220127" anchor="ctr"/>
          <a:lstStyle xmlns:a="http://schemas.openxmlformats.org/drawingml/2006/main"/>
          <a:p xmlns:a="http://schemas.openxmlformats.org/drawingml/2006/main">
            <a:pPr algn="ctr">
              <a:spcBef>
                <a:spcPts val="611"/>
              </a:spcBef>
              <a:spcAft>
                <a:spcPts val="611"/>
              </a:spcAft>
              <a:buClr>
                <a:schemeClr val="bg1"/>
              </a:buClr>
              <a:buNone/>
            </a:pPr>
            <a:r>
              <a:rPr sz="1834">
                <a:solidFill>
                  <a:schemeClr val="tx1"/>
                </a:solidFill>
              </a:rPr>
              <a:t>Not for layout purposes</a:t>
            </a:r>
          </a:p>
        </p:txBody>
      </p:sp>
    </p:spTree>
  </p:cSld>
  <p:hf sldNum="0" hdr="0" ftr="0" dt="0"/>
</p:sldLayout>
</file>

<file path=ppt/slideLayouts/slideLayout13.xml><?xml version="1.0" encoding="utf-8"?>
<p:sldLayout xmlns:p="http://schemas.openxmlformats.org/presentationml/2006/main" preserve="1">
  <p:cSld name="Only 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8145797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7" name="Gerader Verbinder 6">
            <a:extLst xmlns:a="http://schemas.openxmlformats.org/drawingml/2006/main">
              <a:ext uri="{FF2B5EF4-FFF2-40B4-BE49-F238E27FC236}">
                <a16:creationId xmlns:a16="http://schemas.microsoft.com/office/drawing/2014/main" id="{984A9378-067D-48D1-877C-D9B90FCB5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" name="Datumsplatzhalter 5">
            <a:extLst xmlns:a="http://schemas.openxmlformats.org/drawingml/2006/main">
              <a:ext uri="{FF2B5EF4-FFF2-40B4-BE49-F238E27FC236}">
                <a16:creationId xmlns:a16="http://schemas.microsoft.com/office/drawing/2014/main" id="{971DF951-125C-FFA7-B39B-45C08A09CC6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8" name="Fußzeilenplatzhalter 7">
            <a:extLst xmlns:a="http://schemas.openxmlformats.org/drawingml/2006/main">
              <a:ext uri="{FF2B5EF4-FFF2-40B4-BE49-F238E27FC236}">
                <a16:creationId xmlns:a16="http://schemas.microsoft.com/office/drawing/2014/main" id="{D9B4EB2A-DCB2-81C0-7AC6-110D76C4601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3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7C754ABC-A4AC-142B-571C-3091A40737D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14.xml><?xml version="1.0" encoding="utf-8"?>
<p:sldLayout xmlns:p="http://schemas.openxmlformats.org/presentationml/2006/main" preserve="1">
  <p:cSld name="Title +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8145797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6" y="2475009"/>
            <a:ext cx="8145797" cy="4036774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Gerader Verbinder 7">
            <a:extLst xmlns:a="http://schemas.openxmlformats.org/drawingml/2006/main">
              <a:ext uri="{FF2B5EF4-FFF2-40B4-BE49-F238E27FC236}">
                <a16:creationId xmlns:a16="http://schemas.microsoft.com/office/drawing/2014/main" id="{2D959A8A-81AD-4015-BCF8-4D749EBD8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" name="Datumsplatzhalter 5">
            <a:extLst xmlns:a="http://schemas.openxmlformats.org/drawingml/2006/main">
              <a:ext uri="{FF2B5EF4-FFF2-40B4-BE49-F238E27FC236}">
                <a16:creationId xmlns:a16="http://schemas.microsoft.com/office/drawing/2014/main" id="{1314ECAA-A9DA-C8E7-19FC-B34E168C58CB}"/>
              </a:ext>
            </a:extLst>
          </p:cNvPr>
          <p:cNvSpPr>
            <a:spLocks xmlns:a="http://schemas.openxmlformats.org/drawingml/2006/main" noGrp="1"/>
          </p:cNvSpPr>
          <p:nvPr>
            <p:ph type="dt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9" name="Fußzeilenplatzhalter 8">
            <a:extLst xmlns:a="http://schemas.openxmlformats.org/drawingml/2006/main">
              <a:ext uri="{FF2B5EF4-FFF2-40B4-BE49-F238E27FC236}">
                <a16:creationId xmlns:a16="http://schemas.microsoft.com/office/drawing/2014/main" id="{DE04AF4F-1DC1-7401-063B-D60FC68604A6}"/>
              </a:ext>
            </a:extLst>
          </p:cNvPr>
          <p:cNvSpPr>
            <a:spLocks xmlns:a="http://schemas.openxmlformats.org/drawingml/2006/main" noGrp="1"/>
          </p:cNvSpPr>
          <p:nvPr>
            <p:ph type="ftr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3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55946858-AA21-D05F-D0B4-5BB40EEC50F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15.xml><?xml version="1.0" encoding="utf-8"?>
<p:sldLayout xmlns:p="http://schemas.openxmlformats.org/presentationml/2006/main" preserve="1">
  <p:cSld name="Title + 2x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8145796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6" y="2475286"/>
            <a:ext cx="4549552" cy="4036497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6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CDEB4EAD-6F30-5313-E6D7-3A44B6B6EFAD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6095670" y="2475286"/>
            <a:ext cx="4549552" cy="4036497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Gerader Verbinder 7">
            <a:extLst xmlns:a="http://schemas.openxmlformats.org/drawingml/2006/main">
              <a:ext uri="{FF2B5EF4-FFF2-40B4-BE49-F238E27FC236}">
                <a16:creationId xmlns:a16="http://schemas.microsoft.com/office/drawing/2014/main" id="{7E4118B1-492E-4C14-B0C4-BB46438B5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Datumsplatzhalter 8">
            <a:extLst xmlns:a="http://schemas.openxmlformats.org/drawingml/2006/main">
              <a:ext uri="{FF2B5EF4-FFF2-40B4-BE49-F238E27FC236}">
                <a16:creationId xmlns:a16="http://schemas.microsoft.com/office/drawing/2014/main" id="{645F030C-255E-E957-4FAC-9F8258E133F3}"/>
              </a:ext>
            </a:extLst>
          </p:cNvPr>
          <p:cNvSpPr>
            <a:spLocks xmlns:a="http://schemas.openxmlformats.org/drawingml/2006/main" noGrp="1"/>
          </p:cNvSpPr>
          <p:nvPr>
            <p:ph type="dt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0" name="Fußzeilenplatzhalter 9">
            <a:extLst xmlns:a="http://schemas.openxmlformats.org/drawingml/2006/main">
              <a:ext uri="{FF2B5EF4-FFF2-40B4-BE49-F238E27FC236}">
                <a16:creationId xmlns:a16="http://schemas.microsoft.com/office/drawing/2014/main" id="{727D534B-C12F-6B05-6B38-2B730F5116CF}"/>
              </a:ext>
            </a:extLst>
          </p:cNvPr>
          <p:cNvSpPr>
            <a:spLocks xmlns:a="http://schemas.openxmlformats.org/drawingml/2006/main" noGrp="1"/>
          </p:cNvSpPr>
          <p:nvPr>
            <p:ph type="ftr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3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56D1AF19-F2EC-08C6-F957-33F3771D66B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16.xml><?xml version="1.0" encoding="utf-8"?>
<p:sldLayout xmlns:p="http://schemas.openxmlformats.org/presentationml/2006/main" preserve="1">
  <p:cSld name="2x Picture + 2x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8145796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7" y="4529937"/>
            <a:ext cx="3447785" cy="198184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6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CDEB4EAD-6F30-5313-E6D7-3A44B6B6EFAD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5068676" y="4529937"/>
            <a:ext cx="3447785" cy="198184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793990F0-19EC-5850-56E2-CF3D4AA94378}"/>
              </a:ext>
            </a:extLst>
          </p:cNvPr>
          <p:cNvSpPr>
            <a:spLocks xmlns:a="http://schemas.openxmlformats.org/drawingml/2006/main" noGrp="1"/>
          </p:cNvSpPr>
          <p:nvPr>
            <p:ph type="pic" idx="15" hasCustomPrompt="1"/>
          </p:nvPr>
        </p:nvSpPr>
        <p:spPr>
          <a:xfrm xmlns:a="http://schemas.openxmlformats.org/drawingml/2006/main">
            <a:off x="959378" y="2475287"/>
            <a:ext cx="4036495" cy="1981847"/>
          </a:xfrm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0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97FC5FEC-BC3E-A386-77D5-1EFBA477D7B8}"/>
              </a:ext>
            </a:extLst>
          </p:cNvPr>
          <p:cNvSpPr>
            <a:spLocks xmlns:a="http://schemas.openxmlformats.org/drawingml/2006/main" noGrp="1"/>
          </p:cNvSpPr>
          <p:nvPr>
            <p:ph type="pic" idx="16" hasCustomPrompt="1"/>
          </p:nvPr>
        </p:nvSpPr>
        <p:spPr>
          <a:xfrm xmlns:a="http://schemas.openxmlformats.org/drawingml/2006/main">
            <a:off x="5068676" y="2475287"/>
            <a:ext cx="4036495" cy="1981847"/>
          </a:xfrm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1" name="Gerader Verbinder 10">
            <a:extLst xmlns:a="http://schemas.openxmlformats.org/drawingml/2006/main">
              <a:ext uri="{FF2B5EF4-FFF2-40B4-BE49-F238E27FC236}">
                <a16:creationId xmlns:a16="http://schemas.microsoft.com/office/drawing/2014/main" id="{A4D496C6-0879-49E1-8F7E-22B1D6410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Datumsplatzhalter 8">
            <a:extLst xmlns:a="http://schemas.openxmlformats.org/drawingml/2006/main">
              <a:ext uri="{FF2B5EF4-FFF2-40B4-BE49-F238E27FC236}">
                <a16:creationId xmlns:a16="http://schemas.microsoft.com/office/drawing/2014/main" id="{FBDC3B60-FAF1-128B-89D6-06146C6BE337}"/>
              </a:ext>
            </a:extLst>
          </p:cNvPr>
          <p:cNvSpPr>
            <a:spLocks xmlns:a="http://schemas.openxmlformats.org/drawingml/2006/main" noGrp="1"/>
          </p:cNvSpPr>
          <p:nvPr>
            <p:ph type="dt" idx="1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2" name="Fußzeilenplatzhalter 11">
            <a:extLst xmlns:a="http://schemas.openxmlformats.org/drawingml/2006/main">
              <a:ext uri="{FF2B5EF4-FFF2-40B4-BE49-F238E27FC236}">
                <a16:creationId xmlns:a16="http://schemas.microsoft.com/office/drawing/2014/main" id="{8016A6D7-46E2-34E0-B5D2-E0C329B9A42C}"/>
              </a:ext>
            </a:extLst>
          </p:cNvPr>
          <p:cNvSpPr>
            <a:spLocks xmlns:a="http://schemas.openxmlformats.org/drawingml/2006/main" noGrp="1"/>
          </p:cNvSpPr>
          <p:nvPr>
            <p:ph type="ftr" idx="1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3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F48F457A-583D-92B8-6151-88E9B36FCC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17.xml><?xml version="1.0" encoding="utf-8"?>
<p:sldLayout xmlns:p="http://schemas.openxmlformats.org/presentationml/2006/main" preserve="1">
  <p:cSld name="3x Picture + 3x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8145796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6" y="4529937"/>
            <a:ext cx="2421418" cy="198184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6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CDEB4EAD-6F30-5313-E6D7-3A44B6B6EFAD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4041251" y="4529937"/>
            <a:ext cx="2421499" cy="198184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76CAE007-2F2E-F036-FBA8-9ADF7623A0B3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>
          <a:xfrm xmlns:a="http://schemas.openxmlformats.org/drawingml/2006/main">
            <a:off x="7123376" y="4529937"/>
            <a:ext cx="2421499" cy="198184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9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C2BA3090-A4C2-73D1-182D-3BBD68CE0D6E}"/>
              </a:ext>
            </a:extLst>
          </p:cNvPr>
          <p:cNvSpPr>
            <a:spLocks xmlns:a="http://schemas.openxmlformats.org/drawingml/2006/main" noGrp="1"/>
          </p:cNvSpPr>
          <p:nvPr>
            <p:ph type="pic" idx="16" hasCustomPrompt="1"/>
          </p:nvPr>
        </p:nvSpPr>
        <p:spPr>
          <a:xfrm xmlns:a="http://schemas.openxmlformats.org/drawingml/2006/main">
            <a:off x="959377" y="2475287"/>
            <a:ext cx="3009171" cy="1981847"/>
          </a:xfrm>
        </p:spPr>
        <p:txBody>
          <a:bodyPr xmlns:a="http://schemas.openxmlformats.org/drawingml/2006/main" tIns="324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1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F3F768CB-88D4-D60D-DEB8-C65E114C22CE}"/>
              </a:ext>
            </a:extLst>
          </p:cNvPr>
          <p:cNvSpPr>
            <a:spLocks xmlns:a="http://schemas.openxmlformats.org/drawingml/2006/main" noGrp="1"/>
          </p:cNvSpPr>
          <p:nvPr>
            <p:ph type="pic" idx="17" hasCustomPrompt="1"/>
          </p:nvPr>
        </p:nvSpPr>
        <p:spPr>
          <a:xfrm xmlns:a="http://schemas.openxmlformats.org/drawingml/2006/main">
            <a:off x="4041250" y="2475287"/>
            <a:ext cx="3009171" cy="1981847"/>
          </a:xfrm>
        </p:spPr>
        <p:txBody>
          <a:bodyPr xmlns:a="http://schemas.openxmlformats.org/drawingml/2006/main" tIns="324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</a:t>
            </a:r>
            <a:br/>
            <a:r>
              <a:t>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2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98BFC965-C76E-72DE-B633-2FB2A13E93CA}"/>
              </a:ext>
            </a:extLst>
          </p:cNvPr>
          <p:cNvSpPr>
            <a:spLocks xmlns:a="http://schemas.openxmlformats.org/drawingml/2006/main" noGrp="1"/>
          </p:cNvSpPr>
          <p:nvPr>
            <p:ph type="pic" idx="18" hasCustomPrompt="1"/>
          </p:nvPr>
        </p:nvSpPr>
        <p:spPr>
          <a:xfrm xmlns:a="http://schemas.openxmlformats.org/drawingml/2006/main">
            <a:off x="7123376" y="2475287"/>
            <a:ext cx="3009171" cy="1981847"/>
          </a:xfrm>
        </p:spPr>
        <p:txBody>
          <a:bodyPr xmlns:a="http://schemas.openxmlformats.org/drawingml/2006/main" tIns="324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3" name="Gerader Verbinder 12">
            <a:extLst xmlns:a="http://schemas.openxmlformats.org/drawingml/2006/main">
              <a:ext uri="{FF2B5EF4-FFF2-40B4-BE49-F238E27FC236}">
                <a16:creationId xmlns:a16="http://schemas.microsoft.com/office/drawing/2014/main" id="{E10C34C4-AA94-493D-989F-D66E9325D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Datumsplatzhalter 9">
            <a:extLst xmlns:a="http://schemas.openxmlformats.org/drawingml/2006/main">
              <a:ext uri="{FF2B5EF4-FFF2-40B4-BE49-F238E27FC236}">
                <a16:creationId xmlns:a16="http://schemas.microsoft.com/office/drawing/2014/main" id="{539CAA46-3ACB-B3B8-BFE8-E505927C10BD}"/>
              </a:ext>
            </a:extLst>
          </p:cNvPr>
          <p:cNvSpPr>
            <a:spLocks xmlns:a="http://schemas.openxmlformats.org/drawingml/2006/main" noGrp="1"/>
          </p:cNvSpPr>
          <p:nvPr>
            <p:ph type="dt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4" name="Fußzeilenplatzhalter 13">
            <a:extLst xmlns:a="http://schemas.openxmlformats.org/drawingml/2006/main">
              <a:ext uri="{FF2B5EF4-FFF2-40B4-BE49-F238E27FC236}">
                <a16:creationId xmlns:a16="http://schemas.microsoft.com/office/drawing/2014/main" id="{A5FD5E2A-7002-AB47-4D61-38A8F12AA050}"/>
              </a:ext>
            </a:extLst>
          </p:cNvPr>
          <p:cNvSpPr>
            <a:spLocks xmlns:a="http://schemas.openxmlformats.org/drawingml/2006/main" noGrp="1"/>
          </p:cNvSpPr>
          <p:nvPr>
            <p:ph type="ftr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3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FDB0AB5D-5A54-A209-82C9-6DCC600350D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18.xml><?xml version="1.0" encoding="utf-8"?>
<p:sldLayout xmlns:p="http://schemas.openxmlformats.org/presentationml/2006/main" preserve="1">
  <p:cSld name="4x Bulletpicture + 4x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8145796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9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C2BA3090-A4C2-73D1-182D-3BBD68CE0D6E}"/>
              </a:ext>
            </a:extLst>
          </p:cNvPr>
          <p:cNvSpPr>
            <a:spLocks xmlns:a="http://schemas.openxmlformats.org/drawingml/2006/main" noGrp="1"/>
          </p:cNvSpPr>
          <p:nvPr>
            <p:ph type="pic" idx="16" hasCustomPrompt="1"/>
          </p:nvPr>
        </p:nvSpPr>
        <p:spPr>
          <a:xfrm xmlns:a="http://schemas.openxmlformats.org/drawingml/2006/main">
            <a:off x="959377" y="2475287"/>
            <a:ext cx="1981797" cy="1981847"/>
          </a:xfrm>
          <a:prstGeom xmlns:a="http://schemas.openxmlformats.org/drawingml/2006/main" prst="ellipse">
            <a:avLst/>
          </a:prstGeom>
        </p:spPr>
        <p:txBody>
          <a:bodyPr xmlns:a="http://schemas.openxmlformats.org/drawingml/2006/main" tIns="216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815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1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F3F768CB-88D4-D60D-DEB8-C65E114C22CE}"/>
              </a:ext>
            </a:extLst>
          </p:cNvPr>
          <p:cNvSpPr>
            <a:spLocks xmlns:a="http://schemas.openxmlformats.org/drawingml/2006/main" noGrp="1"/>
          </p:cNvSpPr>
          <p:nvPr>
            <p:ph type="pic" idx="17" hasCustomPrompt="1"/>
          </p:nvPr>
        </p:nvSpPr>
        <p:spPr>
          <a:xfrm xmlns:a="http://schemas.openxmlformats.org/drawingml/2006/main">
            <a:off x="3741948" y="2475287"/>
            <a:ext cx="1981797" cy="1981847"/>
          </a:xfrm>
          <a:prstGeom xmlns:a="http://schemas.openxmlformats.org/drawingml/2006/main" prst="ellipse">
            <a:avLst/>
          </a:prstGeom>
        </p:spPr>
        <p:txBody>
          <a:bodyPr xmlns:a="http://schemas.openxmlformats.org/drawingml/2006/main" tIns="216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815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2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98BFC965-C76E-72DE-B633-2FB2A13E93CA}"/>
              </a:ext>
            </a:extLst>
          </p:cNvPr>
          <p:cNvSpPr>
            <a:spLocks xmlns:a="http://schemas.openxmlformats.org/drawingml/2006/main" noGrp="1"/>
          </p:cNvSpPr>
          <p:nvPr>
            <p:ph type="pic" idx="18" hasCustomPrompt="1"/>
          </p:nvPr>
        </p:nvSpPr>
        <p:spPr>
          <a:xfrm xmlns:a="http://schemas.openxmlformats.org/drawingml/2006/main">
            <a:off x="6464007" y="2475287"/>
            <a:ext cx="1981797" cy="1981847"/>
          </a:xfrm>
          <a:prstGeom xmlns:a="http://schemas.openxmlformats.org/drawingml/2006/main" prst="ellipse">
            <a:avLst/>
          </a:prstGeom>
        </p:spPr>
        <p:txBody>
          <a:bodyPr xmlns:a="http://schemas.openxmlformats.org/drawingml/2006/main" tIns="216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815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5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BC8E5022-CAC8-E389-6196-8F133D8F65A8}"/>
              </a:ext>
            </a:extLst>
          </p:cNvPr>
          <p:cNvSpPr>
            <a:spLocks xmlns:a="http://schemas.openxmlformats.org/drawingml/2006/main" noGrp="1"/>
          </p:cNvSpPr>
          <p:nvPr>
            <p:ph type="pic" idx="20" hasCustomPrompt="1"/>
          </p:nvPr>
        </p:nvSpPr>
        <p:spPr>
          <a:xfrm xmlns:a="http://schemas.openxmlformats.org/drawingml/2006/main">
            <a:off x="9251080" y="2475287"/>
            <a:ext cx="1981797" cy="1981847"/>
          </a:xfrm>
          <a:prstGeom xmlns:a="http://schemas.openxmlformats.org/drawingml/2006/main" prst="ellipse">
            <a:avLst/>
          </a:prstGeom>
        </p:spPr>
        <p:txBody>
          <a:bodyPr xmlns:a="http://schemas.openxmlformats.org/drawingml/2006/main" tIns="216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815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6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2C67417D-D1BA-7331-154C-141B24C61F79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6" y="4529759"/>
            <a:ext cx="1981114" cy="198202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ec24b485c7034697">
              <a:extLst>
                <a:ext uri="{96DAC541-7B7A-43D3-8B79-37D633B846F1}">
                  <asvg:svgBlip xmlns:asvg="http://schemas.microsoft.com/office/drawing/2016/SVG/main" r:embed="R1aee95e703f84f21"/>
                </a:ext>
              </a:extLst>
            </a:blip>
            <a:srcRect l="0" t="0" r="0" b="0"/>
            <a:tile tx="0" ty="0" sx="100000" sy="100000" flip="none" algn="t"/>
          </a:blipFill>
        </p:spPr>
        <p:txBody>
          <a:bodyPr xmlns:a="http://schemas.openxmlformats.org/drawingml/2006/main" tIns="252000"/>
          <a:lstStyle xmlns:a="http://schemas.openxmlformats.org/drawingml/2006/main">
            <a:lvl1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1pPr>
            <a:lvl2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2pPr>
            <a:lvl3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3pPr>
            <a:lvl4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4pPr>
            <a:lvl5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5pPr>
            <a:lvl6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6pPr>
            <a:lvl7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7pPr>
            <a:lvl8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8pPr>
            <a:lvl9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1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6BB9F258-F5FC-CD95-CC79-98BA9173ED24}"/>
              </a:ext>
            </a:extLst>
          </p:cNvPr>
          <p:cNvSpPr>
            <a:spLocks xmlns:a="http://schemas.openxmlformats.org/drawingml/2006/main" noGrp="1"/>
          </p:cNvSpPr>
          <p:nvPr>
            <p:ph type="body" idx="19"/>
          </p:nvPr>
        </p:nvSpPr>
        <p:spPr>
          <a:xfrm xmlns:a="http://schemas.openxmlformats.org/drawingml/2006/main">
            <a:off x="3741751" y="4529759"/>
            <a:ext cx="1981114" cy="198202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ec24b485c7034697">
              <a:extLst>
                <a:ext uri="{96DAC541-7B7A-43D3-8B79-37D633B846F1}">
                  <asvg:svgBlip xmlns:asvg="http://schemas.microsoft.com/office/drawing/2016/SVG/main" r:embed="R1aee95e703f84f21"/>
                </a:ext>
              </a:extLst>
            </a:blip>
            <a:srcRect l="0" t="0" r="0" b="0"/>
            <a:tile tx="0" ty="0" sx="100000" sy="100000" flip="none" algn="t"/>
          </a:blipFill>
        </p:spPr>
        <p:txBody>
          <a:bodyPr xmlns:a="http://schemas.openxmlformats.org/drawingml/2006/main" tIns="252000"/>
          <a:lstStyle xmlns:a="http://schemas.openxmlformats.org/drawingml/2006/main">
            <a:lvl1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1pPr>
            <a:lvl2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2pPr>
            <a:lvl3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3pPr>
            <a:lvl4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4pPr>
            <a:lvl5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5pPr>
            <a:lvl6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6pPr>
            <a:lvl7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7pPr>
            <a:lvl8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8pPr>
            <a:lvl9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18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5790AE74-4619-2D07-07EC-067B07776DAA}"/>
              </a:ext>
            </a:extLst>
          </p:cNvPr>
          <p:cNvSpPr>
            <a:spLocks xmlns:a="http://schemas.openxmlformats.org/drawingml/2006/main" noGrp="1"/>
          </p:cNvSpPr>
          <p:nvPr>
            <p:ph type="body" idx="21"/>
          </p:nvPr>
        </p:nvSpPr>
        <p:spPr>
          <a:xfrm xmlns:a="http://schemas.openxmlformats.org/drawingml/2006/main">
            <a:off x="6464007" y="4529759"/>
            <a:ext cx="1981114" cy="198202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ec24b485c7034697">
              <a:extLst>
                <a:ext uri="{96DAC541-7B7A-43D3-8B79-37D633B846F1}">
                  <asvg:svgBlip xmlns:asvg="http://schemas.microsoft.com/office/drawing/2016/SVG/main" r:embed="R1aee95e703f84f21"/>
                </a:ext>
              </a:extLst>
            </a:blip>
            <a:srcRect l="0" t="0" r="0" b="0"/>
            <a:tile tx="0" ty="0" sx="100000" sy="100000" flip="none" algn="t"/>
          </a:blipFill>
        </p:spPr>
        <p:txBody>
          <a:bodyPr xmlns:a="http://schemas.openxmlformats.org/drawingml/2006/main" tIns="252000"/>
          <a:lstStyle xmlns:a="http://schemas.openxmlformats.org/drawingml/2006/main">
            <a:lvl1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1pPr>
            <a:lvl2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2pPr>
            <a:lvl3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3pPr>
            <a:lvl4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4pPr>
            <a:lvl5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5pPr>
            <a:lvl6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6pPr>
            <a:lvl7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7pPr>
            <a:lvl8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8pPr>
            <a:lvl9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19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3E3119C8-BDA4-D116-9FDD-F41A6666F659}"/>
              </a:ext>
            </a:extLst>
          </p:cNvPr>
          <p:cNvSpPr>
            <a:spLocks xmlns:a="http://schemas.openxmlformats.org/drawingml/2006/main" noGrp="1"/>
          </p:cNvSpPr>
          <p:nvPr>
            <p:ph type="body" idx="22"/>
          </p:nvPr>
        </p:nvSpPr>
        <p:spPr>
          <a:xfrm xmlns:a="http://schemas.openxmlformats.org/drawingml/2006/main">
            <a:off x="9251080" y="4529759"/>
            <a:ext cx="1981114" cy="198202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ec24b485c7034697">
              <a:extLst>
                <a:ext uri="{96DAC541-7B7A-43D3-8B79-37D633B846F1}">
                  <asvg:svgBlip xmlns:asvg="http://schemas.microsoft.com/office/drawing/2016/SVG/main" r:embed="R1aee95e703f84f21"/>
                </a:ext>
              </a:extLst>
            </a:blip>
            <a:srcRect l="0" t="0" r="0" b="0"/>
            <a:tile tx="0" ty="0" sx="100000" sy="100000" flip="none" algn="t"/>
          </a:blipFill>
        </p:spPr>
        <p:txBody>
          <a:bodyPr xmlns:a="http://schemas.openxmlformats.org/drawingml/2006/main" tIns="252000"/>
          <a:lstStyle xmlns:a="http://schemas.openxmlformats.org/drawingml/2006/main">
            <a:lvl1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1pPr>
            <a:lvl2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2pPr>
            <a:lvl3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3pPr>
            <a:lvl4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4pPr>
            <a:lvl5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5pPr>
            <a:lvl6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6pPr>
            <a:lvl7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7pPr>
            <a:lvl8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8pPr>
            <a:lvl9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6" name="Gerader Verbinder 5">
            <a:extLst xmlns:a="http://schemas.openxmlformats.org/drawingml/2006/main">
              <a:ext uri="{FF2B5EF4-FFF2-40B4-BE49-F238E27FC236}">
                <a16:creationId xmlns:a16="http://schemas.microsoft.com/office/drawing/2014/main" id="{0519E827-03C3-436E-B8C8-96EAC35E1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Datumsplatzhalter 6">
            <a:extLst xmlns:a="http://schemas.openxmlformats.org/drawingml/2006/main">
              <a:ext uri="{FF2B5EF4-FFF2-40B4-BE49-F238E27FC236}">
                <a16:creationId xmlns:a16="http://schemas.microsoft.com/office/drawing/2014/main" id="{FCAC5AE1-DD17-81A8-B3CA-501B94C2AA20}"/>
              </a:ext>
            </a:extLst>
          </p:cNvPr>
          <p:cNvSpPr>
            <a:spLocks xmlns:a="http://schemas.openxmlformats.org/drawingml/2006/main" noGrp="1"/>
          </p:cNvSpPr>
          <p:nvPr>
            <p:ph type="dt" idx="2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8" name="Fußzeilenplatzhalter 7">
            <a:extLst xmlns:a="http://schemas.openxmlformats.org/drawingml/2006/main">
              <a:ext uri="{FF2B5EF4-FFF2-40B4-BE49-F238E27FC236}">
                <a16:creationId xmlns:a16="http://schemas.microsoft.com/office/drawing/2014/main" id="{2688C00F-7597-7D03-E20D-46B356467C63}"/>
              </a:ext>
            </a:extLst>
          </p:cNvPr>
          <p:cNvSpPr>
            <a:spLocks xmlns:a="http://schemas.openxmlformats.org/drawingml/2006/main" noGrp="1"/>
          </p:cNvSpPr>
          <p:nvPr>
            <p:ph type="ftr" idx="2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3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2B9C1BB8-637F-1441-F76C-578C29AF1F8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19.xml><?xml version="1.0" encoding="utf-8"?>
<p:sldLayout xmlns:p="http://schemas.openxmlformats.org/presentationml/2006/main" preserve="1">
  <p:cSld name="5x Bulletpicture + 5x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8145796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9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C2BA3090-A4C2-73D1-182D-3BBD68CE0D6E}"/>
              </a:ext>
            </a:extLst>
          </p:cNvPr>
          <p:cNvSpPr>
            <a:spLocks xmlns:a="http://schemas.openxmlformats.org/drawingml/2006/main" noGrp="1"/>
          </p:cNvSpPr>
          <p:nvPr>
            <p:ph type="pic" idx="16" hasCustomPrompt="1"/>
          </p:nvPr>
        </p:nvSpPr>
        <p:spPr>
          <a:xfrm xmlns:a="http://schemas.openxmlformats.org/drawingml/2006/main">
            <a:off x="959377" y="2475287"/>
            <a:ext cx="1981797" cy="1981847"/>
          </a:xfrm>
          <a:prstGeom xmlns:a="http://schemas.openxmlformats.org/drawingml/2006/main" prst="ellipse">
            <a:avLst/>
          </a:prstGeom>
        </p:spPr>
        <p:txBody>
          <a:bodyPr xmlns:a="http://schemas.openxmlformats.org/drawingml/2006/main" tIns="216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815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1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F3F768CB-88D4-D60D-DEB8-C65E114C22CE}"/>
              </a:ext>
            </a:extLst>
          </p:cNvPr>
          <p:cNvSpPr>
            <a:spLocks xmlns:a="http://schemas.openxmlformats.org/drawingml/2006/main" noGrp="1"/>
          </p:cNvSpPr>
          <p:nvPr>
            <p:ph type="pic" idx="17" hasCustomPrompt="1"/>
          </p:nvPr>
        </p:nvSpPr>
        <p:spPr>
          <a:xfrm xmlns:a="http://schemas.openxmlformats.org/drawingml/2006/main">
            <a:off x="3014065" y="2475287"/>
            <a:ext cx="1981797" cy="1981847"/>
          </a:xfrm>
          <a:prstGeom xmlns:a="http://schemas.openxmlformats.org/drawingml/2006/main" prst="ellipse">
            <a:avLst/>
          </a:prstGeom>
        </p:spPr>
        <p:txBody>
          <a:bodyPr xmlns:a="http://schemas.openxmlformats.org/drawingml/2006/main" tIns="216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815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2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98BFC965-C76E-72DE-B633-2FB2A13E93CA}"/>
              </a:ext>
            </a:extLst>
          </p:cNvPr>
          <p:cNvSpPr>
            <a:spLocks xmlns:a="http://schemas.openxmlformats.org/drawingml/2006/main" noGrp="1"/>
          </p:cNvSpPr>
          <p:nvPr>
            <p:ph type="pic" idx="18" hasCustomPrompt="1"/>
          </p:nvPr>
        </p:nvSpPr>
        <p:spPr>
          <a:xfrm xmlns:a="http://schemas.openxmlformats.org/drawingml/2006/main">
            <a:off x="5068752" y="2475287"/>
            <a:ext cx="1981797" cy="1981847"/>
          </a:xfrm>
          <a:prstGeom xmlns:a="http://schemas.openxmlformats.org/drawingml/2006/main" prst="ellipse">
            <a:avLst/>
          </a:prstGeom>
        </p:spPr>
        <p:txBody>
          <a:bodyPr xmlns:a="http://schemas.openxmlformats.org/drawingml/2006/main" tIns="216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815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5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BC8E5022-CAC8-E389-6196-8F133D8F65A8}"/>
              </a:ext>
            </a:extLst>
          </p:cNvPr>
          <p:cNvSpPr>
            <a:spLocks xmlns:a="http://schemas.openxmlformats.org/drawingml/2006/main" noGrp="1"/>
          </p:cNvSpPr>
          <p:nvPr>
            <p:ph type="pic" idx="20" hasCustomPrompt="1"/>
          </p:nvPr>
        </p:nvSpPr>
        <p:spPr>
          <a:xfrm xmlns:a="http://schemas.openxmlformats.org/drawingml/2006/main">
            <a:off x="7123439" y="2475287"/>
            <a:ext cx="1981797" cy="1981847"/>
          </a:xfrm>
          <a:prstGeom xmlns:a="http://schemas.openxmlformats.org/drawingml/2006/main" prst="ellipse">
            <a:avLst/>
          </a:prstGeom>
        </p:spPr>
        <p:txBody>
          <a:bodyPr xmlns:a="http://schemas.openxmlformats.org/drawingml/2006/main" tIns="216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815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6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455BA56B-3A41-BFA2-2B64-87DF0C821D53}"/>
              </a:ext>
            </a:extLst>
          </p:cNvPr>
          <p:cNvSpPr>
            <a:spLocks xmlns:a="http://schemas.openxmlformats.org/drawingml/2006/main" noGrp="1"/>
          </p:cNvSpPr>
          <p:nvPr>
            <p:ph type="pic" idx="21" hasCustomPrompt="1"/>
          </p:nvPr>
        </p:nvSpPr>
        <p:spPr>
          <a:xfrm xmlns:a="http://schemas.openxmlformats.org/drawingml/2006/main">
            <a:off x="9178126" y="2475287"/>
            <a:ext cx="1981797" cy="1981847"/>
          </a:xfrm>
          <a:prstGeom xmlns:a="http://schemas.openxmlformats.org/drawingml/2006/main" prst="ellipse">
            <a:avLst/>
          </a:prstGeom>
        </p:spPr>
        <p:txBody>
          <a:bodyPr xmlns:a="http://schemas.openxmlformats.org/drawingml/2006/main" tIns="216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815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8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D19E72B5-5D19-CB33-EFFE-5C00E1C53936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6" y="4529759"/>
            <a:ext cx="1981114" cy="198202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781599e315034fd9">
              <a:extLst>
                <a:ext uri="{96DAC541-7B7A-43D3-8B79-37D633B846F1}">
                  <asvg:svgBlip xmlns:asvg="http://schemas.microsoft.com/office/drawing/2016/SVG/main" r:embed="Rc4aebc228b4149e0"/>
                </a:ext>
              </a:extLst>
            </a:blip>
            <a:srcRect l="0" t="0" r="0" b="0"/>
            <a:tile tx="0" ty="0" sx="100000" sy="100000" flip="none" algn="t"/>
          </a:blipFill>
        </p:spPr>
        <p:txBody>
          <a:bodyPr xmlns:a="http://schemas.openxmlformats.org/drawingml/2006/main" lIns="72000" tIns="252000" rIns="72000"/>
          <a:lstStyle xmlns:a="http://schemas.openxmlformats.org/drawingml/2006/main">
            <a:lvl1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1pPr>
            <a:lvl2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2pPr>
            <a:lvl3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3pPr>
            <a:lvl4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4pPr>
            <a:lvl5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5pPr>
            <a:lvl6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6pPr>
            <a:lvl7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7pPr>
            <a:lvl8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8pPr>
            <a:lvl9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19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FDDC1707-C012-09AA-27B6-7A5EF3856DC2}"/>
              </a:ext>
            </a:extLst>
          </p:cNvPr>
          <p:cNvSpPr>
            <a:spLocks xmlns:a="http://schemas.openxmlformats.org/drawingml/2006/main" noGrp="1"/>
          </p:cNvSpPr>
          <p:nvPr>
            <p:ph type="body" idx="19"/>
          </p:nvPr>
        </p:nvSpPr>
        <p:spPr>
          <a:xfrm xmlns:a="http://schemas.openxmlformats.org/drawingml/2006/main">
            <a:off x="3019360" y="4529759"/>
            <a:ext cx="1981114" cy="198202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781599e315034fd9">
              <a:extLst>
                <a:ext uri="{96DAC541-7B7A-43D3-8B79-37D633B846F1}">
                  <asvg:svgBlip xmlns:asvg="http://schemas.microsoft.com/office/drawing/2016/SVG/main" r:embed="Rc4aebc228b4149e0"/>
                </a:ext>
              </a:extLst>
            </a:blip>
            <a:srcRect l="0" t="0" r="0" b="0"/>
            <a:tile tx="0" ty="0" sx="100000" sy="100000" flip="none" algn="t"/>
          </a:blipFill>
        </p:spPr>
        <p:txBody>
          <a:bodyPr xmlns:a="http://schemas.openxmlformats.org/drawingml/2006/main" lIns="72000" tIns="252000" rIns="72000"/>
          <a:lstStyle xmlns:a="http://schemas.openxmlformats.org/drawingml/2006/main">
            <a:lvl1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1pPr>
            <a:lvl2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2pPr>
            <a:lvl3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3pPr>
            <a:lvl4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4pPr>
            <a:lvl5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5pPr>
            <a:lvl6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6pPr>
            <a:lvl7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7pPr>
            <a:lvl8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8pPr>
            <a:lvl9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20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B953A51A-53EF-A551-4AE6-C0CFD0EACE2A}"/>
              </a:ext>
            </a:extLst>
          </p:cNvPr>
          <p:cNvSpPr>
            <a:spLocks xmlns:a="http://schemas.openxmlformats.org/drawingml/2006/main" noGrp="1"/>
          </p:cNvSpPr>
          <p:nvPr>
            <p:ph type="body" idx="22"/>
          </p:nvPr>
        </p:nvSpPr>
        <p:spPr>
          <a:xfrm xmlns:a="http://schemas.openxmlformats.org/drawingml/2006/main">
            <a:off x="5069435" y="4529759"/>
            <a:ext cx="1981114" cy="198202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781599e315034fd9">
              <a:extLst>
                <a:ext uri="{96DAC541-7B7A-43D3-8B79-37D633B846F1}">
                  <asvg:svgBlip xmlns:asvg="http://schemas.microsoft.com/office/drawing/2016/SVG/main" r:embed="Rc4aebc228b4149e0"/>
                </a:ext>
              </a:extLst>
            </a:blip>
            <a:srcRect l="0" t="0" r="0" b="0"/>
            <a:tile tx="0" ty="0" sx="100000" sy="100000" flip="none" algn="t"/>
          </a:blipFill>
        </p:spPr>
        <p:txBody>
          <a:bodyPr xmlns:a="http://schemas.openxmlformats.org/drawingml/2006/main" lIns="72000" tIns="252000" rIns="72000"/>
          <a:lstStyle xmlns:a="http://schemas.openxmlformats.org/drawingml/2006/main">
            <a:lvl1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1pPr>
            <a:lvl2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2pPr>
            <a:lvl3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3pPr>
            <a:lvl4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4pPr>
            <a:lvl5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5pPr>
            <a:lvl6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6pPr>
            <a:lvl7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7pPr>
            <a:lvl8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8pPr>
            <a:lvl9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21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1A439ACB-5B1E-ECCF-C1EC-7B965ED53E25}"/>
              </a:ext>
            </a:extLst>
          </p:cNvPr>
          <p:cNvSpPr>
            <a:spLocks xmlns:a="http://schemas.openxmlformats.org/drawingml/2006/main" noGrp="1"/>
          </p:cNvSpPr>
          <p:nvPr>
            <p:ph type="body" idx="23"/>
          </p:nvPr>
        </p:nvSpPr>
        <p:spPr>
          <a:xfrm xmlns:a="http://schemas.openxmlformats.org/drawingml/2006/main">
            <a:off x="7124058" y="4529759"/>
            <a:ext cx="1981114" cy="198202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781599e315034fd9">
              <a:extLst>
                <a:ext uri="{96DAC541-7B7A-43D3-8B79-37D633B846F1}">
                  <asvg:svgBlip xmlns:asvg="http://schemas.microsoft.com/office/drawing/2016/SVG/main" r:embed="Rc4aebc228b4149e0"/>
                </a:ext>
              </a:extLst>
            </a:blip>
            <a:srcRect l="0" t="0" r="0" b="0"/>
            <a:tile tx="0" ty="0" sx="100000" sy="100000" flip="none" algn="t"/>
          </a:blipFill>
        </p:spPr>
        <p:txBody>
          <a:bodyPr xmlns:a="http://schemas.openxmlformats.org/drawingml/2006/main" lIns="72000" tIns="252000" rIns="72000"/>
          <a:lstStyle xmlns:a="http://schemas.openxmlformats.org/drawingml/2006/main">
            <a:lvl1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1pPr>
            <a:lvl2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2pPr>
            <a:lvl3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3pPr>
            <a:lvl4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4pPr>
            <a:lvl5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5pPr>
            <a:lvl6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6pPr>
            <a:lvl7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7pPr>
            <a:lvl8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8pPr>
            <a:lvl9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22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330376B6-82E2-6D85-A9F4-10CD928C4615}"/>
              </a:ext>
            </a:extLst>
          </p:cNvPr>
          <p:cNvSpPr>
            <a:spLocks xmlns:a="http://schemas.openxmlformats.org/drawingml/2006/main" noGrp="1"/>
          </p:cNvSpPr>
          <p:nvPr>
            <p:ph type="body" idx="24"/>
          </p:nvPr>
        </p:nvSpPr>
        <p:spPr>
          <a:xfrm xmlns:a="http://schemas.openxmlformats.org/drawingml/2006/main">
            <a:off x="9177975" y="4529759"/>
            <a:ext cx="1981114" cy="198202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781599e315034fd9">
              <a:extLst>
                <a:ext uri="{96DAC541-7B7A-43D3-8B79-37D633B846F1}">
                  <asvg:svgBlip xmlns:asvg="http://schemas.microsoft.com/office/drawing/2016/SVG/main" r:embed="Rc4aebc228b4149e0"/>
                </a:ext>
              </a:extLst>
            </a:blip>
            <a:srcRect l="0" t="0" r="0" b="0"/>
            <a:tile tx="0" ty="0" sx="100000" sy="100000" flip="none" algn="t"/>
          </a:blipFill>
        </p:spPr>
        <p:txBody>
          <a:bodyPr xmlns:a="http://schemas.openxmlformats.org/drawingml/2006/main" lIns="72000" tIns="252000" rIns="72000"/>
          <a:lstStyle xmlns:a="http://schemas.openxmlformats.org/drawingml/2006/main">
            <a:lvl1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1pPr>
            <a:lvl2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2pPr>
            <a:lvl3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3pPr>
            <a:lvl4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4pPr>
            <a:lvl5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5pPr>
            <a:lvl6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6pPr>
            <a:lvl7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7pPr>
            <a:lvl8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8pPr>
            <a:lvl9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6" name="Gerader Verbinder 5">
            <a:extLst xmlns:a="http://schemas.openxmlformats.org/drawingml/2006/main">
              <a:ext uri="{FF2B5EF4-FFF2-40B4-BE49-F238E27FC236}">
                <a16:creationId xmlns:a16="http://schemas.microsoft.com/office/drawing/2014/main" id="{A51E0D6A-14E9-44EF-A0B1-957D61B5E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Datumsplatzhalter 6">
            <a:extLst xmlns:a="http://schemas.openxmlformats.org/drawingml/2006/main">
              <a:ext uri="{FF2B5EF4-FFF2-40B4-BE49-F238E27FC236}">
                <a16:creationId xmlns:a16="http://schemas.microsoft.com/office/drawing/2014/main" id="{D0D5EA32-7547-91F4-27D2-04FCF311B495}"/>
              </a:ext>
            </a:extLst>
          </p:cNvPr>
          <p:cNvSpPr>
            <a:spLocks xmlns:a="http://schemas.openxmlformats.org/drawingml/2006/main" noGrp="1"/>
          </p:cNvSpPr>
          <p:nvPr>
            <p:ph type="dt" idx="2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8" name="Fußzeilenplatzhalter 7">
            <a:extLst xmlns:a="http://schemas.openxmlformats.org/drawingml/2006/main">
              <a:ext uri="{FF2B5EF4-FFF2-40B4-BE49-F238E27FC236}">
                <a16:creationId xmlns:a16="http://schemas.microsoft.com/office/drawing/2014/main" id="{1C55D207-07B7-4A91-A687-9767EA6C6634}"/>
              </a:ext>
            </a:extLst>
          </p:cNvPr>
          <p:cNvSpPr>
            <a:spLocks xmlns:a="http://schemas.openxmlformats.org/drawingml/2006/main" noGrp="1"/>
          </p:cNvSpPr>
          <p:nvPr>
            <p:ph type="ftr" idx="2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3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23C15237-8C4B-5CE5-1444-3F5B79989F60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20.xml><?xml version="1.0" encoding="utf-8"?>
<p:sldLayout xmlns:p="http://schemas.openxmlformats.org/presentationml/2006/main" preserve="1">
  <p:cSld name="Keymessag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el 2">
            <a:extLst xmlns:a="http://schemas.openxmlformats.org/drawingml/2006/main">
              <a:ext uri="{FF2B5EF4-FFF2-40B4-BE49-F238E27FC236}">
                <a16:creationId xmlns:a16="http://schemas.microsoft.com/office/drawing/2014/main" id="{AB845F91-210D-AF4C-14EF-FF45CBCE387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986701" y="2480343"/>
            <a:ext cx="7118471" cy="300411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6115"/>
            </a:lvl1pPr>
          </a:lstStyle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2" name="Gerader Verbinder 1">
            <a:extLst xmlns:a="http://schemas.openxmlformats.org/drawingml/2006/main">
              <a:ext uri="{FF2B5EF4-FFF2-40B4-BE49-F238E27FC236}">
                <a16:creationId xmlns:a16="http://schemas.microsoft.com/office/drawing/2014/main" id="{B0E24B4B-F96D-4B54-8BC2-F0A2355A3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-1" y="2841928"/>
            <a:ext cx="1529885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" name="Datumsplatzhalter 5">
            <a:extLst xmlns:a="http://schemas.openxmlformats.org/drawingml/2006/main">
              <a:ext uri="{FF2B5EF4-FFF2-40B4-BE49-F238E27FC236}">
                <a16:creationId xmlns:a16="http://schemas.microsoft.com/office/drawing/2014/main" id="{0FAF8966-13AB-6814-804E-CBAE6EADEC9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7" name="Fußzeilenplatzhalter 6">
            <a:extLst xmlns:a="http://schemas.openxmlformats.org/drawingml/2006/main">
              <a:ext uri="{FF2B5EF4-FFF2-40B4-BE49-F238E27FC236}">
                <a16:creationId xmlns:a16="http://schemas.microsoft.com/office/drawing/2014/main" id="{28E03894-DBF6-56DB-D52B-988AB996DCA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4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1B22D338-2DE2-57A7-2315-6398C8000CA9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21.xml><?xml version="1.0" encoding="utf-8"?>
<p:sldLayout xmlns:p="http://schemas.openxmlformats.org/presentationml/2006/main" preserve="1">
  <p:cSld name="2x Contac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8145796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7" name="Bildplatzhalter 6">
            <a:extLst xmlns:a="http://schemas.openxmlformats.org/drawingml/2006/main">
              <a:ext uri="{FF2B5EF4-FFF2-40B4-BE49-F238E27FC236}">
                <a16:creationId xmlns:a16="http://schemas.microsoft.com/office/drawing/2014/main" id="{BBD3187F-A314-0111-14AD-BBCB5D1C4A08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3014126" y="2475286"/>
            <a:ext cx="2568438" cy="3009172"/>
          </a:xfrm>
        </p:spPr>
        <p:txBody>
          <a:bodyPr xmlns:a="http://schemas.openxmlformats.org/drawingml/2006/main" tIns="324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br/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0" name="Bildplatzhalter 6">
            <a:extLst xmlns:a="http://schemas.openxmlformats.org/drawingml/2006/main">
              <a:ext uri="{FF2B5EF4-FFF2-40B4-BE49-F238E27FC236}">
                <a16:creationId xmlns:a16="http://schemas.microsoft.com/office/drawing/2014/main" id="{9B74EED3-4DC4-185E-AB17-F95D76F04324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8150751" y="2475286"/>
            <a:ext cx="2568438" cy="3009172"/>
          </a:xfrm>
        </p:spPr>
        <p:txBody>
          <a:bodyPr xmlns:a="http://schemas.openxmlformats.org/drawingml/2006/main" tIns="324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br/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5" name="Textplatzhalter 16">
            <a:extLst xmlns:a="http://schemas.openxmlformats.org/drawingml/2006/main">
              <a:ext uri="{FF2B5EF4-FFF2-40B4-BE49-F238E27FC236}">
                <a16:creationId xmlns:a16="http://schemas.microsoft.com/office/drawing/2014/main" id="{52AC31C9-DC96-8D9F-7335-7C2C9E78DFB0}"/>
              </a:ext>
            </a:extLst>
          </p:cNvPr>
          <p:cNvSpPr>
            <a:spLocks xmlns:a="http://schemas.openxmlformats.org/drawingml/2006/main" noGrp="1"/>
          </p:cNvSpPr>
          <p:nvPr>
            <p:ph type="body" idx="16" hasCustomPrompt="1"/>
          </p:nvPr>
        </p:nvSpPr>
        <p:spPr>
          <a:xfrm xmlns:a="http://schemas.openxmlformats.org/drawingml/2006/main">
            <a:off x="959377" y="4566804"/>
            <a:ext cx="1981847" cy="219561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7c2eafc17418413a">
              <a:extLst>
                <a:ext uri="{96DAC541-7B7A-43D3-8B79-37D633B846F1}">
                  <asvg:svgBlip xmlns:asvg="http://schemas.microsoft.com/office/drawing/2016/SVG/main" r:embed="R4014ac31244e4f8b"/>
                </a:ext>
              </a:extLst>
            </a:blip>
            <a:tile tx="0" ty="0" sx="100000" sy="100000" flip="none" algn="tr"/>
          </a:blipFill>
        </p:spPr>
        <p:txBody>
          <a:bodyPr xmlns:a="http://schemas.openxmlformats.org/drawingml/2006/main" tIns="0" rIns="108000" bIns="0" anchor="ctr">
            <a:spAutoFit/>
          </a:bodyPr>
          <a:lstStyle xmlns:a="http://schemas.openxmlformats.org/drawingml/2006/main">
            <a:lvl1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 b="0">
                <a:solidFill>
                  <a:schemeClr val="accent4"/>
                </a:solidFill>
              </a:defRPr>
            </a:lvl1pPr>
            <a:lvl2pPr marL="0" indent="0" algn="r">
              <a:spcBef>
                <a:spcPts val="0"/>
              </a:spcBef>
              <a:spcAft>
                <a:spcPts val="0"/>
              </a:spcAft>
              <a:buNone/>
              <a:defRPr sz="1427"/>
            </a:lvl2pPr>
            <a:lvl3pPr marL="0" indent="0" algn="r">
              <a:spcBef>
                <a:spcPts val="0"/>
              </a:spcBef>
              <a:spcAft>
                <a:spcPts val="0"/>
              </a:spcAft>
              <a:buNone/>
              <a:defRPr sz="1427"/>
            </a:lvl3pPr>
            <a:lvl4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4pPr>
            <a:lvl5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5pPr>
            <a:lvl6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6pPr>
            <a:lvl7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7pPr>
            <a:lvl8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8pPr>
            <a:lvl9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9pPr>
          </a:lstStyle>
          <a:p xmlns:a="http://schemas.openxmlformats.org/drawingml/2006/main">
            <a:pPr lvl="0">
              <a:buNone/>
            </a:pPr>
            <a:r>
              <a:t>Name</a:t>
            </a:r>
          </a:p>
        </p:txBody>
      </p:sp>
      <p:sp>
        <p:nvSpPr>
          <p:cNvPr id="16" name="Textplatzhalter 16">
            <a:extLst xmlns:a="http://schemas.openxmlformats.org/drawingml/2006/main">
              <a:ext uri="{FF2B5EF4-FFF2-40B4-BE49-F238E27FC236}">
                <a16:creationId xmlns:a16="http://schemas.microsoft.com/office/drawing/2014/main" id="{4EA6C058-B3B6-787F-1746-FD8E668612B8}"/>
              </a:ext>
            </a:extLst>
          </p:cNvPr>
          <p:cNvSpPr>
            <a:spLocks xmlns:a="http://schemas.openxmlformats.org/drawingml/2006/main" noGrp="1"/>
          </p:cNvSpPr>
          <p:nvPr>
            <p:ph type="body" idx="21" hasCustomPrompt="1"/>
          </p:nvPr>
        </p:nvSpPr>
        <p:spPr>
          <a:xfrm xmlns:a="http://schemas.openxmlformats.org/drawingml/2006/main">
            <a:off x="6096000" y="4566804"/>
            <a:ext cx="1981848" cy="219561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7c2eafc17418413a">
              <a:extLst>
                <a:ext uri="{96DAC541-7B7A-43D3-8B79-37D633B846F1}">
                  <asvg:svgBlip xmlns:asvg="http://schemas.microsoft.com/office/drawing/2016/SVG/main" r:embed="R4014ac31244e4f8b"/>
                </a:ext>
              </a:extLst>
            </a:blip>
            <a:tile tx="0" ty="0" sx="100000" sy="100000" flip="none" algn="tr"/>
          </a:blipFill>
        </p:spPr>
        <p:txBody>
          <a:bodyPr xmlns:a="http://schemas.openxmlformats.org/drawingml/2006/main" tIns="0" rIns="108000" bIns="0" anchor="ctr">
            <a:spAutoFit/>
          </a:bodyPr>
          <a:lstStyle xmlns:a="http://schemas.openxmlformats.org/drawingml/2006/main">
            <a:lvl1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 b="0">
                <a:solidFill>
                  <a:schemeClr val="accent4"/>
                </a:solidFill>
              </a:defRPr>
            </a:lvl1pPr>
            <a:lvl2pPr marL="0" indent="0" algn="r">
              <a:spcBef>
                <a:spcPts val="0"/>
              </a:spcBef>
              <a:spcAft>
                <a:spcPts val="0"/>
              </a:spcAft>
              <a:buNone/>
              <a:defRPr sz="1427"/>
            </a:lvl2pPr>
            <a:lvl3pPr marL="0" indent="0" algn="r">
              <a:spcBef>
                <a:spcPts val="0"/>
              </a:spcBef>
              <a:spcAft>
                <a:spcPts val="0"/>
              </a:spcAft>
              <a:buNone/>
              <a:defRPr sz="1427"/>
            </a:lvl3pPr>
            <a:lvl4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4pPr>
            <a:lvl5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5pPr>
            <a:lvl6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6pPr>
            <a:lvl7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7pPr>
            <a:lvl8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8pPr>
            <a:lvl9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9pPr>
          </a:lstStyle>
          <a:p xmlns:a="http://schemas.openxmlformats.org/drawingml/2006/main">
            <a:pPr lvl="0">
              <a:buNone/>
            </a:pPr>
            <a:r>
              <a:t>Name</a:t>
            </a:r>
          </a:p>
        </p:txBody>
      </p:sp>
      <p:sp>
        <p:nvSpPr>
          <p:cNvPr id="4" name="Gerader Verbinder 3">
            <a:extLst xmlns:a="http://schemas.openxmlformats.org/drawingml/2006/main">
              <a:ext uri="{FF2B5EF4-FFF2-40B4-BE49-F238E27FC236}">
                <a16:creationId xmlns:a16="http://schemas.microsoft.com/office/drawing/2014/main" id="{848D9368-0ECF-4472-BF4B-614BCA5F3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" name="Datumsplatzhalter 2">
            <a:extLst xmlns:a="http://schemas.openxmlformats.org/drawingml/2006/main">
              <a:ext uri="{FF2B5EF4-FFF2-40B4-BE49-F238E27FC236}">
                <a16:creationId xmlns:a16="http://schemas.microsoft.com/office/drawing/2014/main" id="{9C57F206-E59F-E588-487B-AAF2EE217858}"/>
              </a:ext>
            </a:extLst>
          </p:cNvPr>
          <p:cNvSpPr>
            <a:spLocks xmlns:a="http://schemas.openxmlformats.org/drawingml/2006/main" noGrp="1"/>
          </p:cNvSpPr>
          <p:nvPr>
            <p:ph type="dt" idx="2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5" name="Fußzeilenplatzhalter 4">
            <a:extLst xmlns:a="http://schemas.openxmlformats.org/drawingml/2006/main">
              <a:ext uri="{FF2B5EF4-FFF2-40B4-BE49-F238E27FC236}">
                <a16:creationId xmlns:a16="http://schemas.microsoft.com/office/drawing/2014/main" id="{200E090E-6051-4A2B-7EC7-57D5B62A7819}"/>
              </a:ext>
            </a:extLst>
          </p:cNvPr>
          <p:cNvSpPr>
            <a:spLocks xmlns:a="http://schemas.openxmlformats.org/drawingml/2006/main" noGrp="1"/>
          </p:cNvSpPr>
          <p:nvPr>
            <p:ph type="ftr" idx="2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8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357BF760-D696-AA88-AC7E-917EB456BA8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22.xml><?xml version="1.0" encoding="utf-8"?>
<p:sldLayout xmlns:p="http://schemas.openxmlformats.org/presentationml/2006/main" preserve="1">
  <p:cSld name="3x Contac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8145796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7" name="Bildplatzhalter 6">
            <a:extLst xmlns:a="http://schemas.openxmlformats.org/drawingml/2006/main">
              <a:ext uri="{FF2B5EF4-FFF2-40B4-BE49-F238E27FC236}">
                <a16:creationId xmlns:a16="http://schemas.microsoft.com/office/drawing/2014/main" id="{BBD3187F-A314-0111-14AD-BBCB5D1C4A08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959124" y="2475286"/>
            <a:ext cx="2568767" cy="3009558"/>
          </a:xfrm>
        </p:spPr>
        <p:txBody>
          <a:bodyPr xmlns:a="http://schemas.openxmlformats.org/drawingml/2006/main" tIns="324000" anchor="ctr"/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 sz="1223"/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br/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0" name="Bildplatzhalter 6">
            <a:extLst xmlns:a="http://schemas.openxmlformats.org/drawingml/2006/main">
              <a:ext uri="{FF2B5EF4-FFF2-40B4-BE49-F238E27FC236}">
                <a16:creationId xmlns:a16="http://schemas.microsoft.com/office/drawing/2014/main" id="{9B74EED3-4DC4-185E-AB17-F95D76F04324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4041351" y="2475286"/>
            <a:ext cx="2568767" cy="3009558"/>
          </a:xfrm>
        </p:spPr>
        <p:txBody>
          <a:bodyPr xmlns:a="http://schemas.openxmlformats.org/drawingml/2006/main" tIns="324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br/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1" name="Bildplatzhalter 6">
            <a:extLst xmlns:a="http://schemas.openxmlformats.org/drawingml/2006/main">
              <a:ext uri="{FF2B5EF4-FFF2-40B4-BE49-F238E27FC236}">
                <a16:creationId xmlns:a16="http://schemas.microsoft.com/office/drawing/2014/main" id="{091B7205-BCF7-E5E6-7696-C5A959CB638A}"/>
              </a:ext>
            </a:extLst>
          </p:cNvPr>
          <p:cNvSpPr>
            <a:spLocks xmlns:a="http://schemas.openxmlformats.org/drawingml/2006/main" noGrp="1"/>
          </p:cNvSpPr>
          <p:nvPr>
            <p:ph type="pic" idx="15" hasCustomPrompt="1"/>
          </p:nvPr>
        </p:nvSpPr>
        <p:spPr>
          <a:xfrm xmlns:a="http://schemas.openxmlformats.org/drawingml/2006/main">
            <a:off x="7123376" y="2475286"/>
            <a:ext cx="2568767" cy="3009558"/>
          </a:xfrm>
        </p:spPr>
        <p:txBody>
          <a:bodyPr xmlns:a="http://schemas.openxmlformats.org/drawingml/2006/main" tIns="324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br/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7" name="Textplatzhalter 16">
            <a:extLst xmlns:a="http://schemas.openxmlformats.org/drawingml/2006/main">
              <a:ext uri="{FF2B5EF4-FFF2-40B4-BE49-F238E27FC236}">
                <a16:creationId xmlns:a16="http://schemas.microsoft.com/office/drawing/2014/main" id="{370B3FB5-E73F-47E5-6AD6-4664928CC467}"/>
              </a:ext>
            </a:extLst>
          </p:cNvPr>
          <p:cNvSpPr>
            <a:spLocks xmlns:a="http://schemas.openxmlformats.org/drawingml/2006/main" noGrp="1"/>
          </p:cNvSpPr>
          <p:nvPr>
            <p:ph type="body" idx="16" hasCustomPrompt="1"/>
          </p:nvPr>
        </p:nvSpPr>
        <p:spPr>
          <a:xfrm xmlns:a="http://schemas.openxmlformats.org/drawingml/2006/main">
            <a:off x="959375" y="5557134"/>
            <a:ext cx="2568516" cy="219561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d4060033f3d1435d">
              <a:extLst>
                <a:ext uri="{96DAC541-7B7A-43D3-8B79-37D633B846F1}">
                  <asvg:svgBlip xmlns:asvg="http://schemas.microsoft.com/office/drawing/2016/SVG/main" r:embed="Refccbe62b48a4ca2"/>
                </a:ext>
              </a:extLst>
            </a:blip>
            <a:srcRect l="0" t="0" r="0" b="0"/>
            <a:tile tx="0" ty="0" sx="100000" sy="100000" flip="none" algn="tr"/>
          </a:blipFill>
        </p:spPr>
        <p:txBody>
          <a:bodyPr xmlns:a="http://schemas.openxmlformats.org/drawingml/2006/main" wrap="square" tIns="0" rIns="108000" bIns="0" anchor="t">
            <a:spAutoFit/>
          </a:bodyPr>
          <a:lstStyle xmlns:a="http://schemas.openxmlformats.org/drawingml/2006/main">
            <a:lvl1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 b="0">
                <a:solidFill>
                  <a:schemeClr val="accent4"/>
                </a:solidFill>
              </a:defRPr>
            </a:lvl1pPr>
            <a:lvl2pPr marL="0" indent="0" algn="r">
              <a:spcBef>
                <a:spcPts val="0"/>
              </a:spcBef>
              <a:spcAft>
                <a:spcPts val="0"/>
              </a:spcAft>
              <a:buNone/>
              <a:defRPr sz="1427"/>
            </a:lvl2pPr>
            <a:lvl3pPr marL="0" indent="0" algn="r">
              <a:spcBef>
                <a:spcPts val="0"/>
              </a:spcBef>
              <a:spcAft>
                <a:spcPts val="0"/>
              </a:spcAft>
              <a:buNone/>
              <a:defRPr sz="1427"/>
            </a:lvl3pPr>
            <a:lvl4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4pPr>
            <a:lvl5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5pPr>
            <a:lvl6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6pPr>
            <a:lvl7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7pPr>
            <a:lvl8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8pPr>
            <a:lvl9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9pPr>
          </a:lstStyle>
          <a:p xmlns:a="http://schemas.openxmlformats.org/drawingml/2006/main">
            <a:pPr lvl="0">
              <a:buNone/>
            </a:pPr>
            <a:r>
              <a:t>Names</a:t>
            </a:r>
            <a:endParaRPr/>
          </a:p>
        </p:txBody>
      </p:sp>
      <p:sp>
        <p:nvSpPr>
          <p:cNvPr id="18" name="Textplatzhalter 16">
            <a:extLst xmlns:a="http://schemas.openxmlformats.org/drawingml/2006/main">
              <a:ext uri="{FF2B5EF4-FFF2-40B4-BE49-F238E27FC236}">
                <a16:creationId xmlns:a16="http://schemas.microsoft.com/office/drawing/2014/main" id="{6AAC5F41-A734-F619-0ADF-17C354FA1D43}"/>
              </a:ext>
            </a:extLst>
          </p:cNvPr>
          <p:cNvSpPr>
            <a:spLocks xmlns:a="http://schemas.openxmlformats.org/drawingml/2006/main" noGrp="1"/>
          </p:cNvSpPr>
          <p:nvPr>
            <p:ph type="body" idx="22" hasCustomPrompt="1"/>
          </p:nvPr>
        </p:nvSpPr>
        <p:spPr>
          <a:xfrm xmlns:a="http://schemas.openxmlformats.org/drawingml/2006/main">
            <a:off x="4041350" y="5557134"/>
            <a:ext cx="2568516" cy="219561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d4060033f3d1435d">
              <a:extLst>
                <a:ext uri="{96DAC541-7B7A-43D3-8B79-37D633B846F1}">
                  <asvg:svgBlip xmlns:asvg="http://schemas.microsoft.com/office/drawing/2016/SVG/main" r:embed="Refccbe62b48a4ca2"/>
                </a:ext>
              </a:extLst>
            </a:blip>
            <a:srcRect l="0" t="0" r="0" b="0"/>
            <a:tile tx="0" ty="0" sx="100000" sy="100000" flip="none" algn="tr"/>
          </a:blipFill>
        </p:spPr>
        <p:txBody>
          <a:bodyPr xmlns:a="http://schemas.openxmlformats.org/drawingml/2006/main" wrap="square" tIns="0" rIns="108000" bIns="0" anchor="t">
            <a:spAutoFit/>
          </a:bodyPr>
          <a:lstStyle xmlns:a="http://schemas.openxmlformats.org/drawingml/2006/main">
            <a:lvl1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 b="0">
                <a:solidFill>
                  <a:schemeClr val="accent4"/>
                </a:solidFill>
              </a:defRPr>
            </a:lvl1pPr>
            <a:lvl2pPr marL="0" indent="0" algn="r">
              <a:spcBef>
                <a:spcPts val="0"/>
              </a:spcBef>
              <a:spcAft>
                <a:spcPts val="0"/>
              </a:spcAft>
              <a:buNone/>
              <a:defRPr sz="1427"/>
            </a:lvl2pPr>
            <a:lvl3pPr marL="0" indent="0" algn="r">
              <a:spcBef>
                <a:spcPts val="0"/>
              </a:spcBef>
              <a:spcAft>
                <a:spcPts val="0"/>
              </a:spcAft>
              <a:buNone/>
              <a:defRPr sz="1427"/>
            </a:lvl3pPr>
            <a:lvl4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4pPr>
            <a:lvl5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5pPr>
            <a:lvl6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6pPr>
            <a:lvl7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7pPr>
            <a:lvl8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8pPr>
            <a:lvl9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9pPr>
          </a:lstStyle>
          <a:p xmlns:a="http://schemas.openxmlformats.org/drawingml/2006/main">
            <a:pPr lvl="0">
              <a:buNone/>
            </a:pPr>
            <a:r>
              <a:t>Name</a:t>
            </a:r>
          </a:p>
        </p:txBody>
      </p:sp>
      <p:sp>
        <p:nvSpPr>
          <p:cNvPr id="19" name="Textplatzhalter 16">
            <a:extLst xmlns:a="http://schemas.openxmlformats.org/drawingml/2006/main">
              <a:ext uri="{FF2B5EF4-FFF2-40B4-BE49-F238E27FC236}">
                <a16:creationId xmlns:a16="http://schemas.microsoft.com/office/drawing/2014/main" id="{0D4276E4-5B9A-20A9-6579-BE0440972E11}"/>
              </a:ext>
            </a:extLst>
          </p:cNvPr>
          <p:cNvSpPr>
            <a:spLocks xmlns:a="http://schemas.openxmlformats.org/drawingml/2006/main" noGrp="1"/>
          </p:cNvSpPr>
          <p:nvPr>
            <p:ph type="body" idx="23" hasCustomPrompt="1"/>
          </p:nvPr>
        </p:nvSpPr>
        <p:spPr>
          <a:xfrm xmlns:a="http://schemas.openxmlformats.org/drawingml/2006/main">
            <a:off x="7129852" y="5557134"/>
            <a:ext cx="2568516" cy="219561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d4060033f3d1435d">
              <a:extLst>
                <a:ext uri="{96DAC541-7B7A-43D3-8B79-37D633B846F1}">
                  <asvg:svgBlip xmlns:asvg="http://schemas.microsoft.com/office/drawing/2016/SVG/main" r:embed="Refccbe62b48a4ca2"/>
                </a:ext>
              </a:extLst>
            </a:blip>
            <a:srcRect l="0" t="0" r="0" b="0"/>
            <a:tile tx="0" ty="0" sx="100000" sy="100000" flip="none" algn="tr"/>
          </a:blipFill>
        </p:spPr>
        <p:txBody>
          <a:bodyPr xmlns:a="http://schemas.openxmlformats.org/drawingml/2006/main" wrap="square" tIns="0" rIns="108000" bIns="0" anchor="t">
            <a:spAutoFit/>
          </a:bodyPr>
          <a:lstStyle xmlns:a="http://schemas.openxmlformats.org/drawingml/2006/main">
            <a:lvl1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 b="0">
                <a:solidFill>
                  <a:schemeClr val="accent4"/>
                </a:solidFill>
              </a:defRPr>
            </a:lvl1pPr>
            <a:lvl2pPr marL="0" indent="0" algn="r">
              <a:spcBef>
                <a:spcPts val="0"/>
              </a:spcBef>
              <a:spcAft>
                <a:spcPts val="0"/>
              </a:spcAft>
              <a:buNone/>
              <a:defRPr sz="1427"/>
            </a:lvl2pPr>
            <a:lvl3pPr marL="0" indent="0" algn="r">
              <a:spcBef>
                <a:spcPts val="0"/>
              </a:spcBef>
              <a:spcAft>
                <a:spcPts val="0"/>
              </a:spcAft>
              <a:buNone/>
              <a:defRPr sz="1427"/>
            </a:lvl3pPr>
            <a:lvl4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4pPr>
            <a:lvl5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5pPr>
            <a:lvl6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6pPr>
            <a:lvl7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7pPr>
            <a:lvl8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8pPr>
            <a:lvl9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9pPr>
          </a:lstStyle>
          <a:p xmlns:a="http://schemas.openxmlformats.org/drawingml/2006/main">
            <a:pPr lvl="0">
              <a:buNone/>
            </a:pPr>
            <a:r>
              <a:t>Name</a:t>
            </a:r>
          </a:p>
        </p:txBody>
      </p:sp>
      <p:sp>
        <p:nvSpPr>
          <p:cNvPr id="3" name="Gerader Verbinder 2">
            <a:extLst xmlns:a="http://schemas.openxmlformats.org/drawingml/2006/main">
              <a:ext uri="{FF2B5EF4-FFF2-40B4-BE49-F238E27FC236}">
                <a16:creationId xmlns:a16="http://schemas.microsoft.com/office/drawing/2014/main" id="{A1482BBB-C579-499A-ABAE-3A504A222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" name="Datumsplatzhalter 3">
            <a:extLst xmlns:a="http://schemas.openxmlformats.org/drawingml/2006/main">
              <a:ext uri="{FF2B5EF4-FFF2-40B4-BE49-F238E27FC236}">
                <a16:creationId xmlns:a16="http://schemas.microsoft.com/office/drawing/2014/main" id="{1F383428-C9D0-A961-DBA1-AAE73B77FFD0}"/>
              </a:ext>
            </a:extLst>
          </p:cNvPr>
          <p:cNvSpPr>
            <a:spLocks xmlns:a="http://schemas.openxmlformats.org/drawingml/2006/main" noGrp="1"/>
          </p:cNvSpPr>
          <p:nvPr>
            <p:ph type="dt" idx="2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5" name="Fußzeilenplatzhalter 4">
            <a:extLst xmlns:a="http://schemas.openxmlformats.org/drawingml/2006/main">
              <a:ext uri="{FF2B5EF4-FFF2-40B4-BE49-F238E27FC236}">
                <a16:creationId xmlns:a16="http://schemas.microsoft.com/office/drawing/2014/main" id="{1DB38D59-E01D-96E5-B2CF-452A536C038B}"/>
              </a:ext>
            </a:extLst>
          </p:cNvPr>
          <p:cNvSpPr>
            <a:spLocks xmlns:a="http://schemas.openxmlformats.org/drawingml/2006/main" noGrp="1"/>
          </p:cNvSpPr>
          <p:nvPr>
            <p:ph type="ftr" idx="2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8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D12C18C3-8A45-BC5E-BE85-99504F2FA5C0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23.xml><?xml version="1.0" encoding="utf-8"?>
<p:sldLayout xmlns:p="http://schemas.openxmlformats.org/presentationml/2006/main" preserve="1">
  <p:cSld name="Empt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Datumsplatzhalter 2">
            <a:extLst xmlns:a="http://schemas.openxmlformats.org/drawingml/2006/main">
              <a:ext uri="{FF2B5EF4-FFF2-40B4-BE49-F238E27FC236}">
                <a16:creationId xmlns:a16="http://schemas.microsoft.com/office/drawing/2014/main" id="{8487D194-296B-4582-CE04-F3DCE2B8F25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6" name="Fußzeilenplatzhalter 5">
            <a:extLst xmlns:a="http://schemas.openxmlformats.org/drawingml/2006/main">
              <a:ext uri="{FF2B5EF4-FFF2-40B4-BE49-F238E27FC236}">
                <a16:creationId xmlns:a16="http://schemas.microsoft.com/office/drawing/2014/main" id="{FF979EEB-5D10-CB0C-D270-7BA84726C86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2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4802ED23-8492-1E0C-8EE1-4A9DF0F6F219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24.xml><?xml version="1.0" encoding="utf-8"?>
<p:sldLayout xmlns:p="http://schemas.openxmlformats.org/presentationml/2006/main" preserve="1">
  <p:cSld name="Content with Sub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platzhalter 9">
            <a:extLst xmlns:a="http://schemas.openxmlformats.org/drawingml/2006/main">
              <a:ext uri="{FF2B5EF4-FFF2-40B4-BE49-F238E27FC236}">
                <a16:creationId xmlns:a16="http://schemas.microsoft.com/office/drawing/2014/main" id="{88D6C5FE-E0CA-4C22-91F5-C685139960EA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959377" y="2475287"/>
            <a:ext cx="10860521" cy="3344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lvl1pPr marL="0" indent="0">
              <a:buNone/>
              <a:defRPr sz="1834" b="1" u="none"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 lvl="0">
              <a:buNone/>
            </a:pPr>
            <a:r>
              <a:t>Click </a:t>
            </a:r>
            <a:r>
              <a:t>to</a:t>
            </a:r>
            <a:r>
              <a:t> </a:t>
            </a:r>
            <a:r>
              <a:t>add</a:t>
            </a:r>
            <a:r>
              <a:t> </a:t>
            </a:r>
            <a:r>
              <a:t>subtitle</a:t>
            </a:r>
            <a:endParaRPr/>
          </a:p>
        </p:txBody>
      </p:sp>
      <p:sp>
        <p:nvSpPr>
          <p:cNvPr id="16" name="Inhaltsplatzhalter 15">
            <a:extLst xmlns:a="http://schemas.openxmlformats.org/drawingml/2006/main">
              <a:ext uri="{FF2B5EF4-FFF2-40B4-BE49-F238E27FC236}">
                <a16:creationId xmlns:a16="http://schemas.microsoft.com/office/drawing/2014/main" id="{6C05FAE4-1526-42D8-AB66-CF45DA831D51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959377" y="2915312"/>
            <a:ext cx="10860522" cy="3596472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latin typeface="+mn-lt"/>
                <a:ea typeface="+mn-lt"/>
                <a:cs typeface="+mn-lt"/>
              </a:defRPr>
            </a:lvl1pPr>
            <a:lvl2pPr>
              <a:buNone/>
              <a:defRPr>
                <a:latin typeface="+mn-lt"/>
                <a:ea typeface="+mn-lt"/>
                <a:cs typeface="+mn-lt"/>
              </a:defRPr>
            </a:lvl2pPr>
            <a:lvl3pPr>
              <a:buNone/>
              <a:defRPr>
                <a:latin typeface="+mn-lt"/>
                <a:ea typeface="+mn-lt"/>
                <a:cs typeface="+mn-lt"/>
              </a:defRPr>
            </a:lvl3pPr>
            <a:lvl4pPr>
              <a:buNone/>
              <a:defRPr>
                <a:latin typeface="+mn-lt"/>
                <a:ea typeface="+mn-lt"/>
                <a:cs typeface="+mn-lt"/>
              </a:defRPr>
            </a:lvl4pPr>
            <a:lvl5pPr>
              <a:buNone/>
              <a:defRPr>
                <a:latin typeface="+mn-lt"/>
                <a:ea typeface="+mn-lt"/>
                <a:cs typeface="+mn-lt"/>
              </a:defRPr>
            </a:lvl5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  <a:p xmlns:a="http://schemas.openxmlformats.org/drawingml/2006/main">
            <a:pPr lvl="1">
              <a:buNone/>
            </a:pPr>
            <a:r>
              <a:t>두 번째 수준</a:t>
            </a:r>
          </a:p>
          <a:p xmlns:a="http://schemas.openxmlformats.org/drawingml/2006/main">
            <a:pPr lvl="2">
              <a:buNone/>
            </a:pPr>
            <a:r>
              <a:t>세 번째 수준</a:t>
            </a:r>
          </a:p>
          <a:p xmlns:a="http://schemas.openxmlformats.org/drawingml/2006/main">
            <a:pPr lvl="3">
              <a:buNone/>
            </a:pPr>
            <a:r>
              <a:t>네 번째 수준</a:t>
            </a:r>
          </a:p>
          <a:p xmlns:a="http://schemas.openxmlformats.org/drawingml/2006/main">
            <a:pPr lvl="4">
              <a:buNone/>
            </a:pPr>
            <a:r>
              <a:t>다섯 번째 수준</a:t>
            </a:r>
            <a:endParaRPr/>
          </a:p>
        </p:txBody>
      </p:sp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1B97839-1AA5-E192-9733-54F974DF431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4" name="Gerader Verbinder 3">
            <a:extLst xmlns:a="http://schemas.openxmlformats.org/drawingml/2006/main">
              <a:ext uri="{FF2B5EF4-FFF2-40B4-BE49-F238E27FC236}">
                <a16:creationId xmlns:a16="http://schemas.microsoft.com/office/drawing/2014/main" id="{48806AF1-7627-4113-98FB-D8ABA44B3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" name="Datumsplatzhalter 2">
            <a:extLst xmlns:a="http://schemas.openxmlformats.org/drawingml/2006/main">
              <a:ext uri="{FF2B5EF4-FFF2-40B4-BE49-F238E27FC236}">
                <a16:creationId xmlns:a16="http://schemas.microsoft.com/office/drawing/2014/main" id="{8F2E1961-3ACB-EE49-C625-E2023F02BB9E}"/>
              </a:ext>
            </a:extLst>
          </p:cNvPr>
          <p:cNvSpPr>
            <a:spLocks xmlns:a="http://schemas.openxmlformats.org/drawingml/2006/main" noGrp="1"/>
          </p:cNvSpPr>
          <p:nvPr>
            <p:ph type="dt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5" name="Fußzeilenplatzhalter 4">
            <a:extLst xmlns:a="http://schemas.openxmlformats.org/drawingml/2006/main">
              <a:ext uri="{FF2B5EF4-FFF2-40B4-BE49-F238E27FC236}">
                <a16:creationId xmlns:a16="http://schemas.microsoft.com/office/drawing/2014/main" id="{98C87DF9-C015-4A6B-A468-1EDF5497FEB4}"/>
              </a:ext>
            </a:extLst>
          </p:cNvPr>
          <p:cNvSpPr>
            <a:spLocks xmlns:a="http://schemas.openxmlformats.org/drawingml/2006/main" noGrp="1"/>
          </p:cNvSpPr>
          <p:nvPr>
            <p:ph type="ftr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6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3D92081D-23F3-008A-A6BE-59611FC47490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25.xml><?xml version="1.0" encoding="utf-8"?>
<p:sldLayout xmlns:p="http://schemas.openxmlformats.org/presentationml/2006/main" preserve="1">
  <p:cSld name="Two Contents with Subtitle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Inhaltsplatzhalter 3">
            <a:extLst xmlns:a="http://schemas.openxmlformats.org/drawingml/2006/main">
              <a:ext uri="{FF2B5EF4-FFF2-40B4-BE49-F238E27FC236}">
                <a16:creationId xmlns:a16="http://schemas.microsoft.com/office/drawing/2014/main" id="{69780117-9120-4CAC-8BCC-32F74C8EA425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959375" y="2915313"/>
            <a:ext cx="4549299" cy="359647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>
              <a:buNone/>
              <a:defRPr>
                <a:latin typeface="+mn-lt"/>
                <a:ea typeface="+mn-lt"/>
                <a:cs typeface="+mn-lt"/>
              </a:defRPr>
            </a:lvl1pPr>
            <a:lvl2pPr>
              <a:buNone/>
              <a:defRPr>
                <a:latin typeface="+mn-lt"/>
                <a:ea typeface="+mn-lt"/>
                <a:cs typeface="+mn-lt"/>
              </a:defRPr>
            </a:lvl2pPr>
            <a:lvl3pPr>
              <a:buNone/>
              <a:defRPr>
                <a:latin typeface="+mn-lt"/>
                <a:ea typeface="+mn-lt"/>
                <a:cs typeface="+mn-lt"/>
              </a:defRPr>
            </a:lvl3pPr>
            <a:lvl4pPr>
              <a:buNone/>
              <a:defRPr>
                <a:latin typeface="+mn-lt"/>
                <a:ea typeface="+mn-lt"/>
                <a:cs typeface="+mn-lt"/>
              </a:defRPr>
            </a:lvl4pPr>
            <a:lvl5pPr>
              <a:buNone/>
              <a:defRPr>
                <a:latin typeface="+mn-lt"/>
                <a:ea typeface="+mn-lt"/>
                <a:cs typeface="+mn-lt"/>
              </a:defRPr>
            </a:lvl5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  <a:p xmlns:a="http://schemas.openxmlformats.org/drawingml/2006/main">
            <a:pPr lvl="1">
              <a:buNone/>
            </a:pPr>
            <a:r>
              <a:t>두 번째 수준</a:t>
            </a:r>
          </a:p>
          <a:p xmlns:a="http://schemas.openxmlformats.org/drawingml/2006/main">
            <a:pPr lvl="2">
              <a:buNone/>
            </a:pPr>
            <a:r>
              <a:t>세 번째 수준</a:t>
            </a:r>
          </a:p>
          <a:p xmlns:a="http://schemas.openxmlformats.org/drawingml/2006/main">
            <a:pPr lvl="3">
              <a:buNone/>
            </a:pPr>
            <a:r>
              <a:t>네 번째 수준</a:t>
            </a:r>
          </a:p>
          <a:p xmlns:a="http://schemas.openxmlformats.org/drawingml/2006/main">
            <a:pPr lvl="4">
              <a:buNone/>
            </a:pPr>
            <a:r>
              <a:t>다섯 번째 수준</a:t>
            </a:r>
            <a:endParaRPr/>
          </a:p>
        </p:txBody>
      </p:sp>
      <p:sp>
        <p:nvSpPr>
          <p:cNvPr id="13" name="Inhaltsplatzhalter 3">
            <a:extLst xmlns:a="http://schemas.openxmlformats.org/drawingml/2006/main">
              <a:ext uri="{FF2B5EF4-FFF2-40B4-BE49-F238E27FC236}">
                <a16:creationId xmlns:a16="http://schemas.microsoft.com/office/drawing/2014/main" id="{C34523A6-DEA1-4EE9-86D8-B86D21BF9474}"/>
              </a:ext>
            </a:extLst>
          </p:cNvPr>
          <p:cNvSpPr>
            <a:spLocks xmlns:a="http://schemas.openxmlformats.org/drawingml/2006/main" noGrp="1"/>
          </p:cNvSpPr>
          <p:nvPr>
            <p:ph idx="14"/>
          </p:nvPr>
        </p:nvSpPr>
        <p:spPr>
          <a:xfrm xmlns:a="http://schemas.openxmlformats.org/drawingml/2006/main">
            <a:off x="6095999" y="2915312"/>
            <a:ext cx="4549299" cy="359647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>
              <a:buNone/>
              <a:defRPr>
                <a:latin typeface="+mn-lt"/>
                <a:ea typeface="+mn-lt"/>
                <a:cs typeface="+mn-lt"/>
              </a:defRPr>
            </a:lvl1pPr>
            <a:lvl2pPr>
              <a:buNone/>
              <a:defRPr>
                <a:latin typeface="+mn-lt"/>
                <a:ea typeface="+mn-lt"/>
                <a:cs typeface="+mn-lt"/>
              </a:defRPr>
            </a:lvl2pPr>
            <a:lvl3pPr>
              <a:buNone/>
              <a:defRPr>
                <a:latin typeface="+mn-lt"/>
                <a:ea typeface="+mn-lt"/>
                <a:cs typeface="+mn-lt"/>
              </a:defRPr>
            </a:lvl3pPr>
            <a:lvl4pPr>
              <a:buNone/>
              <a:defRPr>
                <a:latin typeface="+mn-lt"/>
                <a:ea typeface="+mn-lt"/>
                <a:cs typeface="+mn-lt"/>
              </a:defRPr>
            </a:lvl4pPr>
            <a:lvl5pPr>
              <a:buNone/>
              <a:defRPr>
                <a:latin typeface="+mn-lt"/>
                <a:ea typeface="+mn-lt"/>
                <a:cs typeface="+mn-lt"/>
              </a:defRPr>
            </a:lvl5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  <a:p xmlns:a="http://schemas.openxmlformats.org/drawingml/2006/main">
            <a:pPr lvl="1">
              <a:buNone/>
            </a:pPr>
            <a:r>
              <a:t>두 번째 수준</a:t>
            </a:r>
          </a:p>
          <a:p xmlns:a="http://schemas.openxmlformats.org/drawingml/2006/main">
            <a:pPr lvl="2">
              <a:buNone/>
            </a:pPr>
            <a:r>
              <a:t>세 번째 수준</a:t>
            </a:r>
          </a:p>
          <a:p xmlns:a="http://schemas.openxmlformats.org/drawingml/2006/main">
            <a:pPr lvl="3">
              <a:buNone/>
            </a:pPr>
            <a:r>
              <a:t>네 번째 수준</a:t>
            </a:r>
          </a:p>
          <a:p xmlns:a="http://schemas.openxmlformats.org/drawingml/2006/main">
            <a:pPr lvl="4">
              <a:buNone/>
            </a:pPr>
            <a:r>
              <a:t>다섯 번째 수준</a:t>
            </a:r>
            <a:endParaRPr/>
          </a:p>
        </p:txBody>
      </p:sp>
      <p:sp>
        <p:nvSpPr>
          <p:cNvPr id="7" name="Textplatzhalter 9">
            <a:extLst xmlns:a="http://schemas.openxmlformats.org/drawingml/2006/main">
              <a:ext uri="{FF2B5EF4-FFF2-40B4-BE49-F238E27FC236}">
                <a16:creationId xmlns:a16="http://schemas.microsoft.com/office/drawing/2014/main" id="{D347436D-599B-46CC-8D84-DC8945A2AE97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959375" y="2475286"/>
            <a:ext cx="4549299" cy="3301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0" indent="0">
              <a:buNone/>
              <a:defRPr sz="1834" b="1" u="none" baseline="0"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 lvl="0">
              <a:buNone/>
            </a:pPr>
            <a:r>
              <a:t>Click to add subtitle</a:t>
            </a:r>
          </a:p>
        </p:txBody>
      </p:sp>
      <p:sp>
        <p:nvSpPr>
          <p:cNvPr id="8" name="Textplatzhalter 9">
            <a:extLst xmlns:a="http://schemas.openxmlformats.org/drawingml/2006/main">
              <a:ext uri="{FF2B5EF4-FFF2-40B4-BE49-F238E27FC236}">
                <a16:creationId xmlns:a16="http://schemas.microsoft.com/office/drawing/2014/main" id="{6DB730C3-67A2-48CA-91B1-9A587ACE861C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>
            <a:off x="6095999" y="2475286"/>
            <a:ext cx="4549299" cy="3301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0" indent="0">
              <a:buNone/>
              <a:defRPr sz="1834" b="1" u="none"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 lvl="0">
              <a:buNone/>
            </a:pPr>
            <a:r>
              <a:t>Click to add subtitle</a:t>
            </a:r>
          </a:p>
        </p:txBody>
      </p:sp>
      <p:sp>
        <p:nvSpPr>
          <p:cNvPr id="3" name="Titel 2">
            <a:extLst xmlns:a="http://schemas.openxmlformats.org/drawingml/2006/main">
              <a:ext uri="{FF2B5EF4-FFF2-40B4-BE49-F238E27FC236}">
                <a16:creationId xmlns:a16="http://schemas.microsoft.com/office/drawing/2014/main" id="{78DB9F7D-FC7C-FFDB-E760-24D21DA2BA8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2" name="Gerader Verbinder 1">
            <a:extLst xmlns:a="http://schemas.openxmlformats.org/drawingml/2006/main">
              <a:ext uri="{FF2B5EF4-FFF2-40B4-BE49-F238E27FC236}">
                <a16:creationId xmlns:a16="http://schemas.microsoft.com/office/drawing/2014/main" id="{F7080934-DF4D-491E-97B9-1290BF7E0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5" name="Datumsplatzhalter 4">
            <a:extLst xmlns:a="http://schemas.openxmlformats.org/drawingml/2006/main">
              <a:ext uri="{FF2B5EF4-FFF2-40B4-BE49-F238E27FC236}">
                <a16:creationId xmlns:a16="http://schemas.microsoft.com/office/drawing/2014/main" id="{54027E3A-42A7-AD5C-B5D6-191D663CC2BF}"/>
              </a:ext>
            </a:extLst>
          </p:cNvPr>
          <p:cNvSpPr>
            <a:spLocks xmlns:a="http://schemas.openxmlformats.org/drawingml/2006/main" noGrp="1"/>
          </p:cNvSpPr>
          <p:nvPr>
            <p:ph type="dt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6" name="Fußzeilenplatzhalter 5">
            <a:extLst xmlns:a="http://schemas.openxmlformats.org/drawingml/2006/main">
              <a:ext uri="{FF2B5EF4-FFF2-40B4-BE49-F238E27FC236}">
                <a16:creationId xmlns:a16="http://schemas.microsoft.com/office/drawing/2014/main" id="{B745418C-5301-BA3F-AA62-FF70BF82394B}"/>
              </a:ext>
            </a:extLst>
          </p:cNvPr>
          <p:cNvSpPr>
            <a:spLocks xmlns:a="http://schemas.openxmlformats.org/drawingml/2006/main" noGrp="1"/>
          </p:cNvSpPr>
          <p:nvPr>
            <p:ph type="ftr" idx="1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9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9E06E221-51AD-2F07-ACD2-F7DB2366ABB9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26.xml><?xml version="1.0" encoding="utf-8"?>
<p:sldLayout xmlns:p="http://schemas.openxmlformats.org/presentationml/2006/main" preserve="1">
  <p:cSld name="Content Slides">
    <p:bg>
      <p:bgPr>
        <a:solidFill xmlns:a="http://schemas.openxmlformats.org/drawingml/2006/main">
          <a:schemeClr val="tx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feld 5">
            <a:extLst xmlns:a="http://schemas.openxmlformats.org/drawingml/2006/main">
              <a:ext uri="{FF2B5EF4-FFF2-40B4-BE49-F238E27FC236}">
                <a16:creationId xmlns:a16="http://schemas.microsoft.com/office/drawing/2014/main" id="{EB4D9AFF-BFB1-3060-5E48-71EBC380E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102" y="1888014"/>
            <a:ext cx="11447796" cy="25691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611"/>
              </a:spcBef>
              <a:spcAft>
                <a:spcPts val="611"/>
              </a:spcAft>
              <a:buClr>
                <a:schemeClr val="accent4"/>
              </a:buClr>
              <a:buFont typeface="Arial"/>
              <a:buNone/>
            </a:pPr>
            <a:r>
              <a:rPr sz="14064" b="1">
                <a:solidFill>
                  <a:schemeClr val="bg1"/>
                </a:solidFill>
                <a:latin typeface="+mn-lt"/>
                <a:ea typeface="+mn-lt"/>
                <a:cs typeface="+mn-lt"/>
              </a:rPr>
              <a:t>Content slides</a:t>
            </a:r>
          </a:p>
        </p:txBody>
      </p:sp>
      <p:sp>
        <p:nvSpPr>
          <p:cNvPr id="2" name="Datumsplatzhalter 1">
            <a:extLst xmlns:a="http://schemas.openxmlformats.org/drawingml/2006/main">
              <a:ext uri="{FF2B5EF4-FFF2-40B4-BE49-F238E27FC236}">
                <a16:creationId xmlns:a16="http://schemas.microsoft.com/office/drawing/2014/main" id="{32E89F53-768E-5096-10A0-2026B721CF6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3" name="Fußzeilenplatzhalter 2">
            <a:extLst xmlns:a="http://schemas.openxmlformats.org/drawingml/2006/main">
              <a:ext uri="{FF2B5EF4-FFF2-40B4-BE49-F238E27FC236}">
                <a16:creationId xmlns:a16="http://schemas.microsoft.com/office/drawing/2014/main" id="{85E83F87-03A0-D8DA-AFB7-80E29C695F2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4" name="Foliennummernplatzhalter 3">
            <a:extLst xmlns:a="http://schemas.openxmlformats.org/drawingml/2006/main">
              <a:ext uri="{FF2B5EF4-FFF2-40B4-BE49-F238E27FC236}">
                <a16:creationId xmlns:a16="http://schemas.microsoft.com/office/drawing/2014/main" id="{5B093447-2707-A6B9-2DB4-E82BFF1A8F4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 flipH="1">
            <a:off x="10426258" y="-834670"/>
            <a:ext cx="1252659" cy="86056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  <p:sp>
        <p:nvSpPr>
          <p:cNvPr id="5" name="Rechteck 4">
            <a:extLst xmlns:a="http://schemas.openxmlformats.org/drawingml/2006/main">
              <a:ext uri="{FF2B5EF4-FFF2-40B4-BE49-F238E27FC236}">
                <a16:creationId xmlns:a16="http://schemas.microsoft.com/office/drawing/2014/main" id="{94699513-C0BE-575D-8A35-8F5B04882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5300" y="0"/>
            <a:ext cx="1614599" cy="137354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220127" tIns="220127" rIns="220127" bIns="220127" anchor="ctr"/>
          <a:lstStyle xmlns:a="http://schemas.openxmlformats.org/drawingml/2006/main"/>
          <a:p xmlns:a="http://schemas.openxmlformats.org/drawingml/2006/main">
            <a:pPr algn="ctr">
              <a:spcBef>
                <a:spcPts val="611"/>
              </a:spcBef>
              <a:spcAft>
                <a:spcPts val="611"/>
              </a:spcAft>
              <a:buClr>
                <a:schemeClr val="bg1"/>
              </a:buClr>
              <a:buNone/>
            </a:pPr>
            <a:endParaRPr sz="1834">
              <a:solidFill>
                <a:schemeClr val="bg1"/>
              </a:solidFill>
            </a:endParaRPr>
          </a:p>
        </p:txBody>
      </p:sp>
      <p:sp>
        <p:nvSpPr>
          <p:cNvPr id="9" name="Rechteck 8">
            <a:extLst xmlns:a="http://schemas.openxmlformats.org/drawingml/2006/main">
              <a:ext uri="{FF2B5EF4-FFF2-40B4-BE49-F238E27FC236}">
                <a16:creationId xmlns:a16="http://schemas.microsoft.com/office/drawing/2014/main" id="{D6C9319C-4638-77F9-F9DD-D199D9AD8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102" y="420637"/>
            <a:ext cx="3596446" cy="512854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220127" tIns="220127" rIns="220127" bIns="220127" anchor="ctr"/>
          <a:lstStyle xmlns:a="http://schemas.openxmlformats.org/drawingml/2006/main"/>
          <a:p xmlns:a="http://schemas.openxmlformats.org/drawingml/2006/main">
            <a:pPr algn="ctr">
              <a:spcBef>
                <a:spcPts val="611"/>
              </a:spcBef>
              <a:spcAft>
                <a:spcPts val="611"/>
              </a:spcAft>
              <a:buClr>
                <a:schemeClr val="bg1"/>
              </a:buClr>
              <a:buNone/>
            </a:pPr>
            <a:r>
              <a:rPr sz="1834">
                <a:solidFill>
                  <a:schemeClr val="tx1"/>
                </a:solidFill>
              </a:rPr>
              <a:t>Not for layout purposes</a:t>
            </a:r>
          </a:p>
        </p:txBody>
      </p:sp>
    </p:spTree>
  </p:cSld>
  <p:hf sldNum="0" hdr="0" ftr="0" dt="0"/>
</p:sldLayout>
</file>

<file path=ppt/slideLayouts/slideLayout27.xml><?xml version="1.0" encoding="utf-8"?>
<p:sldLayout xmlns:p="http://schemas.openxmlformats.org/presentationml/2006/main" preserve="1">
  <p:cSld name="Text + 2x Picture small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7" y="2475287"/>
            <a:ext cx="4036496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7123326" y="1"/>
            <a:ext cx="5068675" cy="6511782"/>
          </a:xfrm>
        </p:spPr>
        <p:txBody>
          <a:bodyPr xmlns:a="http://schemas.openxmlformats.org/drawingml/2006/main" tIns="0" bIns="144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6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97502C1B-DFC9-B1E3-C029-EF98AD854A42}"/>
              </a:ext>
            </a:extLst>
          </p:cNvPr>
          <p:cNvSpPr>
            <a:spLocks xmlns:a="http://schemas.openxmlformats.org/drawingml/2006/main" noGrp="1"/>
          </p:cNvSpPr>
          <p:nvPr>
            <p:ph type="pic" idx="18" hasCustomPrompt="1"/>
          </p:nvPr>
        </p:nvSpPr>
        <p:spPr>
          <a:xfrm xmlns:a="http://schemas.openxmlformats.org/drawingml/2006/main">
            <a:off x="6096000" y="4089456"/>
            <a:ext cx="3009172" cy="198184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69850">
            <a:solidFill>
              <a:schemeClr val="bg1"/>
            </a:solidFill>
          </a:ln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5" name="Gerader Verbinder 4">
            <a:extLst xmlns:a="http://schemas.openxmlformats.org/drawingml/2006/main">
              <a:ext uri="{FF2B5EF4-FFF2-40B4-BE49-F238E27FC236}">
                <a16:creationId xmlns:a16="http://schemas.microsoft.com/office/drawing/2014/main" id="{7B924D3F-2490-43E4-9F2F-7451910AA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Titel 8">
            <a:extLst xmlns:a="http://schemas.openxmlformats.org/drawingml/2006/main">
              <a:ext uri="{FF2B5EF4-FFF2-40B4-BE49-F238E27FC236}">
                <a16:creationId xmlns:a16="http://schemas.microsoft.com/office/drawing/2014/main" id="{E910C866-F711-4658-917C-2E4EE77C8EE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7" y="933490"/>
            <a:ext cx="5576927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FESTO-Logo">
            <a:extLst xmlns:a="http://schemas.openxmlformats.org/drawingml/2006/main">
              <a:ext uri="{FF2B5EF4-FFF2-40B4-BE49-F238E27FC236}">
                <a16:creationId xmlns:a16="http://schemas.microsoft.com/office/drawing/2014/main" id="{569CB5D1-E114-450A-F803-CE461FAFCCCC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488561" y="0"/>
            <a:ext cx="1217350" cy="122060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5e863fc809b54871">
              <a:extLst>
                <a:ext uri="{96DAC541-7B7A-43D3-8B79-37D633B846F1}">
                  <asvg:svgBlip xmlns:asvg="http://schemas.microsoft.com/office/drawing/2016/SVG/main" r:embed="R61286da3a8a4427b"/>
                </a:ext>
              </a:extLst>
            </a:blip>
            <a:srcRect l="0" t="0" r="0" b="0"/>
            <a:stretch>
              <a:fillRect l="-200" t="-900" r="0" b="100"/>
            </a:stretch>
          </a:blip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10" name="Datumsplatzhalter 9">
            <a:extLst xmlns:a="http://schemas.openxmlformats.org/drawingml/2006/main">
              <a:ext uri="{FF2B5EF4-FFF2-40B4-BE49-F238E27FC236}">
                <a16:creationId xmlns:a16="http://schemas.microsoft.com/office/drawing/2014/main" id="{E9EEDC3F-857B-455C-C905-F8015EC2CA84}"/>
              </a:ext>
            </a:extLst>
          </p:cNvPr>
          <p:cNvSpPr>
            <a:spLocks xmlns:a="http://schemas.openxmlformats.org/drawingml/2006/main" noGrp="1"/>
          </p:cNvSpPr>
          <p:nvPr>
            <p:ph type="dt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4" name="Fußzeilenplatzhalter 13">
            <a:extLst xmlns:a="http://schemas.openxmlformats.org/drawingml/2006/main">
              <a:ext uri="{FF2B5EF4-FFF2-40B4-BE49-F238E27FC236}">
                <a16:creationId xmlns:a16="http://schemas.microsoft.com/office/drawing/2014/main" id="{3A4D36E6-67E9-3C61-2A33-FDDC0C7AD928}"/>
              </a:ext>
            </a:extLst>
          </p:cNvPr>
          <p:cNvSpPr>
            <a:spLocks xmlns:a="http://schemas.openxmlformats.org/drawingml/2006/main" noGrp="1"/>
          </p:cNvSpPr>
          <p:nvPr>
            <p:ph type="ftr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2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5298D89E-B220-5C5C-9628-5573A5DC1EE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28.xml><?xml version="1.0" encoding="utf-8"?>
<p:sldLayout xmlns:p="http://schemas.openxmlformats.org/presentationml/2006/main" preserve="1">
  <p:cSld name="Text + 3x Picture small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7" y="2475287"/>
            <a:ext cx="3009172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7123326" y="1"/>
            <a:ext cx="5068675" cy="6511781"/>
          </a:xfrm>
        </p:spPr>
        <p:txBody>
          <a:bodyPr xmlns:a="http://schemas.openxmlformats.org/drawingml/2006/main" tIns="0" bIns="144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2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ECA0094A-5B2E-9B9B-5985-A050B3F09396}"/>
              </a:ext>
            </a:extLst>
          </p:cNvPr>
          <p:cNvSpPr>
            <a:spLocks xmlns:a="http://schemas.openxmlformats.org/drawingml/2006/main" noGrp="1"/>
          </p:cNvSpPr>
          <p:nvPr>
            <p:ph type="pic" idx="18" hasCustomPrompt="1"/>
          </p:nvPr>
        </p:nvSpPr>
        <p:spPr>
          <a:xfrm xmlns:a="http://schemas.openxmlformats.org/drawingml/2006/main">
            <a:off x="5068676" y="4089458"/>
            <a:ext cx="3009172" cy="198184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69850">
            <a:solidFill>
              <a:schemeClr val="bg1"/>
            </a:solidFill>
          </a:ln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3500C47F-26E0-1FD6-E5CB-7603A6434007}"/>
              </a:ext>
            </a:extLst>
          </p:cNvPr>
          <p:cNvSpPr>
            <a:spLocks xmlns:a="http://schemas.openxmlformats.org/drawingml/2006/main" noGrp="1"/>
          </p:cNvSpPr>
          <p:nvPr>
            <p:ph type="pic" idx="23" hasCustomPrompt="1"/>
          </p:nvPr>
        </p:nvSpPr>
        <p:spPr>
          <a:xfrm xmlns:a="http://schemas.openxmlformats.org/drawingml/2006/main">
            <a:off x="8665122" y="4089456"/>
            <a:ext cx="3154775" cy="198184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69850">
            <a:solidFill>
              <a:schemeClr val="bg1"/>
            </a:solidFill>
          </a:ln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6" name="Gerader Verbinder 5">
            <a:extLst xmlns:a="http://schemas.openxmlformats.org/drawingml/2006/main">
              <a:ext uri="{FF2B5EF4-FFF2-40B4-BE49-F238E27FC236}">
                <a16:creationId xmlns:a16="http://schemas.microsoft.com/office/drawing/2014/main" id="{13667BC8-81B1-4C3B-8998-70AEF0B37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Titel 8">
            <a:extLst xmlns:a="http://schemas.openxmlformats.org/drawingml/2006/main">
              <a:ext uri="{FF2B5EF4-FFF2-40B4-BE49-F238E27FC236}">
                <a16:creationId xmlns:a16="http://schemas.microsoft.com/office/drawing/2014/main" id="{3E693FF5-86F0-0CB7-2360-023976592CA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7" y="933490"/>
            <a:ext cx="5576927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FESTO-Logo">
            <a:extLst xmlns:a="http://schemas.openxmlformats.org/drawingml/2006/main">
              <a:ext uri="{FF2B5EF4-FFF2-40B4-BE49-F238E27FC236}">
                <a16:creationId xmlns:a16="http://schemas.microsoft.com/office/drawing/2014/main" id="{5CE5618D-771D-34E3-8693-80C88D0EE196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488561" y="0"/>
            <a:ext cx="1217350" cy="122060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327c011f15574a91">
              <a:extLst>
                <a:ext uri="{96DAC541-7B7A-43D3-8B79-37D633B846F1}">
                  <asvg:svgBlip xmlns:asvg="http://schemas.microsoft.com/office/drawing/2016/SVG/main" r:embed="R881e38f87c2f4e68"/>
                </a:ext>
              </a:extLst>
            </a:blip>
            <a:srcRect l="0" t="0" r="0" b="0"/>
            <a:stretch>
              <a:fillRect l="-200" t="-900" r="0" b="100"/>
            </a:stretch>
          </a:blip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14" name="Datumsplatzhalter 13">
            <a:extLst xmlns:a="http://schemas.openxmlformats.org/drawingml/2006/main">
              <a:ext uri="{FF2B5EF4-FFF2-40B4-BE49-F238E27FC236}">
                <a16:creationId xmlns:a16="http://schemas.microsoft.com/office/drawing/2014/main" id="{E25591FA-0DFB-9CB7-D3CB-8D35AD0FDF0E}"/>
              </a:ext>
            </a:extLst>
          </p:cNvPr>
          <p:cNvSpPr>
            <a:spLocks xmlns:a="http://schemas.openxmlformats.org/drawingml/2006/main" noGrp="1"/>
          </p:cNvSpPr>
          <p:nvPr>
            <p:ph type="dt" idx="2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5" name="Fußzeilenplatzhalter 14">
            <a:extLst xmlns:a="http://schemas.openxmlformats.org/drawingml/2006/main">
              <a:ext uri="{FF2B5EF4-FFF2-40B4-BE49-F238E27FC236}">
                <a16:creationId xmlns:a16="http://schemas.microsoft.com/office/drawing/2014/main" id="{39FDF825-E123-3926-B75B-132592904056}"/>
              </a:ext>
            </a:extLst>
          </p:cNvPr>
          <p:cNvSpPr>
            <a:spLocks xmlns:a="http://schemas.openxmlformats.org/drawingml/2006/main" noGrp="1"/>
          </p:cNvSpPr>
          <p:nvPr>
            <p:ph type="ftr" idx="2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5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3139FEC0-8662-DD38-36B1-29642E891E5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29.xml><?xml version="1.0" encoding="utf-8"?>
<p:sldLayout xmlns:p="http://schemas.openxmlformats.org/presentationml/2006/main" preserve="1">
  <p:cSld name="Text + 3x Picture small up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7123326" y="1"/>
            <a:ext cx="5068675" cy="6511782"/>
          </a:xfrm>
        </p:spPr>
        <p:txBody>
          <a:bodyPr xmlns:a="http://schemas.openxmlformats.org/drawingml/2006/main" tIns="0" bIns="144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7" y="2475287"/>
            <a:ext cx="3522177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9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095954B1-C1A6-39D2-5860-92BE95AB3E8C}"/>
              </a:ext>
            </a:extLst>
          </p:cNvPr>
          <p:cNvSpPr>
            <a:spLocks xmlns:a="http://schemas.openxmlformats.org/drawingml/2006/main" noGrp="1"/>
          </p:cNvSpPr>
          <p:nvPr>
            <p:ph type="pic" idx="23" hasCustomPrompt="1"/>
          </p:nvPr>
        </p:nvSpPr>
        <p:spPr>
          <a:xfrm xmlns:a="http://schemas.openxmlformats.org/drawingml/2006/main">
            <a:off x="5068676" y="4089456"/>
            <a:ext cx="3009172" cy="19818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69850">
            <a:solidFill>
              <a:schemeClr val="bg1"/>
            </a:solidFill>
          </a:ln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4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94516595-F442-563E-AF6C-08B3AF082119}"/>
              </a:ext>
            </a:extLst>
          </p:cNvPr>
          <p:cNvSpPr>
            <a:spLocks xmlns:a="http://schemas.openxmlformats.org/drawingml/2006/main" noGrp="1"/>
          </p:cNvSpPr>
          <p:nvPr>
            <p:ph type="pic" idx="24" hasCustomPrompt="1"/>
          </p:nvPr>
        </p:nvSpPr>
        <p:spPr>
          <a:xfrm xmlns:a="http://schemas.openxmlformats.org/drawingml/2006/main">
            <a:off x="5068676" y="1594224"/>
            <a:ext cx="3009172" cy="19818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69850">
            <a:solidFill>
              <a:schemeClr val="bg1"/>
            </a:solidFill>
          </a:ln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2" name="Gerader Verbinder 1">
            <a:extLst xmlns:a="http://schemas.openxmlformats.org/drawingml/2006/main">
              <a:ext uri="{FF2B5EF4-FFF2-40B4-BE49-F238E27FC236}">
                <a16:creationId xmlns:a16="http://schemas.microsoft.com/office/drawing/2014/main" id="{78243459-C039-4B67-8A4B-32FCC6BDB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" name="Titel 3">
            <a:extLst xmlns:a="http://schemas.openxmlformats.org/drawingml/2006/main">
              <a:ext uri="{FF2B5EF4-FFF2-40B4-BE49-F238E27FC236}">
                <a16:creationId xmlns:a16="http://schemas.microsoft.com/office/drawing/2014/main" id="{9ED3A9A1-7997-28B9-BA9C-255B6B07E80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7" y="933490"/>
            <a:ext cx="3522177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FESTO-Logo">
            <a:extLst xmlns:a="http://schemas.openxmlformats.org/drawingml/2006/main">
              <a:ext uri="{FF2B5EF4-FFF2-40B4-BE49-F238E27FC236}">
                <a16:creationId xmlns:a16="http://schemas.microsoft.com/office/drawing/2014/main" id="{5CE5618D-771D-34E3-8693-80C88D0EE196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488561" y="0"/>
            <a:ext cx="1217350" cy="122060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7a136d8a8301410d">
              <a:extLst>
                <a:ext uri="{96DAC541-7B7A-43D3-8B79-37D633B846F1}">
                  <asvg:svgBlip xmlns:asvg="http://schemas.microsoft.com/office/drawing/2016/SVG/main" r:embed="R1bbaf180b6954517"/>
                </a:ext>
              </a:extLst>
            </a:blip>
            <a:srcRect l="0" t="0" r="0" b="0"/>
            <a:stretch>
              <a:fillRect l="-200" t="-900" r="0" b="100"/>
            </a:stretch>
          </a:blip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6" name="Datumsplatzhalter 5">
            <a:extLst xmlns:a="http://schemas.openxmlformats.org/drawingml/2006/main">
              <a:ext uri="{FF2B5EF4-FFF2-40B4-BE49-F238E27FC236}">
                <a16:creationId xmlns:a16="http://schemas.microsoft.com/office/drawing/2014/main" id="{1422D043-736F-7147-C274-01730F3BEC10}"/>
              </a:ext>
            </a:extLst>
          </p:cNvPr>
          <p:cNvSpPr>
            <a:spLocks xmlns:a="http://schemas.openxmlformats.org/drawingml/2006/main" noGrp="1"/>
          </p:cNvSpPr>
          <p:nvPr>
            <p:ph type="dt" idx="2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5" name="Fußzeilenplatzhalter 14">
            <a:extLst xmlns:a="http://schemas.openxmlformats.org/drawingml/2006/main">
              <a:ext uri="{FF2B5EF4-FFF2-40B4-BE49-F238E27FC236}">
                <a16:creationId xmlns:a16="http://schemas.microsoft.com/office/drawing/2014/main" id="{CAB60CC7-FA7E-B2B8-82EC-0F40B5F82E76}"/>
              </a:ext>
            </a:extLst>
          </p:cNvPr>
          <p:cNvSpPr>
            <a:spLocks xmlns:a="http://schemas.openxmlformats.org/drawingml/2006/main" noGrp="1"/>
          </p:cNvSpPr>
          <p:nvPr>
            <p:ph type="ftr" idx="2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5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DE457095-AC0E-3A29-8C65-F151D65E5AC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30.xml><?xml version="1.0" encoding="utf-8"?>
<p:sldLayout xmlns:p="http://schemas.openxmlformats.org/presentationml/2006/main" preserve="1">
  <p:cSld name="Text + Picture medium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7" y="2475287"/>
            <a:ext cx="4549526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6096001" y="1"/>
            <a:ext cx="6096000" cy="651178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3" name="Titel 2">
            <a:extLst xmlns:a="http://schemas.openxmlformats.org/drawingml/2006/main">
              <a:ext uri="{FF2B5EF4-FFF2-40B4-BE49-F238E27FC236}">
                <a16:creationId xmlns:a16="http://schemas.microsoft.com/office/drawing/2014/main" id="{0018414E-8788-FD8B-5A04-4D374EB9720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4549526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4" name="Gerader Verbinder 3">
            <a:extLst xmlns:a="http://schemas.openxmlformats.org/drawingml/2006/main">
              <a:ext uri="{FF2B5EF4-FFF2-40B4-BE49-F238E27FC236}">
                <a16:creationId xmlns:a16="http://schemas.microsoft.com/office/drawing/2014/main" id="{AD82D8BC-B91B-4631-B6A0-1335D210E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" name="FESTO-Logo">
            <a:extLst xmlns:a="http://schemas.openxmlformats.org/drawingml/2006/main">
              <a:ext uri="{FF2B5EF4-FFF2-40B4-BE49-F238E27FC236}">
                <a16:creationId xmlns:a16="http://schemas.microsoft.com/office/drawing/2014/main" id="{562211B0-5C02-7487-0B98-90778C052D75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488561" y="0"/>
            <a:ext cx="1217350" cy="122060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8677043712024366">
              <a:extLst>
                <a:ext uri="{96DAC541-7B7A-43D3-8B79-37D633B846F1}">
                  <asvg:svgBlip xmlns:asvg="http://schemas.microsoft.com/office/drawing/2016/SVG/main" r:embed="R8c38dc06acc54ccb"/>
                </a:ext>
              </a:extLst>
            </a:blip>
            <a:srcRect l="0" t="0" r="0" b="0"/>
            <a:stretch>
              <a:fillRect l="-200" t="-900" r="0" b="100"/>
            </a:stretch>
          </a:blip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12" name="Datumsplatzhalter 11">
            <a:extLst xmlns:a="http://schemas.openxmlformats.org/drawingml/2006/main">
              <a:ext uri="{FF2B5EF4-FFF2-40B4-BE49-F238E27FC236}">
                <a16:creationId xmlns:a16="http://schemas.microsoft.com/office/drawing/2014/main" id="{13281DA9-718F-2B02-5AF6-0784B6121190}"/>
              </a:ext>
            </a:extLst>
          </p:cNvPr>
          <p:cNvSpPr>
            <a:spLocks xmlns:a="http://schemas.openxmlformats.org/drawingml/2006/main" noGrp="1"/>
          </p:cNvSpPr>
          <p:nvPr>
            <p:ph type="dt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3" name="Fußzeilenplatzhalter 12">
            <a:extLst xmlns:a="http://schemas.openxmlformats.org/drawingml/2006/main">
              <a:ext uri="{FF2B5EF4-FFF2-40B4-BE49-F238E27FC236}">
                <a16:creationId xmlns:a16="http://schemas.microsoft.com/office/drawing/2014/main" id="{4517B62C-7507-126D-CD7B-0CE5085E526F}"/>
              </a:ext>
            </a:extLst>
          </p:cNvPr>
          <p:cNvSpPr>
            <a:spLocks xmlns:a="http://schemas.openxmlformats.org/drawingml/2006/main" noGrp="1"/>
          </p:cNvSpPr>
          <p:nvPr>
            <p:ph type="ftr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5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DAE83C04-AC88-496F-C5E9-9607709685D9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31.xml><?xml version="1.0" encoding="utf-8"?>
<p:sldLayout xmlns:p="http://schemas.openxmlformats.org/presentationml/2006/main" preserve="1">
  <p:cSld name="Text + 2x Picture medium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8" y="2475287"/>
            <a:ext cx="3522156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6096001" y="1"/>
            <a:ext cx="6096000" cy="6511782"/>
          </a:xfrm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C068F23D-857F-9EDC-F626-85FCB927E315}"/>
              </a:ext>
            </a:extLst>
          </p:cNvPr>
          <p:cNvSpPr>
            <a:spLocks xmlns:a="http://schemas.openxmlformats.org/drawingml/2006/main" noGrp="1"/>
          </p:cNvSpPr>
          <p:nvPr>
            <p:ph type="pic" idx="18" hasCustomPrompt="1"/>
          </p:nvPr>
        </p:nvSpPr>
        <p:spPr>
          <a:xfrm xmlns:a="http://schemas.openxmlformats.org/drawingml/2006/main">
            <a:off x="5068676" y="4162840"/>
            <a:ext cx="3009172" cy="198184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69850">
            <a:solidFill>
              <a:schemeClr val="bg1"/>
            </a:solidFill>
          </a:ln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2" name="Gerader Verbinder 1">
            <a:extLst xmlns:a="http://schemas.openxmlformats.org/drawingml/2006/main">
              <a:ext uri="{FF2B5EF4-FFF2-40B4-BE49-F238E27FC236}">
                <a16:creationId xmlns:a16="http://schemas.microsoft.com/office/drawing/2014/main" id="{113713AC-C9CC-4B05-BC0B-AE2883387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Titel 8">
            <a:extLst xmlns:a="http://schemas.openxmlformats.org/drawingml/2006/main">
              <a:ext uri="{FF2B5EF4-FFF2-40B4-BE49-F238E27FC236}">
                <a16:creationId xmlns:a16="http://schemas.microsoft.com/office/drawing/2014/main" id="{9D0A4411-EF65-A589-3611-A23096D8BF8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4549553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FESTO-Logo">
            <a:extLst xmlns:a="http://schemas.openxmlformats.org/drawingml/2006/main">
              <a:ext uri="{FF2B5EF4-FFF2-40B4-BE49-F238E27FC236}">
                <a16:creationId xmlns:a16="http://schemas.microsoft.com/office/drawing/2014/main" id="{964DA0D1-3404-4D10-9EFD-C48859A5E990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488561" y="0"/>
            <a:ext cx="1217350" cy="122060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dfa11a0f7ee04b99">
              <a:extLst>
                <a:ext uri="{96DAC541-7B7A-43D3-8B79-37D633B846F1}">
                  <asvg:svgBlip xmlns:asvg="http://schemas.microsoft.com/office/drawing/2016/SVG/main" r:embed="R238146275cb443b8"/>
                </a:ext>
              </a:extLst>
            </a:blip>
            <a:srcRect l="0" t="0" r="0" b="0"/>
            <a:stretch>
              <a:fillRect l="-200" t="-900" r="0" b="100"/>
            </a:stretch>
          </a:blip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11" name="Datumsplatzhalter 10">
            <a:extLst xmlns:a="http://schemas.openxmlformats.org/drawingml/2006/main">
              <a:ext uri="{FF2B5EF4-FFF2-40B4-BE49-F238E27FC236}">
                <a16:creationId xmlns:a16="http://schemas.microsoft.com/office/drawing/2014/main" id="{71AA828B-34C2-396E-51B2-A19CD1672DE0}"/>
              </a:ext>
            </a:extLst>
          </p:cNvPr>
          <p:cNvSpPr>
            <a:spLocks xmlns:a="http://schemas.openxmlformats.org/drawingml/2006/main" noGrp="1"/>
          </p:cNvSpPr>
          <p:nvPr>
            <p:ph type="dt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2" name="Fußzeilenplatzhalter 11">
            <a:extLst xmlns:a="http://schemas.openxmlformats.org/drawingml/2006/main">
              <a:ext uri="{FF2B5EF4-FFF2-40B4-BE49-F238E27FC236}">
                <a16:creationId xmlns:a16="http://schemas.microsoft.com/office/drawing/2014/main" id="{99587CB3-C804-4135-14CB-05D35DECA295}"/>
              </a:ext>
            </a:extLst>
          </p:cNvPr>
          <p:cNvSpPr>
            <a:spLocks xmlns:a="http://schemas.openxmlformats.org/drawingml/2006/main" noGrp="1"/>
          </p:cNvSpPr>
          <p:nvPr>
            <p:ph type="ftr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5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7B1FD9D6-C5E0-D6A8-155E-A9AB8CF2ABD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32.xml><?xml version="1.0" encoding="utf-8"?>
<p:sldLayout xmlns:p="http://schemas.openxmlformats.org/presentationml/2006/main" preserve="1">
  <p:cSld name="Text + Picture larg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7" y="2475287"/>
            <a:ext cx="3522782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5068676" y="1"/>
            <a:ext cx="7123325" cy="6511783"/>
          </a:xfrm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2" name="Gerader Verbinder 1">
            <a:extLst xmlns:a="http://schemas.openxmlformats.org/drawingml/2006/main">
              <a:ext uri="{FF2B5EF4-FFF2-40B4-BE49-F238E27FC236}">
                <a16:creationId xmlns:a16="http://schemas.microsoft.com/office/drawing/2014/main" id="{C290925E-88FF-425F-9426-9BB5ED76D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" name="Titel 3">
            <a:extLst xmlns:a="http://schemas.openxmlformats.org/drawingml/2006/main">
              <a:ext uri="{FF2B5EF4-FFF2-40B4-BE49-F238E27FC236}">
                <a16:creationId xmlns:a16="http://schemas.microsoft.com/office/drawing/2014/main" id="{BB158F41-943A-CFBE-36CF-6087C048C3E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3522783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FESTO-Logo">
            <a:extLst xmlns:a="http://schemas.openxmlformats.org/drawingml/2006/main">
              <a:ext uri="{FF2B5EF4-FFF2-40B4-BE49-F238E27FC236}">
                <a16:creationId xmlns:a16="http://schemas.microsoft.com/office/drawing/2014/main" id="{2BFDA5E7-188B-AC1B-E193-AEF619366C31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488561" y="0"/>
            <a:ext cx="1217350" cy="122060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940ed6a5de3b43a2">
              <a:extLst>
                <a:ext uri="{96DAC541-7B7A-43D3-8B79-37D633B846F1}">
                  <asvg:svgBlip xmlns:asvg="http://schemas.microsoft.com/office/drawing/2016/SVG/main" r:embed="Rf9a2f04899fd46aa"/>
                </a:ext>
              </a:extLst>
            </a:blip>
            <a:srcRect l="0" t="0" r="0" b="0"/>
            <a:stretch>
              <a:fillRect l="-200" t="-900" r="0" b="100"/>
            </a:stretch>
          </a:blip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12" name="Datumsplatzhalter 11">
            <a:extLst xmlns:a="http://schemas.openxmlformats.org/drawingml/2006/main">
              <a:ext uri="{FF2B5EF4-FFF2-40B4-BE49-F238E27FC236}">
                <a16:creationId xmlns:a16="http://schemas.microsoft.com/office/drawing/2014/main" id="{48FE03EC-5A92-4F0E-23F8-4C7ACD0D8225}"/>
              </a:ext>
            </a:extLst>
          </p:cNvPr>
          <p:cNvSpPr>
            <a:spLocks xmlns:a="http://schemas.openxmlformats.org/drawingml/2006/main" noGrp="1"/>
          </p:cNvSpPr>
          <p:nvPr>
            <p:ph type="dt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3" name="Fußzeilenplatzhalter 12">
            <a:extLst xmlns:a="http://schemas.openxmlformats.org/drawingml/2006/main">
              <a:ext uri="{FF2B5EF4-FFF2-40B4-BE49-F238E27FC236}">
                <a16:creationId xmlns:a16="http://schemas.microsoft.com/office/drawing/2014/main" id="{168A8E65-A84D-CD9B-D6D9-B7E8C547B63F}"/>
              </a:ext>
            </a:extLst>
          </p:cNvPr>
          <p:cNvSpPr>
            <a:spLocks xmlns:a="http://schemas.openxmlformats.org/drawingml/2006/main" noGrp="1"/>
          </p:cNvSpPr>
          <p:nvPr>
            <p:ph type="ftr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5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6089110E-B6FC-8FEE-28DA-532B66BBE95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33.xml><?xml version="1.0" encoding="utf-8"?>
<p:sldLayout xmlns:p="http://schemas.openxmlformats.org/presentationml/2006/main" preserve="1">
  <p:cSld name="Text + 2x Pictur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8" y="2475287"/>
            <a:ext cx="4550157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6096001" y="1"/>
            <a:ext cx="6096001" cy="3428191"/>
          </a:xfrm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9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2268D100-F933-64E8-4D4D-8EBAD66A7A4A}"/>
              </a:ext>
            </a:extLst>
          </p:cNvPr>
          <p:cNvSpPr>
            <a:spLocks xmlns:a="http://schemas.openxmlformats.org/drawingml/2006/main" noGrp="1"/>
          </p:cNvSpPr>
          <p:nvPr>
            <p:ph type="pic" idx="15" hasCustomPrompt="1"/>
          </p:nvPr>
        </p:nvSpPr>
        <p:spPr>
          <a:xfrm xmlns:a="http://schemas.openxmlformats.org/drawingml/2006/main">
            <a:off x="6096001" y="3502613"/>
            <a:ext cx="6096001" cy="3009172"/>
          </a:xfrm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2" name="Gerader Verbinder 1">
            <a:extLst xmlns:a="http://schemas.openxmlformats.org/drawingml/2006/main">
              <a:ext uri="{FF2B5EF4-FFF2-40B4-BE49-F238E27FC236}">
                <a16:creationId xmlns:a16="http://schemas.microsoft.com/office/drawing/2014/main" id="{C455EA82-5C5C-4F7B-8C5E-82157A0D5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" name="Titel 3">
            <a:extLst xmlns:a="http://schemas.openxmlformats.org/drawingml/2006/main">
              <a:ext uri="{FF2B5EF4-FFF2-40B4-BE49-F238E27FC236}">
                <a16:creationId xmlns:a16="http://schemas.microsoft.com/office/drawing/2014/main" id="{8B6BCDBE-4D01-DC9C-8B9C-8DC825E772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7" y="933490"/>
            <a:ext cx="4550157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FESTO-Logo">
            <a:extLst xmlns:a="http://schemas.openxmlformats.org/drawingml/2006/main">
              <a:ext uri="{FF2B5EF4-FFF2-40B4-BE49-F238E27FC236}">
                <a16:creationId xmlns:a16="http://schemas.microsoft.com/office/drawing/2014/main" id="{B348E570-CF8F-7A0E-B5F0-57A10520A970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488561" y="0"/>
            <a:ext cx="1217350" cy="122060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544993ba9483473f">
              <a:extLst>
                <a:ext uri="{96DAC541-7B7A-43D3-8B79-37D633B846F1}">
                  <asvg:svgBlip xmlns:asvg="http://schemas.microsoft.com/office/drawing/2016/SVG/main" r:embed="R44908e0ccb294cf8"/>
                </a:ext>
              </a:extLst>
            </a:blip>
            <a:srcRect l="0" t="0" r="0" b="0"/>
            <a:stretch>
              <a:fillRect l="-200" t="-900" r="0" b="100"/>
            </a:stretch>
          </a:blip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13" name="Datumsplatzhalter 12">
            <a:extLst xmlns:a="http://schemas.openxmlformats.org/drawingml/2006/main">
              <a:ext uri="{FF2B5EF4-FFF2-40B4-BE49-F238E27FC236}">
                <a16:creationId xmlns:a16="http://schemas.microsoft.com/office/drawing/2014/main" id="{81F45B9F-FA9C-F134-B7FC-95C32B46A6A0}"/>
              </a:ext>
            </a:extLst>
          </p:cNvPr>
          <p:cNvSpPr>
            <a:spLocks xmlns:a="http://schemas.openxmlformats.org/drawingml/2006/main" noGrp="1"/>
          </p:cNvSpPr>
          <p:nvPr>
            <p:ph type="dt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4" name="Fußzeilenplatzhalter 13">
            <a:extLst xmlns:a="http://schemas.openxmlformats.org/drawingml/2006/main">
              <a:ext uri="{FF2B5EF4-FFF2-40B4-BE49-F238E27FC236}">
                <a16:creationId xmlns:a16="http://schemas.microsoft.com/office/drawing/2014/main" id="{6A1D3803-D027-E786-DD7E-2502413932CE}"/>
              </a:ext>
            </a:extLst>
          </p:cNvPr>
          <p:cNvSpPr>
            <a:spLocks xmlns:a="http://schemas.openxmlformats.org/drawingml/2006/main" noGrp="1"/>
          </p:cNvSpPr>
          <p:nvPr>
            <p:ph type="ftr" idx="1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5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AA392DC9-F96A-D1AB-7AD7-073C73B50C7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34.xml><?xml version="1.0" encoding="utf-8"?>
<p:sldLayout xmlns:p="http://schemas.openxmlformats.org/presentationml/2006/main" preserve="1">
  <p:cSld name="Text + 3x Pictur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8" y="2475287"/>
            <a:ext cx="4550157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6096001" y="1"/>
            <a:ext cx="6096001" cy="3428191"/>
          </a:xfrm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9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2268D100-F933-64E8-4D4D-8EBAD66A7A4A}"/>
              </a:ext>
            </a:extLst>
          </p:cNvPr>
          <p:cNvSpPr>
            <a:spLocks xmlns:a="http://schemas.openxmlformats.org/drawingml/2006/main" noGrp="1"/>
          </p:cNvSpPr>
          <p:nvPr>
            <p:ph type="pic" idx="15" hasCustomPrompt="1"/>
          </p:nvPr>
        </p:nvSpPr>
        <p:spPr>
          <a:xfrm xmlns:a="http://schemas.openxmlformats.org/drawingml/2006/main">
            <a:off x="6096001" y="3502613"/>
            <a:ext cx="3009172" cy="3009172"/>
          </a:xfrm>
        </p:spPr>
        <p:txBody>
          <a:bodyPr xmlns:a="http://schemas.openxmlformats.org/drawingml/2006/main" tIns="324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0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566D261F-B94D-E890-D9ED-A8EC50316E1F}"/>
              </a:ext>
            </a:extLst>
          </p:cNvPr>
          <p:cNvSpPr>
            <a:spLocks xmlns:a="http://schemas.openxmlformats.org/drawingml/2006/main" noGrp="1"/>
          </p:cNvSpPr>
          <p:nvPr>
            <p:ph type="pic" idx="16" hasCustomPrompt="1"/>
          </p:nvPr>
        </p:nvSpPr>
        <p:spPr>
          <a:xfrm xmlns:a="http://schemas.openxmlformats.org/drawingml/2006/main">
            <a:off x="9182828" y="3502613"/>
            <a:ext cx="3009172" cy="3009172"/>
          </a:xfrm>
        </p:spPr>
        <p:txBody>
          <a:bodyPr xmlns:a="http://schemas.openxmlformats.org/drawingml/2006/main" tIns="324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4" name="Gerader Verbinder 13">
            <a:extLst xmlns:a="http://schemas.openxmlformats.org/drawingml/2006/main">
              <a:ext uri="{FF2B5EF4-FFF2-40B4-BE49-F238E27FC236}">
                <a16:creationId xmlns:a16="http://schemas.microsoft.com/office/drawing/2014/main" id="{6177C791-B671-4E54-984D-B0D0AEFF6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5" name="Titel 14">
            <a:extLst xmlns:a="http://schemas.openxmlformats.org/drawingml/2006/main">
              <a:ext uri="{FF2B5EF4-FFF2-40B4-BE49-F238E27FC236}">
                <a16:creationId xmlns:a16="http://schemas.microsoft.com/office/drawing/2014/main" id="{BBFA9D1B-ACF8-1FC6-462F-845F189AC1D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4550158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FESTO-Logo">
            <a:extLst xmlns:a="http://schemas.openxmlformats.org/drawingml/2006/main">
              <a:ext uri="{FF2B5EF4-FFF2-40B4-BE49-F238E27FC236}">
                <a16:creationId xmlns:a16="http://schemas.microsoft.com/office/drawing/2014/main" id="{83AF95C5-FE62-CB69-A8C1-4988A3D5A739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488561" y="0"/>
            <a:ext cx="1217350" cy="122060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69bba180fef84a25">
              <a:extLst>
                <a:ext uri="{96DAC541-7B7A-43D3-8B79-37D633B846F1}">
                  <asvg:svgBlip xmlns:asvg="http://schemas.microsoft.com/office/drawing/2016/SVG/main" r:embed="R7bc410073fd54306"/>
                </a:ext>
              </a:extLst>
            </a:blip>
            <a:srcRect l="0" t="0" r="0" b="0"/>
            <a:stretch>
              <a:fillRect l="-200" t="-900" r="0" b="100"/>
            </a:stretch>
          </a:blip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16" name="Datumsplatzhalter 15">
            <a:extLst xmlns:a="http://schemas.openxmlformats.org/drawingml/2006/main">
              <a:ext uri="{FF2B5EF4-FFF2-40B4-BE49-F238E27FC236}">
                <a16:creationId xmlns:a16="http://schemas.microsoft.com/office/drawing/2014/main" id="{1FB91768-A1B2-0D14-8871-07A2CD7A4A59}"/>
              </a:ext>
            </a:extLst>
          </p:cNvPr>
          <p:cNvSpPr>
            <a:spLocks xmlns:a="http://schemas.openxmlformats.org/drawingml/2006/main" noGrp="1"/>
          </p:cNvSpPr>
          <p:nvPr>
            <p:ph type="dt" idx="1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7" name="Fußzeilenplatzhalter 16">
            <a:extLst xmlns:a="http://schemas.openxmlformats.org/drawingml/2006/main">
              <a:ext uri="{FF2B5EF4-FFF2-40B4-BE49-F238E27FC236}">
                <a16:creationId xmlns:a16="http://schemas.microsoft.com/office/drawing/2014/main" id="{494E7144-CA68-4170-1361-3C4D5C79303F}"/>
              </a:ext>
            </a:extLst>
          </p:cNvPr>
          <p:cNvSpPr>
            <a:spLocks xmlns:a="http://schemas.openxmlformats.org/drawingml/2006/main" noGrp="1"/>
          </p:cNvSpPr>
          <p:nvPr>
            <p:ph type="ftr" idx="1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2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F7CA19A7-5D26-A88E-D333-276E8D3E2EF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35.xml><?xml version="1.0" encoding="utf-8"?>
<p:sldLayout xmlns:p="http://schemas.openxmlformats.org/presentationml/2006/main" preserve="1">
  <p:cSld name="Text + 4x Pictur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7" y="2475287"/>
            <a:ext cx="5577534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7123326" y="1"/>
            <a:ext cx="5068676" cy="2400866"/>
          </a:xfrm>
        </p:spPr>
        <p:txBody>
          <a:bodyPr xmlns:a="http://schemas.openxmlformats.org/drawingml/2006/main" tIns="1152000" anchor="ctr">
            <a:normAutofit/>
          </a:bodyPr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9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2268D100-F933-64E8-4D4D-8EBAD66A7A4A}"/>
              </a:ext>
            </a:extLst>
          </p:cNvPr>
          <p:cNvSpPr>
            <a:spLocks xmlns:a="http://schemas.openxmlformats.org/drawingml/2006/main" noGrp="1"/>
          </p:cNvSpPr>
          <p:nvPr>
            <p:ph type="pic" idx="15" hasCustomPrompt="1"/>
          </p:nvPr>
        </p:nvSpPr>
        <p:spPr>
          <a:xfrm xmlns:a="http://schemas.openxmlformats.org/drawingml/2006/main">
            <a:off x="7123325" y="2475287"/>
            <a:ext cx="3009172" cy="1981847"/>
          </a:xfrm>
        </p:spPr>
        <p:txBody>
          <a:bodyPr xmlns:a="http://schemas.openxmlformats.org/drawingml/2006/main" tIns="360000" anchor="ctr">
            <a:noAutofit/>
          </a:bodyPr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0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566D261F-B94D-E890-D9ED-A8EC50316E1F}"/>
              </a:ext>
            </a:extLst>
          </p:cNvPr>
          <p:cNvSpPr>
            <a:spLocks xmlns:a="http://schemas.openxmlformats.org/drawingml/2006/main" noGrp="1"/>
          </p:cNvSpPr>
          <p:nvPr>
            <p:ph type="pic" idx="16" hasCustomPrompt="1"/>
          </p:nvPr>
        </p:nvSpPr>
        <p:spPr>
          <a:xfrm xmlns:a="http://schemas.openxmlformats.org/drawingml/2006/main">
            <a:off x="7123325" y="4529936"/>
            <a:ext cx="3009173" cy="1981847"/>
          </a:xfrm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1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56505F99-02A0-F740-9F8C-6244C323B225}"/>
              </a:ext>
            </a:extLst>
          </p:cNvPr>
          <p:cNvSpPr>
            <a:spLocks xmlns:a="http://schemas.openxmlformats.org/drawingml/2006/main" noGrp="1"/>
          </p:cNvSpPr>
          <p:nvPr>
            <p:ph type="pic" idx="17" hasCustomPrompt="1"/>
          </p:nvPr>
        </p:nvSpPr>
        <p:spPr>
          <a:xfrm xmlns:a="http://schemas.openxmlformats.org/drawingml/2006/main">
            <a:off x="10205299" y="2475287"/>
            <a:ext cx="1986703" cy="4036496"/>
          </a:xfrm>
        </p:spPr>
        <p:txBody>
          <a:bodyPr xmlns:a="http://schemas.openxmlformats.org/drawingml/2006/main" tIns="324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2" name="Gerader Verbinder 1">
            <a:extLst xmlns:a="http://schemas.openxmlformats.org/drawingml/2006/main">
              <a:ext uri="{FF2B5EF4-FFF2-40B4-BE49-F238E27FC236}">
                <a16:creationId xmlns:a16="http://schemas.microsoft.com/office/drawing/2014/main" id="{01655E30-BE4A-463E-92C3-3F74E786C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" name="Titel 3">
            <a:extLst xmlns:a="http://schemas.openxmlformats.org/drawingml/2006/main">
              <a:ext uri="{FF2B5EF4-FFF2-40B4-BE49-F238E27FC236}">
                <a16:creationId xmlns:a16="http://schemas.microsoft.com/office/drawing/2014/main" id="{FCD4CD80-4000-0786-E31C-544CA273F82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5577535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FESTO-Logo">
            <a:extLst xmlns:a="http://schemas.openxmlformats.org/drawingml/2006/main">
              <a:ext uri="{FF2B5EF4-FFF2-40B4-BE49-F238E27FC236}">
                <a16:creationId xmlns:a16="http://schemas.microsoft.com/office/drawing/2014/main" id="{98394779-4F74-4AF1-79CB-762EA19C127F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488561" y="0"/>
            <a:ext cx="1217350" cy="122060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9adcac51235e4cd8">
              <a:extLst>
                <a:ext uri="{96DAC541-7B7A-43D3-8B79-37D633B846F1}">
                  <asvg:svgBlip xmlns:asvg="http://schemas.microsoft.com/office/drawing/2016/SVG/main" r:embed="Rf8fbe6edeb6e441d"/>
                </a:ext>
              </a:extLst>
            </a:blip>
            <a:srcRect l="0" t="0" r="0" b="0"/>
            <a:stretch>
              <a:fillRect l="-200" t="-900" r="0" b="100"/>
            </a:stretch>
          </a:blip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15" name="Datumsplatzhalter 14">
            <a:extLst xmlns:a="http://schemas.openxmlformats.org/drawingml/2006/main">
              <a:ext uri="{FF2B5EF4-FFF2-40B4-BE49-F238E27FC236}">
                <a16:creationId xmlns:a16="http://schemas.microsoft.com/office/drawing/2014/main" id="{E1C60B30-D5B4-F613-659D-9801BF4C372B}"/>
              </a:ext>
            </a:extLst>
          </p:cNvPr>
          <p:cNvSpPr>
            <a:spLocks xmlns:a="http://schemas.openxmlformats.org/drawingml/2006/main" noGrp="1"/>
          </p:cNvSpPr>
          <p:nvPr>
            <p:ph type="dt" idx="1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6" name="Fußzeilenplatzhalter 15">
            <a:extLst xmlns:a="http://schemas.openxmlformats.org/drawingml/2006/main">
              <a:ext uri="{FF2B5EF4-FFF2-40B4-BE49-F238E27FC236}">
                <a16:creationId xmlns:a16="http://schemas.microsoft.com/office/drawing/2014/main" id="{C143E2BC-4816-4440-ACE5-EEFDD0BC5167}"/>
              </a:ext>
            </a:extLst>
          </p:cNvPr>
          <p:cNvSpPr>
            <a:spLocks xmlns:a="http://schemas.openxmlformats.org/drawingml/2006/main" noGrp="1"/>
          </p:cNvSpPr>
          <p:nvPr>
            <p:ph type="ftr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5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BA6232AB-3A7E-ECB0-7222-1EB36DAD327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36.xml><?xml version="1.0" encoding="utf-8"?>
<p:sldLayout xmlns:p="http://schemas.openxmlformats.org/presentationml/2006/main" preserve="1">
  <p:cSld name="Picture small +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0" y="1447634"/>
            <a:ext cx="5062930" cy="95323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6096000" y="2915312"/>
            <a:ext cx="5062930" cy="359647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1" y="1"/>
            <a:ext cx="4995873" cy="6511783"/>
          </a:xfrm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2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3787BCD8-E438-ED96-AC42-32BD7F83AE0D}"/>
              </a:ext>
            </a:extLst>
          </p:cNvPr>
          <p:cNvSpPr>
            <a:spLocks xmlns:a="http://schemas.openxmlformats.org/drawingml/2006/main" noGrp="1"/>
          </p:cNvSpPr>
          <p:nvPr>
            <p:ph type="dgm" idx="17"/>
          </p:nvPr>
        </p:nvSpPr>
        <p:spPr>
          <a:xfrm xmlns:a="http://schemas.openxmlformats.org/drawingml/2006/main">
            <a:off x="4693633" y="1654401"/>
            <a:ext cx="1229045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3" name="Datumsplatzhalter 2">
            <a:extLst xmlns:a="http://schemas.openxmlformats.org/drawingml/2006/main">
              <a:ext uri="{FF2B5EF4-FFF2-40B4-BE49-F238E27FC236}">
                <a16:creationId xmlns:a16="http://schemas.microsoft.com/office/drawing/2014/main" id="{91603B66-770B-1FE4-52AB-DC5BB194083B}"/>
              </a:ext>
            </a:extLst>
          </p:cNvPr>
          <p:cNvSpPr>
            <a:spLocks xmlns:a="http://schemas.openxmlformats.org/drawingml/2006/main" noGrp="1"/>
          </p:cNvSpPr>
          <p:nvPr>
            <p:ph type="dt" idx="1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4" name="Fußzeilenplatzhalter 3">
            <a:extLst xmlns:a="http://schemas.openxmlformats.org/drawingml/2006/main">
              <a:ext uri="{FF2B5EF4-FFF2-40B4-BE49-F238E27FC236}">
                <a16:creationId xmlns:a16="http://schemas.microsoft.com/office/drawing/2014/main" id="{7C65338A-BD68-3AE6-DC33-9F49BFBAEFFB}"/>
              </a:ext>
            </a:extLst>
          </p:cNvPr>
          <p:cNvSpPr>
            <a:spLocks xmlns:a="http://schemas.openxmlformats.org/drawingml/2006/main" noGrp="1"/>
          </p:cNvSpPr>
          <p:nvPr>
            <p:ph type="ftr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5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7FAC9520-13F8-5FDB-0587-9080D7A16DE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37.xml><?xml version="1.0" encoding="utf-8"?>
<p:sldLayout xmlns:p="http://schemas.openxmlformats.org/presentationml/2006/main" preserve="1">
  <p:cSld name="2x Picture small +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23326" y="1447963"/>
            <a:ext cx="4036496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7123325" y="2915312"/>
            <a:ext cx="4035605" cy="359647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1" y="1"/>
            <a:ext cx="4995873" cy="6511783"/>
          </a:xfrm>
        </p:spPr>
        <p:txBody>
          <a:bodyPr xmlns:a="http://schemas.openxmlformats.org/drawingml/2006/main" tIns="0" bIns="1548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6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1F05D00-7A21-CCF5-59F4-4D021A7D4749}"/>
              </a:ext>
            </a:extLst>
          </p:cNvPr>
          <p:cNvSpPr>
            <a:spLocks xmlns:a="http://schemas.openxmlformats.org/drawingml/2006/main" noGrp="1"/>
          </p:cNvSpPr>
          <p:nvPr>
            <p:ph type="pic" idx="18" hasCustomPrompt="1"/>
          </p:nvPr>
        </p:nvSpPr>
        <p:spPr>
          <a:xfrm xmlns:a="http://schemas.openxmlformats.org/drawingml/2006/main">
            <a:off x="3013191" y="4089455"/>
            <a:ext cx="3010007" cy="19811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69850">
            <a:solidFill>
              <a:schemeClr val="bg1"/>
            </a:solidFill>
          </a:ln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2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3787BCD8-E438-ED96-AC42-32BD7F83AE0D}"/>
              </a:ext>
            </a:extLst>
          </p:cNvPr>
          <p:cNvSpPr>
            <a:spLocks xmlns:a="http://schemas.openxmlformats.org/drawingml/2006/main" noGrp="1"/>
          </p:cNvSpPr>
          <p:nvPr>
            <p:ph type="dgm" idx="17"/>
          </p:nvPr>
        </p:nvSpPr>
        <p:spPr>
          <a:xfrm xmlns:a="http://schemas.openxmlformats.org/drawingml/2006/main">
            <a:off x="4693634" y="1654399"/>
            <a:ext cx="2246457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10" name="Datumsplatzhalter 9">
            <a:extLst xmlns:a="http://schemas.openxmlformats.org/drawingml/2006/main">
              <a:ext uri="{FF2B5EF4-FFF2-40B4-BE49-F238E27FC236}">
                <a16:creationId xmlns:a16="http://schemas.microsoft.com/office/drawing/2014/main" id="{F97887FB-D8F6-79F8-8CA8-C4F6C0D39AA9}"/>
              </a:ext>
            </a:extLst>
          </p:cNvPr>
          <p:cNvSpPr>
            <a:spLocks xmlns:a="http://schemas.openxmlformats.org/drawingml/2006/main" noGrp="1"/>
          </p:cNvSpPr>
          <p:nvPr>
            <p:ph type="dt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1" name="Fußzeilenplatzhalter 10">
            <a:extLst xmlns:a="http://schemas.openxmlformats.org/drawingml/2006/main">
              <a:ext uri="{FF2B5EF4-FFF2-40B4-BE49-F238E27FC236}">
                <a16:creationId xmlns:a16="http://schemas.microsoft.com/office/drawing/2014/main" id="{5156F2C2-DF1A-A15A-CE99-2CEAA274B697}"/>
              </a:ext>
            </a:extLst>
          </p:cNvPr>
          <p:cNvSpPr>
            <a:spLocks xmlns:a="http://schemas.openxmlformats.org/drawingml/2006/main" noGrp="1"/>
          </p:cNvSpPr>
          <p:nvPr>
            <p:ph type="ftr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3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6CD1AFA8-937A-354A-7AA8-970370B6E48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38.xml><?xml version="1.0" encoding="utf-8"?>
<p:sldLayout xmlns:p="http://schemas.openxmlformats.org/presentationml/2006/main" preserve="1">
  <p:cSld name="3x Picture small +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23326" y="1447634"/>
            <a:ext cx="4036496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7123325" y="2915312"/>
            <a:ext cx="4035605" cy="359647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1" y="1"/>
            <a:ext cx="4995873" cy="6511782"/>
          </a:xfrm>
        </p:spPr>
        <p:txBody>
          <a:bodyPr xmlns:a="http://schemas.openxmlformats.org/drawingml/2006/main" lIns="324000" tIns="2052000" rIns="2088000" bIns="1548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6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1F05D00-7A21-CCF5-59F4-4D021A7D4749}"/>
              </a:ext>
            </a:extLst>
          </p:cNvPr>
          <p:cNvSpPr>
            <a:spLocks xmlns:a="http://schemas.openxmlformats.org/drawingml/2006/main" noGrp="1"/>
          </p:cNvSpPr>
          <p:nvPr>
            <p:ph type="pic" idx="18" hasCustomPrompt="1"/>
          </p:nvPr>
        </p:nvSpPr>
        <p:spPr>
          <a:xfrm xmlns:a="http://schemas.openxmlformats.org/drawingml/2006/main">
            <a:off x="3013191" y="4383068"/>
            <a:ext cx="2563924" cy="1687577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69850">
            <a:solidFill>
              <a:schemeClr val="bg1"/>
            </a:solidFill>
          </a:ln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27A1CA1-A4EA-507E-A168-FC4819D350C1}"/>
              </a:ext>
            </a:extLst>
          </p:cNvPr>
          <p:cNvSpPr>
            <a:spLocks xmlns:a="http://schemas.openxmlformats.org/drawingml/2006/main" noGrp="1"/>
          </p:cNvSpPr>
          <p:nvPr>
            <p:ph type="pic" idx="22" hasCustomPrompt="1"/>
          </p:nvPr>
        </p:nvSpPr>
        <p:spPr>
          <a:xfrm xmlns:a="http://schemas.openxmlformats.org/drawingml/2006/main">
            <a:off x="3014027" y="2181446"/>
            <a:ext cx="2563924" cy="1687577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69850">
            <a:solidFill>
              <a:schemeClr val="bg1"/>
            </a:solidFill>
          </a:ln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5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41A00CB7-1F56-223B-5281-17F933426F1A}"/>
              </a:ext>
            </a:extLst>
          </p:cNvPr>
          <p:cNvSpPr>
            <a:spLocks xmlns:a="http://schemas.openxmlformats.org/drawingml/2006/main" noGrp="1"/>
          </p:cNvSpPr>
          <p:nvPr>
            <p:ph type="dgm" idx="17"/>
          </p:nvPr>
        </p:nvSpPr>
        <p:spPr>
          <a:xfrm xmlns:a="http://schemas.openxmlformats.org/drawingml/2006/main">
            <a:off x="4693634" y="1654399"/>
            <a:ext cx="2246457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9" name="Datumsplatzhalter 8">
            <a:extLst xmlns:a="http://schemas.openxmlformats.org/drawingml/2006/main">
              <a:ext uri="{FF2B5EF4-FFF2-40B4-BE49-F238E27FC236}">
                <a16:creationId xmlns:a16="http://schemas.microsoft.com/office/drawing/2014/main" id="{495F7142-B4A3-D310-313C-919B23ED970D}"/>
              </a:ext>
            </a:extLst>
          </p:cNvPr>
          <p:cNvSpPr>
            <a:spLocks xmlns:a="http://schemas.openxmlformats.org/drawingml/2006/main" noGrp="1"/>
          </p:cNvSpPr>
          <p:nvPr>
            <p:ph type="dt" idx="2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4" name="Fußzeilenplatzhalter 13">
            <a:extLst xmlns:a="http://schemas.openxmlformats.org/drawingml/2006/main">
              <a:ext uri="{FF2B5EF4-FFF2-40B4-BE49-F238E27FC236}">
                <a16:creationId xmlns:a16="http://schemas.microsoft.com/office/drawing/2014/main" id="{4DF37901-936B-F40D-2FF2-E201B6528B9D}"/>
              </a:ext>
            </a:extLst>
          </p:cNvPr>
          <p:cNvSpPr>
            <a:spLocks xmlns:a="http://schemas.openxmlformats.org/drawingml/2006/main" noGrp="1"/>
          </p:cNvSpPr>
          <p:nvPr>
            <p:ph type="ftr" idx="2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3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7E87324A-3372-09CC-D7F5-1944113FAD2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39.xml><?xml version="1.0" encoding="utf-8"?>
<p:sldLayout xmlns:p="http://schemas.openxmlformats.org/presentationml/2006/main" preserve="1">
  <p:cSld name="Picture medium +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23375" y="1447963"/>
            <a:ext cx="4036446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7123375" y="2915312"/>
            <a:ext cx="4035669" cy="359647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0" y="1"/>
            <a:ext cx="6023198" cy="6511783"/>
          </a:xfrm>
        </p:spPr>
        <p:txBody>
          <a:bodyPr xmlns:a="http://schemas.openxmlformats.org/drawingml/2006/main" tIns="216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4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7A37629A-1832-68E8-A114-C95A70114C5F}"/>
              </a:ext>
            </a:extLst>
          </p:cNvPr>
          <p:cNvSpPr>
            <a:spLocks xmlns:a="http://schemas.openxmlformats.org/drawingml/2006/main" noGrp="1"/>
          </p:cNvSpPr>
          <p:nvPr>
            <p:ph type="dgm" idx="17"/>
          </p:nvPr>
        </p:nvSpPr>
        <p:spPr>
          <a:xfrm xmlns:a="http://schemas.openxmlformats.org/drawingml/2006/main">
            <a:off x="5711046" y="1654401"/>
            <a:ext cx="1229045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12" name="Datumsplatzhalter 11">
            <a:extLst xmlns:a="http://schemas.openxmlformats.org/drawingml/2006/main">
              <a:ext uri="{FF2B5EF4-FFF2-40B4-BE49-F238E27FC236}">
                <a16:creationId xmlns:a16="http://schemas.microsoft.com/office/drawing/2014/main" id="{2DFF3A7C-F081-6FDF-46ED-106F7817C885}"/>
              </a:ext>
            </a:extLst>
          </p:cNvPr>
          <p:cNvSpPr>
            <a:spLocks xmlns:a="http://schemas.openxmlformats.org/drawingml/2006/main" noGrp="1"/>
          </p:cNvSpPr>
          <p:nvPr>
            <p:ph type="dt" idx="1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3" name="Fußzeilenplatzhalter 12">
            <a:extLst xmlns:a="http://schemas.openxmlformats.org/drawingml/2006/main">
              <a:ext uri="{FF2B5EF4-FFF2-40B4-BE49-F238E27FC236}">
                <a16:creationId xmlns:a16="http://schemas.microsoft.com/office/drawing/2014/main" id="{179ABC70-3A92-E994-AA09-46092DF4C5AA}"/>
              </a:ext>
            </a:extLst>
          </p:cNvPr>
          <p:cNvSpPr>
            <a:spLocks xmlns:a="http://schemas.openxmlformats.org/drawingml/2006/main" noGrp="1"/>
          </p:cNvSpPr>
          <p:nvPr>
            <p:ph type="ftr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3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10928E5C-C235-8A42-4E52-9D8AB49C034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40.xml><?xml version="1.0" encoding="utf-8"?>
<p:sldLayout xmlns:p="http://schemas.openxmlformats.org/presentationml/2006/main" preserve="1">
  <p:cSld name="Picture large +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150650" y="1447963"/>
            <a:ext cx="3009172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8150649" y="2915312"/>
            <a:ext cx="3008394" cy="359647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-1" y="1"/>
            <a:ext cx="7124790" cy="6511783"/>
          </a:xfrm>
        </p:spPr>
        <p:txBody>
          <a:bodyPr xmlns:a="http://schemas.openxmlformats.org/drawingml/2006/main" tIns="216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4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7A37629A-1832-68E8-A114-C95A70114C5F}"/>
              </a:ext>
            </a:extLst>
          </p:cNvPr>
          <p:cNvSpPr>
            <a:spLocks xmlns:a="http://schemas.openxmlformats.org/drawingml/2006/main" noGrp="1"/>
          </p:cNvSpPr>
          <p:nvPr>
            <p:ph type="dgm" idx="17"/>
          </p:nvPr>
        </p:nvSpPr>
        <p:spPr>
          <a:xfrm xmlns:a="http://schemas.openxmlformats.org/drawingml/2006/main">
            <a:off x="6738320" y="1654401"/>
            <a:ext cx="1229045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12" name="Datumsplatzhalter 11">
            <a:extLst xmlns:a="http://schemas.openxmlformats.org/drawingml/2006/main">
              <a:ext uri="{FF2B5EF4-FFF2-40B4-BE49-F238E27FC236}">
                <a16:creationId xmlns:a16="http://schemas.microsoft.com/office/drawing/2014/main" id="{7344B420-545A-62A7-E9BA-614E7AC089C4}"/>
              </a:ext>
            </a:extLst>
          </p:cNvPr>
          <p:cNvSpPr>
            <a:spLocks xmlns:a="http://schemas.openxmlformats.org/drawingml/2006/main" noGrp="1"/>
          </p:cNvSpPr>
          <p:nvPr>
            <p:ph type="dt" idx="1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3" name="Fußzeilenplatzhalter 12">
            <a:extLst xmlns:a="http://schemas.openxmlformats.org/drawingml/2006/main">
              <a:ext uri="{FF2B5EF4-FFF2-40B4-BE49-F238E27FC236}">
                <a16:creationId xmlns:a16="http://schemas.microsoft.com/office/drawing/2014/main" id="{B00ADD3D-62B4-D417-85EB-AC2A4C6FDA6B}"/>
              </a:ext>
            </a:extLst>
          </p:cNvPr>
          <p:cNvSpPr>
            <a:spLocks xmlns:a="http://schemas.openxmlformats.org/drawingml/2006/main" noGrp="1"/>
          </p:cNvSpPr>
          <p:nvPr>
            <p:ph type="ftr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3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DF1F8642-68C1-00B9-516E-C418C6A39D40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41.xml><?xml version="1.0" encoding="utf-8"?>
<p:sldLayout xmlns:p="http://schemas.openxmlformats.org/presentationml/2006/main" preserve="1">
  <p:cSld name="2 x Picture medium +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23375" y="1447634"/>
            <a:ext cx="4035669" cy="95323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7123375" y="2915312"/>
            <a:ext cx="4035669" cy="359647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0" y="1"/>
            <a:ext cx="6023198" cy="3429809"/>
          </a:xfrm>
        </p:spPr>
        <p:txBody>
          <a:bodyPr xmlns:a="http://schemas.openxmlformats.org/drawingml/2006/main" tIns="216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4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7A37629A-1832-68E8-A114-C95A70114C5F}"/>
              </a:ext>
            </a:extLst>
          </p:cNvPr>
          <p:cNvSpPr>
            <a:spLocks xmlns:a="http://schemas.openxmlformats.org/drawingml/2006/main" noGrp="1"/>
          </p:cNvSpPr>
          <p:nvPr>
            <p:ph type="dgm" idx="17"/>
          </p:nvPr>
        </p:nvSpPr>
        <p:spPr>
          <a:xfrm xmlns:a="http://schemas.openxmlformats.org/drawingml/2006/main">
            <a:off x="5711046" y="1654401"/>
            <a:ext cx="1229045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3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43E05FC7-82BE-0C41-DD16-3357985FC05E}"/>
              </a:ext>
            </a:extLst>
          </p:cNvPr>
          <p:cNvSpPr>
            <a:spLocks xmlns:a="http://schemas.openxmlformats.org/drawingml/2006/main" noGrp="1"/>
          </p:cNvSpPr>
          <p:nvPr>
            <p:ph type="pic" idx="21" hasCustomPrompt="1"/>
          </p:nvPr>
        </p:nvSpPr>
        <p:spPr>
          <a:xfrm xmlns:a="http://schemas.openxmlformats.org/drawingml/2006/main">
            <a:off x="0" y="3502611"/>
            <a:ext cx="6023198" cy="3009173"/>
          </a:xfrm>
        </p:spPr>
        <p:txBody>
          <a:bodyPr xmlns:a="http://schemas.openxmlformats.org/drawingml/2006/main" tIns="216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5" name="Datumsplatzhalter 4">
            <a:extLst xmlns:a="http://schemas.openxmlformats.org/drawingml/2006/main">
              <a:ext uri="{FF2B5EF4-FFF2-40B4-BE49-F238E27FC236}">
                <a16:creationId xmlns:a16="http://schemas.microsoft.com/office/drawing/2014/main" id="{75DEE9CA-150C-0798-4D8D-EAFBCD56B24E}"/>
              </a:ext>
            </a:extLst>
          </p:cNvPr>
          <p:cNvSpPr>
            <a:spLocks xmlns:a="http://schemas.openxmlformats.org/drawingml/2006/main" noGrp="1"/>
          </p:cNvSpPr>
          <p:nvPr>
            <p:ph type="dt" idx="2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2" name="Fußzeilenplatzhalter 11">
            <a:extLst xmlns:a="http://schemas.openxmlformats.org/drawingml/2006/main">
              <a:ext uri="{FF2B5EF4-FFF2-40B4-BE49-F238E27FC236}">
                <a16:creationId xmlns:a16="http://schemas.microsoft.com/office/drawing/2014/main" id="{9927B507-9DED-F539-8DB0-88F5E5DBB362}"/>
              </a:ext>
            </a:extLst>
          </p:cNvPr>
          <p:cNvSpPr>
            <a:spLocks xmlns:a="http://schemas.openxmlformats.org/drawingml/2006/main" noGrp="1"/>
          </p:cNvSpPr>
          <p:nvPr>
            <p:ph type="ftr" idx="2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4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26152D4A-93EA-73F0-2FEF-2DB9BC1C54E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42.xml><?xml version="1.0" encoding="utf-8"?>
<p:sldLayout xmlns:p="http://schemas.openxmlformats.org/presentationml/2006/main" preserve="1">
  <p:cSld name="3x Picture +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7259712A-84DA-91C4-019C-0526D643DE44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0" y="1"/>
            <a:ext cx="6023198" cy="3429809"/>
          </a:xfrm>
        </p:spPr>
        <p:txBody>
          <a:bodyPr xmlns:a="http://schemas.openxmlformats.org/drawingml/2006/main" tIns="216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23375" y="1447634"/>
            <a:ext cx="4035669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7123374" y="2915312"/>
            <a:ext cx="4035669" cy="359647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6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550EFE-52E4-B588-BCD3-3F1385CC3A93}"/>
              </a:ext>
            </a:extLst>
          </p:cNvPr>
          <p:cNvSpPr>
            <a:spLocks xmlns:a="http://schemas.openxmlformats.org/drawingml/2006/main" noGrp="1"/>
          </p:cNvSpPr>
          <p:nvPr>
            <p:ph type="pic" idx="15" hasCustomPrompt="1"/>
          </p:nvPr>
        </p:nvSpPr>
        <p:spPr>
          <a:xfrm xmlns:a="http://schemas.openxmlformats.org/drawingml/2006/main">
            <a:off x="0" y="3502612"/>
            <a:ext cx="2941223" cy="3009172"/>
          </a:xfrm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0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7BA06215-A938-D338-D0E4-2E5A33BC0500}"/>
              </a:ext>
            </a:extLst>
          </p:cNvPr>
          <p:cNvSpPr>
            <a:spLocks xmlns:a="http://schemas.openxmlformats.org/drawingml/2006/main" noGrp="1"/>
          </p:cNvSpPr>
          <p:nvPr>
            <p:ph type="pic" idx="16" hasCustomPrompt="1"/>
          </p:nvPr>
        </p:nvSpPr>
        <p:spPr>
          <a:xfrm xmlns:a="http://schemas.openxmlformats.org/drawingml/2006/main">
            <a:off x="3014026" y="3502612"/>
            <a:ext cx="3009172" cy="3009172"/>
          </a:xfrm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5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0009BAB7-4811-A6E6-6686-B29A79B4D17A}"/>
              </a:ext>
            </a:extLst>
          </p:cNvPr>
          <p:cNvSpPr>
            <a:spLocks xmlns:a="http://schemas.openxmlformats.org/drawingml/2006/main" noGrp="1"/>
          </p:cNvSpPr>
          <p:nvPr>
            <p:ph type="dgm" idx="17"/>
          </p:nvPr>
        </p:nvSpPr>
        <p:spPr>
          <a:xfrm xmlns:a="http://schemas.openxmlformats.org/drawingml/2006/main">
            <a:off x="5711046" y="1654401"/>
            <a:ext cx="1229045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9" name="Datumsplatzhalter 8">
            <a:extLst xmlns:a="http://schemas.openxmlformats.org/drawingml/2006/main">
              <a:ext uri="{FF2B5EF4-FFF2-40B4-BE49-F238E27FC236}">
                <a16:creationId xmlns:a16="http://schemas.microsoft.com/office/drawing/2014/main" id="{A9008DF5-53C1-9C6F-A658-90673D97EE06}"/>
              </a:ext>
            </a:extLst>
          </p:cNvPr>
          <p:cNvSpPr>
            <a:spLocks xmlns:a="http://schemas.openxmlformats.org/drawingml/2006/main" noGrp="1"/>
          </p:cNvSpPr>
          <p:nvPr>
            <p:ph type="dt" idx="1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4" name="Fußzeilenplatzhalter 13">
            <a:extLst xmlns:a="http://schemas.openxmlformats.org/drawingml/2006/main">
              <a:ext uri="{FF2B5EF4-FFF2-40B4-BE49-F238E27FC236}">
                <a16:creationId xmlns:a16="http://schemas.microsoft.com/office/drawing/2014/main" id="{E751EF08-7871-9322-93EF-917A88E44669}"/>
              </a:ext>
            </a:extLst>
          </p:cNvPr>
          <p:cNvSpPr>
            <a:spLocks xmlns:a="http://schemas.openxmlformats.org/drawingml/2006/main" noGrp="1"/>
          </p:cNvSpPr>
          <p:nvPr>
            <p:ph type="ftr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4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7F7EAAF1-BEA8-0E9C-F283-B52C927A4EB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43.xml><?xml version="1.0" encoding="utf-8"?>
<p:sldLayout xmlns:p="http://schemas.openxmlformats.org/presentationml/2006/main" preserve="1">
  <p:cSld name="4x Picture +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23375" y="1447963"/>
            <a:ext cx="4035669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7123374" y="2915312"/>
            <a:ext cx="4035669" cy="359647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0" y="1"/>
            <a:ext cx="6023198" cy="2400866"/>
          </a:xfrm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6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550EFE-52E4-B588-BCD3-3F1385CC3A93}"/>
              </a:ext>
            </a:extLst>
          </p:cNvPr>
          <p:cNvSpPr>
            <a:spLocks xmlns:a="http://schemas.openxmlformats.org/drawingml/2006/main" noGrp="1"/>
          </p:cNvSpPr>
          <p:nvPr>
            <p:ph type="pic" idx="15" hasCustomPrompt="1"/>
          </p:nvPr>
        </p:nvSpPr>
        <p:spPr>
          <a:xfrm xmlns:a="http://schemas.openxmlformats.org/drawingml/2006/main">
            <a:off x="0" y="2475287"/>
            <a:ext cx="2941223" cy="4036497"/>
          </a:xfrm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0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7BA06215-A938-D338-D0E4-2E5A33BC0500}"/>
              </a:ext>
            </a:extLst>
          </p:cNvPr>
          <p:cNvSpPr>
            <a:spLocks xmlns:a="http://schemas.openxmlformats.org/drawingml/2006/main" noGrp="1"/>
          </p:cNvSpPr>
          <p:nvPr>
            <p:ph type="pic" idx="16" hasCustomPrompt="1"/>
          </p:nvPr>
        </p:nvSpPr>
        <p:spPr>
          <a:xfrm xmlns:a="http://schemas.openxmlformats.org/drawingml/2006/main">
            <a:off x="3014026" y="2475288"/>
            <a:ext cx="3009172" cy="1981847"/>
          </a:xfrm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6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F874EA88-5D8E-675D-61BF-2ACE9FE3ECD8}"/>
              </a:ext>
            </a:extLst>
          </p:cNvPr>
          <p:cNvSpPr>
            <a:spLocks xmlns:a="http://schemas.openxmlformats.org/drawingml/2006/main" noGrp="1"/>
          </p:cNvSpPr>
          <p:nvPr>
            <p:ph type="pic" idx="21" hasCustomPrompt="1"/>
          </p:nvPr>
        </p:nvSpPr>
        <p:spPr>
          <a:xfrm xmlns:a="http://schemas.openxmlformats.org/drawingml/2006/main">
            <a:off x="3014026" y="4538366"/>
            <a:ext cx="3009172" cy="1973418"/>
          </a:xfrm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9CE7D705-8FF0-6FF9-ECAE-0F176D841A52}"/>
              </a:ext>
            </a:extLst>
          </p:cNvPr>
          <p:cNvSpPr>
            <a:spLocks xmlns:a="http://schemas.openxmlformats.org/drawingml/2006/main" noGrp="1"/>
          </p:cNvSpPr>
          <p:nvPr>
            <p:ph type="dgm" idx="17"/>
          </p:nvPr>
        </p:nvSpPr>
        <p:spPr>
          <a:xfrm xmlns:a="http://schemas.openxmlformats.org/drawingml/2006/main">
            <a:off x="5711046" y="1654401"/>
            <a:ext cx="1229045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5" name="Datumsplatzhalter 4">
            <a:extLst xmlns:a="http://schemas.openxmlformats.org/drawingml/2006/main">
              <a:ext uri="{FF2B5EF4-FFF2-40B4-BE49-F238E27FC236}">
                <a16:creationId xmlns:a16="http://schemas.microsoft.com/office/drawing/2014/main" id="{2E4EF72C-5140-DBC7-63FC-C6646DF74A1E}"/>
              </a:ext>
            </a:extLst>
          </p:cNvPr>
          <p:cNvSpPr>
            <a:spLocks xmlns:a="http://schemas.openxmlformats.org/drawingml/2006/main" noGrp="1"/>
          </p:cNvSpPr>
          <p:nvPr>
            <p:ph type="dt" idx="2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9" name="Fußzeilenplatzhalter 8">
            <a:extLst xmlns:a="http://schemas.openxmlformats.org/drawingml/2006/main">
              <a:ext uri="{FF2B5EF4-FFF2-40B4-BE49-F238E27FC236}">
                <a16:creationId xmlns:a16="http://schemas.microsoft.com/office/drawing/2014/main" id="{2303E58F-E4EB-B5DE-1C27-1B00DCE9068B}"/>
              </a:ext>
            </a:extLst>
          </p:cNvPr>
          <p:cNvSpPr>
            <a:spLocks xmlns:a="http://schemas.openxmlformats.org/drawingml/2006/main" noGrp="1"/>
          </p:cNvSpPr>
          <p:nvPr>
            <p:ph type="ftr" idx="2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3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17BF6DF0-8D04-6447-4652-A0642E05D659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44.xml><?xml version="1.0" encoding="utf-8"?>
<p:sldLayout xmlns:p="http://schemas.openxmlformats.org/presentationml/2006/main" preserve="1">
  <p:cSld name="Wide Pictur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8145796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7" name="Bildplatzhalter 6">
            <a:extLst xmlns:a="http://schemas.openxmlformats.org/drawingml/2006/main">
              <a:ext uri="{FF2B5EF4-FFF2-40B4-BE49-F238E27FC236}">
                <a16:creationId xmlns:a16="http://schemas.microsoft.com/office/drawing/2014/main" id="{BE2470C1-4F31-240C-EB9B-C8B49083182F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0" y="2475286"/>
            <a:ext cx="12192000" cy="4036494"/>
          </a:xfrm>
        </p:spPr>
        <p:txBody>
          <a:bodyPr xmlns:a="http://schemas.openxmlformats.org/drawingml/2006/main" tIns="144000" anchor="ctr"/>
          <a:lstStyle xmlns:a="http://schemas.openxmlformats.org/drawingml/2006/main">
            <a:lvl1pPr algn="ctr">
              <a:buNone/>
              <a:defRPr sz="1223"/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Gerader Verbinder 3">
            <a:extLst xmlns:a="http://schemas.openxmlformats.org/drawingml/2006/main">
              <a:ext uri="{FF2B5EF4-FFF2-40B4-BE49-F238E27FC236}">
                <a16:creationId xmlns:a16="http://schemas.microsoft.com/office/drawing/2014/main" id="{E556122C-E6AA-4ACA-8EDB-3773E2A56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" name="Datumsplatzhalter 2">
            <a:extLst xmlns:a="http://schemas.openxmlformats.org/drawingml/2006/main">
              <a:ext uri="{FF2B5EF4-FFF2-40B4-BE49-F238E27FC236}">
                <a16:creationId xmlns:a16="http://schemas.microsoft.com/office/drawing/2014/main" id="{4F71BC56-37FE-8D6E-57B4-829565CD2C85}"/>
              </a:ext>
            </a:extLst>
          </p:cNvPr>
          <p:cNvSpPr>
            <a:spLocks xmlns:a="http://schemas.openxmlformats.org/drawingml/2006/main" noGrp="1"/>
          </p:cNvSpPr>
          <p:nvPr>
            <p:ph type="dt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5" name="Fußzeilenplatzhalter 4">
            <a:extLst xmlns:a="http://schemas.openxmlformats.org/drawingml/2006/main">
              <a:ext uri="{FF2B5EF4-FFF2-40B4-BE49-F238E27FC236}">
                <a16:creationId xmlns:a16="http://schemas.microsoft.com/office/drawing/2014/main" id="{B802352D-FEA4-6820-B39A-0F49E769CC2D}"/>
              </a:ext>
            </a:extLst>
          </p:cNvPr>
          <p:cNvSpPr>
            <a:spLocks xmlns:a="http://schemas.openxmlformats.org/drawingml/2006/main" noGrp="1"/>
          </p:cNvSpPr>
          <p:nvPr>
            <p:ph type="ftr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8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7EFB33B2-D079-87F5-71B4-2ADB190DEC4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45.xml><?xml version="1.0" encoding="utf-8"?>
<p:sldLayout xmlns:p="http://schemas.openxmlformats.org/presentationml/2006/main" preserve="1">
  <p:cSld name="Fullscreen Pictur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Bildplatzhalter 6">
            <a:extLst xmlns:a="http://schemas.openxmlformats.org/drawingml/2006/main">
              <a:ext uri="{FF2B5EF4-FFF2-40B4-BE49-F238E27FC236}">
                <a16:creationId xmlns:a16="http://schemas.microsoft.com/office/drawing/2014/main" id="{BE2470C1-4F31-240C-EB9B-C8B49083182F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0" y="1"/>
            <a:ext cx="12192000" cy="6511783"/>
          </a:xfrm>
        </p:spPr>
        <p:txBody>
          <a:bodyPr xmlns:a="http://schemas.openxmlformats.org/drawingml/2006/main" tIns="180000" anchor="ctr"/>
          <a:lstStyle xmlns:a="http://schemas.openxmlformats.org/drawingml/2006/main">
            <a:lvl1pPr algn="ctr">
              <a:buNone/>
              <a:defRPr sz="1223"/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FESTO-Logo">
            <a:extLst xmlns:a="http://schemas.openxmlformats.org/drawingml/2006/main">
              <a:ext uri="{FF2B5EF4-FFF2-40B4-BE49-F238E27FC236}">
                <a16:creationId xmlns:a16="http://schemas.microsoft.com/office/drawing/2014/main" id="{AEE09227-2696-0566-E699-ACBEF8A6DA76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488561" y="0"/>
            <a:ext cx="1217350" cy="122060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dd03790d04e74488">
              <a:extLst>
                <a:ext uri="{96DAC541-7B7A-43D3-8B79-37D633B846F1}">
                  <asvg:svgBlip xmlns:asvg="http://schemas.microsoft.com/office/drawing/2016/SVG/main" r:embed="R33e61446277e46c7"/>
                </a:ext>
              </a:extLst>
            </a:blip>
            <a:srcRect l="0" t="0" r="0" b="0"/>
            <a:stretch>
              <a:fillRect l="-200" t="-900" r="0" b="100"/>
            </a:stretch>
          </a:blip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2" name="Datumsplatzhalter 1">
            <a:extLst xmlns:a="http://schemas.openxmlformats.org/drawingml/2006/main">
              <a:ext uri="{FF2B5EF4-FFF2-40B4-BE49-F238E27FC236}">
                <a16:creationId xmlns:a16="http://schemas.microsoft.com/office/drawing/2014/main" id="{5513393C-F326-211C-7DA3-23BF25559D02}"/>
              </a:ext>
            </a:extLst>
          </p:cNvPr>
          <p:cNvSpPr>
            <a:spLocks xmlns:a="http://schemas.openxmlformats.org/drawingml/2006/main" noGrp="1"/>
          </p:cNvSpPr>
          <p:nvPr>
            <p:ph type="dt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3" name="Fußzeilenplatzhalter 2">
            <a:extLst xmlns:a="http://schemas.openxmlformats.org/drawingml/2006/main">
              <a:ext uri="{FF2B5EF4-FFF2-40B4-BE49-F238E27FC236}">
                <a16:creationId xmlns:a16="http://schemas.microsoft.com/office/drawing/2014/main" id="{133E06D0-4E3D-D226-3FBE-D4791EA33512}"/>
              </a:ext>
            </a:extLst>
          </p:cNvPr>
          <p:cNvSpPr>
            <a:spLocks xmlns:a="http://schemas.openxmlformats.org/drawingml/2006/main" noGrp="1"/>
          </p:cNvSpPr>
          <p:nvPr>
            <p:ph type="ftr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6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B3D261CB-EC76-25EB-DE34-55180033265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46.xml><?xml version="1.0" encoding="utf-8"?>
<p:sldLayout xmlns:p="http://schemas.openxmlformats.org/presentationml/2006/main" preserve="1">
  <p:cSld name="Title + Fullscreen Pictur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Bildplatzhalter 6">
            <a:extLst xmlns:a="http://schemas.openxmlformats.org/drawingml/2006/main">
              <a:ext uri="{FF2B5EF4-FFF2-40B4-BE49-F238E27FC236}">
                <a16:creationId xmlns:a16="http://schemas.microsoft.com/office/drawing/2014/main" id="{BE2470C1-4F31-240C-EB9B-C8B49083182F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0" y="1"/>
            <a:ext cx="12192000" cy="6511783"/>
          </a:xfrm>
        </p:spPr>
        <p:txBody>
          <a:bodyPr xmlns:a="http://schemas.openxmlformats.org/drawingml/2006/main" tIns="180000" anchor="ctr"/>
          <a:lstStyle xmlns:a="http://schemas.openxmlformats.org/drawingml/2006/main">
            <a:lvl1pPr algn="ctr">
              <a:buNone/>
              <a:defRPr sz="1223"/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Titel 3">
            <a:extLst xmlns:a="http://schemas.openxmlformats.org/drawingml/2006/main">
              <a:ext uri="{FF2B5EF4-FFF2-40B4-BE49-F238E27FC236}">
                <a16:creationId xmlns:a16="http://schemas.microsoft.com/office/drawing/2014/main" id="{8E1CE913-1002-A42F-1826-9C745D4D4D9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5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6388ABCD-7149-8418-A1B5-E0E1821075EC}"/>
              </a:ext>
            </a:extLst>
          </p:cNvPr>
          <p:cNvSpPr>
            <a:spLocks xmlns:a="http://schemas.openxmlformats.org/drawingml/2006/main" noGrp="1"/>
          </p:cNvSpPr>
          <p:nvPr>
            <p:ph type="dgm" idx="19"/>
          </p:nvPr>
        </p:nvSpPr>
        <p:spPr>
          <a:xfrm xmlns:a="http://schemas.openxmlformats.org/drawingml/2006/main">
            <a:off x="7279" y="1140276"/>
            <a:ext cx="733758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3" name="FESTO-Logo">
            <a:extLst xmlns:a="http://schemas.openxmlformats.org/drawingml/2006/main">
              <a:ext uri="{FF2B5EF4-FFF2-40B4-BE49-F238E27FC236}">
                <a16:creationId xmlns:a16="http://schemas.microsoft.com/office/drawing/2014/main" id="{0C715372-2F5A-C8B8-ECE5-9457BD0E3AB2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488561" y="0"/>
            <a:ext cx="1217350" cy="122060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e7a381d1ffc74341">
              <a:extLst>
                <a:ext uri="{96DAC541-7B7A-43D3-8B79-37D633B846F1}">
                  <asvg:svgBlip xmlns:asvg="http://schemas.microsoft.com/office/drawing/2016/SVG/main" r:embed="Rd58a873f728c4f5f"/>
                </a:ext>
              </a:extLst>
            </a:blip>
            <a:srcRect l="0" t="0" r="0" b="0"/>
            <a:stretch>
              <a:fillRect l="-200" t="-900" r="0" b="100"/>
            </a:stretch>
          </a:blip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2" name="Datumsplatzhalter 1">
            <a:extLst xmlns:a="http://schemas.openxmlformats.org/drawingml/2006/main">
              <a:ext uri="{FF2B5EF4-FFF2-40B4-BE49-F238E27FC236}">
                <a16:creationId xmlns:a16="http://schemas.microsoft.com/office/drawing/2014/main" id="{A6291560-BFE3-CBB5-CB7F-0C1529365E08}"/>
              </a:ext>
            </a:extLst>
          </p:cNvPr>
          <p:cNvSpPr>
            <a:spLocks xmlns:a="http://schemas.openxmlformats.org/drawingml/2006/main" noGrp="1"/>
          </p:cNvSpPr>
          <p:nvPr>
            <p:ph type="dt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6" name="Fußzeilenplatzhalter 5">
            <a:extLst xmlns:a="http://schemas.openxmlformats.org/drawingml/2006/main">
              <a:ext uri="{FF2B5EF4-FFF2-40B4-BE49-F238E27FC236}">
                <a16:creationId xmlns:a16="http://schemas.microsoft.com/office/drawing/2014/main" id="{C0CAD68E-BC0B-3EBC-0290-BC6E0B1921AD}"/>
              </a:ext>
            </a:extLst>
          </p:cNvPr>
          <p:cNvSpPr>
            <a:spLocks xmlns:a="http://schemas.openxmlformats.org/drawingml/2006/main" noGrp="1"/>
          </p:cNvSpPr>
          <p:nvPr>
            <p:ph type="ftr" idx="2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8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98C4DC39-8670-C731-5DE0-D87AB8C6F7B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47.xml><?xml version="1.0" encoding="utf-8"?>
<p:sldLayout xmlns:p="http://schemas.openxmlformats.org/presentationml/2006/main" showMasterSp="0" preserve="1">
  <p:cSld name="Fullscreen Vide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Medienplatzhalter 2">
            <a:extLst xmlns:a="http://schemas.openxmlformats.org/drawingml/2006/main">
              <a:ext uri="{FF2B5EF4-FFF2-40B4-BE49-F238E27FC236}">
                <a16:creationId xmlns:a16="http://schemas.microsoft.com/office/drawing/2014/main" id="{D49860AD-26BB-7C4B-79B2-C791571B20FC}"/>
              </a:ext>
            </a:extLst>
          </p:cNvPr>
          <p:cNvSpPr>
            <a:spLocks xmlns:a="http://schemas.openxmlformats.org/drawingml/2006/main" noGrp="1"/>
          </p:cNvSpPr>
          <p:nvPr>
            <p:ph type="media" idx="13" hasCustomPrompt="1"/>
          </p:nvPr>
        </p:nvSpPr>
        <p:spPr>
          <a:xfrm xmlns:a="http://schemas.openxmlformats.org/drawingml/2006/main">
            <a:off x="-1" y="1"/>
            <a:ext cx="12191999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anchor="ctr"/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 sz="1223"/>
            </a:lvl1pPr>
          </a:lstStyle>
          <a:p xmlns:a="http://schemas.openxmlformats.org/drawingml/2006/main">
            <a:r>
              <a:t>Insert an </a:t>
            </a:r>
            <a:r>
              <a:t>video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video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Datumsplatzhalter 3">
            <a:extLst xmlns:a="http://schemas.openxmlformats.org/drawingml/2006/main">
              <a:ext uri="{FF2B5EF4-FFF2-40B4-BE49-F238E27FC236}">
                <a16:creationId xmlns:a16="http://schemas.microsoft.com/office/drawing/2014/main" id="{4B98DAB7-BEE7-226D-5637-B0A7F552F7D0}"/>
              </a:ext>
            </a:extLst>
          </p:cNvPr>
          <p:cNvSpPr>
            <a:spLocks xmlns:a="http://schemas.openxmlformats.org/drawingml/2006/main" noGrp="1"/>
          </p:cNvSpPr>
          <p:nvPr>
            <p:ph type="dt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5" name="Fußzeilenplatzhalter 4">
            <a:extLst xmlns:a="http://schemas.openxmlformats.org/drawingml/2006/main">
              <a:ext uri="{FF2B5EF4-FFF2-40B4-BE49-F238E27FC236}">
                <a16:creationId xmlns:a16="http://schemas.microsoft.com/office/drawing/2014/main" id="{E1AAF9EF-CE98-9AB4-9F25-4A00CD5501C3}"/>
              </a:ext>
            </a:extLst>
          </p:cNvPr>
          <p:cNvSpPr>
            <a:spLocks xmlns:a="http://schemas.openxmlformats.org/drawingml/2006/main" noGrp="1"/>
          </p:cNvSpPr>
          <p:nvPr>
            <p:ph type="ftr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2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E912952A-E1C6-56C8-7F75-622520F49A3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48.xml><?xml version="1.0" encoding="utf-8"?>
<p:sldLayout xmlns:p="http://schemas.openxmlformats.org/presentationml/2006/main" preserve="1">
  <p:cSld name="Content Slides dark Images">
    <p:bg>
      <p:bgPr>
        <a:solidFill xmlns:a="http://schemas.openxmlformats.org/drawingml/2006/main">
          <a:schemeClr val="tx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feld 5">
            <a:extLst xmlns:a="http://schemas.openxmlformats.org/drawingml/2006/main">
              <a:ext uri="{FF2B5EF4-FFF2-40B4-BE49-F238E27FC236}">
                <a16:creationId xmlns:a16="http://schemas.microsoft.com/office/drawing/2014/main" id="{EB4D9AFF-BFB1-3060-5E48-71EBC380E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102" y="1888014"/>
            <a:ext cx="11447796" cy="25691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611"/>
              </a:spcBef>
              <a:spcAft>
                <a:spcPts val="611"/>
              </a:spcAft>
              <a:buClr>
                <a:schemeClr val="accent4"/>
              </a:buClr>
              <a:buFont typeface="Arial"/>
              <a:buNone/>
            </a:pPr>
            <a:r>
              <a:rPr sz="14064" b="1">
                <a:solidFill>
                  <a:schemeClr val="bg1"/>
                </a:solidFill>
                <a:latin typeface="+mn-lt"/>
                <a:ea typeface="+mn-lt"/>
                <a:cs typeface="+mn-lt"/>
              </a:rPr>
              <a:t>Content slides dark images</a:t>
            </a:r>
          </a:p>
        </p:txBody>
      </p:sp>
      <p:sp>
        <p:nvSpPr>
          <p:cNvPr id="2" name="Datumsplatzhalter 1">
            <a:extLst xmlns:a="http://schemas.openxmlformats.org/drawingml/2006/main">
              <a:ext uri="{FF2B5EF4-FFF2-40B4-BE49-F238E27FC236}">
                <a16:creationId xmlns:a16="http://schemas.microsoft.com/office/drawing/2014/main" id="{67C85B7D-8FF0-73B1-FEAA-631A7F8FBA2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3" name="Fußzeilenplatzhalter 2">
            <a:extLst xmlns:a="http://schemas.openxmlformats.org/drawingml/2006/main">
              <a:ext uri="{FF2B5EF4-FFF2-40B4-BE49-F238E27FC236}">
                <a16:creationId xmlns:a16="http://schemas.microsoft.com/office/drawing/2014/main" id="{27D9FE4D-DC87-7F15-D19B-6FC2150A24F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4" name="Foliennummernplatzhalter 3">
            <a:extLst xmlns:a="http://schemas.openxmlformats.org/drawingml/2006/main">
              <a:ext uri="{FF2B5EF4-FFF2-40B4-BE49-F238E27FC236}">
                <a16:creationId xmlns:a16="http://schemas.microsoft.com/office/drawing/2014/main" id="{91FEF5F6-418C-DEF5-9639-BAC3C7EF3ED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 flipH="1">
            <a:off x="10426258" y="-834670"/>
            <a:ext cx="1252659" cy="86056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  <p:sp>
        <p:nvSpPr>
          <p:cNvPr id="5" name="Rechteck 4">
            <a:extLst xmlns:a="http://schemas.openxmlformats.org/drawingml/2006/main">
              <a:ext uri="{FF2B5EF4-FFF2-40B4-BE49-F238E27FC236}">
                <a16:creationId xmlns:a16="http://schemas.microsoft.com/office/drawing/2014/main" id="{DAC441EA-5342-2CB5-144C-F86DC5019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5300" y="0"/>
            <a:ext cx="1614599" cy="137354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220127" tIns="220127" rIns="220127" bIns="220127" anchor="ctr"/>
          <a:lstStyle xmlns:a="http://schemas.openxmlformats.org/drawingml/2006/main"/>
          <a:p xmlns:a="http://schemas.openxmlformats.org/drawingml/2006/main">
            <a:pPr algn="ctr">
              <a:spcBef>
                <a:spcPts val="611"/>
              </a:spcBef>
              <a:spcAft>
                <a:spcPts val="611"/>
              </a:spcAft>
              <a:buClr>
                <a:schemeClr val="bg1"/>
              </a:buClr>
              <a:buNone/>
            </a:pPr>
            <a:endParaRPr sz="1834">
              <a:solidFill>
                <a:schemeClr val="bg1"/>
              </a:solidFill>
            </a:endParaRPr>
          </a:p>
        </p:txBody>
      </p:sp>
      <p:sp>
        <p:nvSpPr>
          <p:cNvPr id="9" name="Rechteck 8">
            <a:extLst xmlns:a="http://schemas.openxmlformats.org/drawingml/2006/main">
              <a:ext uri="{FF2B5EF4-FFF2-40B4-BE49-F238E27FC236}">
                <a16:creationId xmlns:a16="http://schemas.microsoft.com/office/drawing/2014/main" id="{E2BEB23C-F999-182D-14B0-2EB240371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102" y="420637"/>
            <a:ext cx="3596446" cy="512854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220127" tIns="220127" rIns="220127" bIns="220127" anchor="ctr"/>
          <a:lstStyle xmlns:a="http://schemas.openxmlformats.org/drawingml/2006/main"/>
          <a:p xmlns:a="http://schemas.openxmlformats.org/drawingml/2006/main">
            <a:pPr algn="ctr">
              <a:spcBef>
                <a:spcPts val="611"/>
              </a:spcBef>
              <a:spcAft>
                <a:spcPts val="611"/>
              </a:spcAft>
              <a:buClr>
                <a:schemeClr val="bg1"/>
              </a:buClr>
              <a:buNone/>
            </a:pPr>
            <a:r>
              <a:rPr sz="1834">
                <a:solidFill>
                  <a:schemeClr val="tx1"/>
                </a:solidFill>
              </a:rPr>
              <a:t>Not for layout purposes</a:t>
            </a:r>
          </a:p>
        </p:txBody>
      </p:sp>
    </p:spTree>
  </p:cSld>
  <p:hf sldNum="0" hdr="0" ftr="0" dt="0"/>
</p:sldLayout>
</file>

<file path=ppt/slideLayouts/slideLayout49.xml><?xml version="1.0" encoding="utf-8"?>
<p:sldLayout xmlns:p="http://schemas.openxmlformats.org/presentationml/2006/main" preserve="1">
  <p:cSld name="Text + Picture small - without ribb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7" y="2475287"/>
            <a:ext cx="5576902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7123326" y="1"/>
            <a:ext cx="5068675" cy="651178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3" name="Untertitel 2">
            <a:extLst xmlns:a="http://schemas.openxmlformats.org/drawingml/2006/main">
              <a:ext uri="{FF2B5EF4-FFF2-40B4-BE49-F238E27FC236}">
                <a16:creationId xmlns:a16="http://schemas.microsoft.com/office/drawing/2014/main" id="{CCEC33AA-0D63-AE2A-963E-AD01267B8DAB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649620" y="893160"/>
            <a:ext cx="895233" cy="162409"/>
          </a:xfrm>
          <a:custGeom xmlns:a="http://schemas.openxmlformats.org/drawingml/2006/main">
            <a:gdLst>
              <a:gd name="connsiteX0" fmla="*/ 752298 w 867271"/>
              <a:gd name="connsiteY0" fmla="*/ 31510 h 157430"/>
              <a:gd name="connsiteX1" fmla="*/ 741899 w 867271"/>
              <a:gd name="connsiteY1" fmla="*/ 41995 h 157430"/>
              <a:gd name="connsiteX2" fmla="*/ 741899 w 867271"/>
              <a:gd name="connsiteY2" fmla="*/ 115437 h 157430"/>
              <a:gd name="connsiteX3" fmla="*/ 741899 w 867271"/>
              <a:gd name="connsiteY3" fmla="*/ 115481 h 157430"/>
              <a:gd name="connsiteX4" fmla="*/ 752359 w 867271"/>
              <a:gd name="connsiteY4" fmla="*/ 125950 h 157430"/>
              <a:gd name="connsiteX5" fmla="*/ 815045 w 867271"/>
              <a:gd name="connsiteY5" fmla="*/ 125950 h 157430"/>
              <a:gd name="connsiteX6" fmla="*/ 815087 w 867271"/>
              <a:gd name="connsiteY6" fmla="*/ 125950 h 157430"/>
              <a:gd name="connsiteX7" fmla="*/ 825501 w 867271"/>
              <a:gd name="connsiteY7" fmla="*/ 115437 h 157430"/>
              <a:gd name="connsiteX8" fmla="*/ 825497 w 867271"/>
              <a:gd name="connsiteY8" fmla="*/ 41997 h 157430"/>
              <a:gd name="connsiteX9" fmla="*/ 825497 w 867271"/>
              <a:gd name="connsiteY9" fmla="*/ 41934 h 157430"/>
              <a:gd name="connsiteX10" fmla="*/ 815041 w 867271"/>
              <a:gd name="connsiteY10" fmla="*/ 31510 h 157430"/>
              <a:gd name="connsiteX11" fmla="*/ 752355 w 867271"/>
              <a:gd name="connsiteY11" fmla="*/ 31510 h 157430"/>
              <a:gd name="connsiteX12" fmla="*/ 752298 w 867271"/>
              <a:gd name="connsiteY12" fmla="*/ 31510 h 157430"/>
              <a:gd name="connsiteX13" fmla="*/ 731443 w 867271"/>
              <a:gd name="connsiteY13" fmla="*/ 1 h 157430"/>
              <a:gd name="connsiteX14" fmla="*/ 835957 w 867271"/>
              <a:gd name="connsiteY14" fmla="*/ 1 h 157430"/>
              <a:gd name="connsiteX15" fmla="*/ 835991 w 867271"/>
              <a:gd name="connsiteY15" fmla="*/ 1 h 157430"/>
              <a:gd name="connsiteX16" fmla="*/ 867271 w 867271"/>
              <a:gd name="connsiteY16" fmla="*/ 31510 h 157430"/>
              <a:gd name="connsiteX17" fmla="*/ 867271 w 867271"/>
              <a:gd name="connsiteY17" fmla="*/ 125950 h 157430"/>
              <a:gd name="connsiteX18" fmla="*/ 867271 w 867271"/>
              <a:gd name="connsiteY18" fmla="*/ 126003 h 157430"/>
              <a:gd name="connsiteX19" fmla="*/ 835957 w 867271"/>
              <a:gd name="connsiteY19" fmla="*/ 157430 h 157430"/>
              <a:gd name="connsiteX20" fmla="*/ 731443 w 867271"/>
              <a:gd name="connsiteY20" fmla="*/ 157430 h 157430"/>
              <a:gd name="connsiteX21" fmla="*/ 700129 w 867271"/>
              <a:gd name="connsiteY21" fmla="*/ 125950 h 157430"/>
              <a:gd name="connsiteX22" fmla="*/ 700129 w 867271"/>
              <a:gd name="connsiteY22" fmla="*/ 31510 h 157430"/>
              <a:gd name="connsiteX23" fmla="*/ 731443 w 867271"/>
              <a:gd name="connsiteY23" fmla="*/ 1 h 157430"/>
              <a:gd name="connsiteX24" fmla="*/ 527701 w 867271"/>
              <a:gd name="connsiteY24" fmla="*/ 1 h 157430"/>
              <a:gd name="connsiteX25" fmla="*/ 527728 w 867271"/>
              <a:gd name="connsiteY25" fmla="*/ 1 h 157430"/>
              <a:gd name="connsiteX26" fmla="*/ 684414 w 867271"/>
              <a:gd name="connsiteY26" fmla="*/ 1 h 157430"/>
              <a:gd name="connsiteX27" fmla="*/ 689673 w 867271"/>
              <a:gd name="connsiteY27" fmla="*/ 5244 h 157430"/>
              <a:gd name="connsiteX28" fmla="*/ 689673 w 867271"/>
              <a:gd name="connsiteY28" fmla="*/ 5271 h 157430"/>
              <a:gd name="connsiteX29" fmla="*/ 689673 w 867271"/>
              <a:gd name="connsiteY29" fmla="*/ 26268 h 157430"/>
              <a:gd name="connsiteX30" fmla="*/ 684426 w 867271"/>
              <a:gd name="connsiteY30" fmla="*/ 31510 h 157430"/>
              <a:gd name="connsiteX31" fmla="*/ 684414 w 867271"/>
              <a:gd name="connsiteY31" fmla="*/ 31510 h 157430"/>
              <a:gd name="connsiteX32" fmla="*/ 632188 w 867271"/>
              <a:gd name="connsiteY32" fmla="*/ 31510 h 157430"/>
              <a:gd name="connsiteX33" fmla="*/ 626987 w 867271"/>
              <a:gd name="connsiteY33" fmla="*/ 36737 h 157430"/>
              <a:gd name="connsiteX34" fmla="*/ 626987 w 867271"/>
              <a:gd name="connsiteY34" fmla="*/ 36751 h 157430"/>
              <a:gd name="connsiteX35" fmla="*/ 626987 w 867271"/>
              <a:gd name="connsiteY35" fmla="*/ 152157 h 157430"/>
              <a:gd name="connsiteX36" fmla="*/ 621759 w 867271"/>
              <a:gd name="connsiteY36" fmla="*/ 157428 h 157430"/>
              <a:gd name="connsiteX37" fmla="*/ 621728 w 867271"/>
              <a:gd name="connsiteY37" fmla="*/ 157428 h 157430"/>
              <a:gd name="connsiteX38" fmla="*/ 590418 w 867271"/>
              <a:gd name="connsiteY38" fmla="*/ 157428 h 157430"/>
              <a:gd name="connsiteX39" fmla="*/ 585159 w 867271"/>
              <a:gd name="connsiteY39" fmla="*/ 152185 h 157430"/>
              <a:gd name="connsiteX40" fmla="*/ 585159 w 867271"/>
              <a:gd name="connsiteY40" fmla="*/ 152157 h 157430"/>
              <a:gd name="connsiteX41" fmla="*/ 585159 w 867271"/>
              <a:gd name="connsiteY41" fmla="*/ 36751 h 157430"/>
              <a:gd name="connsiteX42" fmla="*/ 579973 w 867271"/>
              <a:gd name="connsiteY42" fmla="*/ 31510 h 157430"/>
              <a:gd name="connsiteX43" fmla="*/ 579962 w 867271"/>
              <a:gd name="connsiteY43" fmla="*/ 31510 h 157430"/>
              <a:gd name="connsiteX44" fmla="*/ 527728 w 867271"/>
              <a:gd name="connsiteY44" fmla="*/ 31510 h 157430"/>
              <a:gd name="connsiteX45" fmla="*/ 522469 w 867271"/>
              <a:gd name="connsiteY45" fmla="*/ 26284 h 157430"/>
              <a:gd name="connsiteX46" fmla="*/ 522469 w 867271"/>
              <a:gd name="connsiteY46" fmla="*/ 26268 h 157430"/>
              <a:gd name="connsiteX47" fmla="*/ 522469 w 867271"/>
              <a:gd name="connsiteY47" fmla="*/ 5271 h 157430"/>
              <a:gd name="connsiteX48" fmla="*/ 527701 w 867271"/>
              <a:gd name="connsiteY48" fmla="*/ 1 h 157430"/>
              <a:gd name="connsiteX49" fmla="*/ 376185 w 867271"/>
              <a:gd name="connsiteY49" fmla="*/ 1 h 157430"/>
              <a:gd name="connsiteX50" fmla="*/ 480695 w 867271"/>
              <a:gd name="connsiteY50" fmla="*/ 1 h 157430"/>
              <a:gd name="connsiteX51" fmla="*/ 512009 w 867271"/>
              <a:gd name="connsiteY51" fmla="*/ 31510 h 157430"/>
              <a:gd name="connsiteX52" fmla="*/ 512009 w 867271"/>
              <a:gd name="connsiteY52" fmla="*/ 36751 h 157430"/>
              <a:gd name="connsiteX53" fmla="*/ 506812 w 867271"/>
              <a:gd name="connsiteY53" fmla="*/ 41995 h 157430"/>
              <a:gd name="connsiteX54" fmla="*/ 475436 w 867271"/>
              <a:gd name="connsiteY54" fmla="*/ 41995 h 157430"/>
              <a:gd name="connsiteX55" fmla="*/ 470239 w 867271"/>
              <a:gd name="connsiteY55" fmla="*/ 36751 h 157430"/>
              <a:gd name="connsiteX56" fmla="*/ 470239 w 867271"/>
              <a:gd name="connsiteY56" fmla="*/ 36704 h 157430"/>
              <a:gd name="connsiteX57" fmla="*/ 464980 w 867271"/>
              <a:gd name="connsiteY57" fmla="*/ 31510 h 157430"/>
              <a:gd name="connsiteX58" fmla="*/ 397082 w 867271"/>
              <a:gd name="connsiteY58" fmla="*/ 31510 h 157430"/>
              <a:gd name="connsiteX59" fmla="*/ 397059 w 867271"/>
              <a:gd name="connsiteY59" fmla="*/ 31510 h 157430"/>
              <a:gd name="connsiteX60" fmla="*/ 386626 w 867271"/>
              <a:gd name="connsiteY60" fmla="*/ 41995 h 157430"/>
              <a:gd name="connsiteX61" fmla="*/ 386626 w 867271"/>
              <a:gd name="connsiteY61" fmla="*/ 52478 h 157430"/>
              <a:gd name="connsiteX62" fmla="*/ 397082 w 867271"/>
              <a:gd name="connsiteY62" fmla="*/ 62991 h 157430"/>
              <a:gd name="connsiteX63" fmla="*/ 480695 w 867271"/>
              <a:gd name="connsiteY63" fmla="*/ 62991 h 157430"/>
              <a:gd name="connsiteX64" fmla="*/ 512009 w 867271"/>
              <a:gd name="connsiteY64" fmla="*/ 94440 h 157430"/>
              <a:gd name="connsiteX65" fmla="*/ 512009 w 867271"/>
              <a:gd name="connsiteY65" fmla="*/ 125950 h 157430"/>
              <a:gd name="connsiteX66" fmla="*/ 480695 w 867271"/>
              <a:gd name="connsiteY66" fmla="*/ 157430 h 157430"/>
              <a:gd name="connsiteX67" fmla="*/ 376185 w 867271"/>
              <a:gd name="connsiteY67" fmla="*/ 157430 h 157430"/>
              <a:gd name="connsiteX68" fmla="*/ 376160 w 867271"/>
              <a:gd name="connsiteY68" fmla="*/ 157430 h 157430"/>
              <a:gd name="connsiteX69" fmla="*/ 344842 w 867271"/>
              <a:gd name="connsiteY69" fmla="*/ 125950 h 157430"/>
              <a:gd name="connsiteX70" fmla="*/ 344842 w 867271"/>
              <a:gd name="connsiteY70" fmla="*/ 120678 h 157430"/>
              <a:gd name="connsiteX71" fmla="*/ 350047 w 867271"/>
              <a:gd name="connsiteY71" fmla="*/ 115437 h 157430"/>
              <a:gd name="connsiteX72" fmla="*/ 381413 w 867271"/>
              <a:gd name="connsiteY72" fmla="*/ 115437 h 157430"/>
              <a:gd name="connsiteX73" fmla="*/ 386626 w 867271"/>
              <a:gd name="connsiteY73" fmla="*/ 120678 h 157430"/>
              <a:gd name="connsiteX74" fmla="*/ 391854 w 867271"/>
              <a:gd name="connsiteY74" fmla="*/ 125950 h 157430"/>
              <a:gd name="connsiteX75" fmla="*/ 459783 w 867271"/>
              <a:gd name="connsiteY75" fmla="*/ 125950 h 157430"/>
              <a:gd name="connsiteX76" fmla="*/ 459825 w 867271"/>
              <a:gd name="connsiteY76" fmla="*/ 125950 h 157430"/>
              <a:gd name="connsiteX77" fmla="*/ 470239 w 867271"/>
              <a:gd name="connsiteY77" fmla="*/ 115437 h 157430"/>
              <a:gd name="connsiteX78" fmla="*/ 470239 w 867271"/>
              <a:gd name="connsiteY78" fmla="*/ 104954 h 157430"/>
              <a:gd name="connsiteX79" fmla="*/ 470239 w 867271"/>
              <a:gd name="connsiteY79" fmla="*/ 104947 h 157430"/>
              <a:gd name="connsiteX80" fmla="*/ 459783 w 867271"/>
              <a:gd name="connsiteY80" fmla="*/ 94440 h 157430"/>
              <a:gd name="connsiteX81" fmla="*/ 376185 w 867271"/>
              <a:gd name="connsiteY81" fmla="*/ 94440 h 157430"/>
              <a:gd name="connsiteX82" fmla="*/ 376176 w 867271"/>
              <a:gd name="connsiteY82" fmla="*/ 94440 h 157430"/>
              <a:gd name="connsiteX83" fmla="*/ 344842 w 867271"/>
              <a:gd name="connsiteY83" fmla="*/ 62991 h 157430"/>
              <a:gd name="connsiteX84" fmla="*/ 344842 w 867271"/>
              <a:gd name="connsiteY84" fmla="*/ 31510 h 157430"/>
              <a:gd name="connsiteX85" fmla="*/ 344842 w 867271"/>
              <a:gd name="connsiteY85" fmla="*/ 31505 h 157430"/>
              <a:gd name="connsiteX86" fmla="*/ 376185 w 867271"/>
              <a:gd name="connsiteY86" fmla="*/ 1 h 157430"/>
              <a:gd name="connsiteX87" fmla="*/ 172420 w 867271"/>
              <a:gd name="connsiteY87" fmla="*/ 1 h 157430"/>
              <a:gd name="connsiteX88" fmla="*/ 172424 w 867271"/>
              <a:gd name="connsiteY88" fmla="*/ 1 h 157430"/>
              <a:gd name="connsiteX89" fmla="*/ 329162 w 867271"/>
              <a:gd name="connsiteY89" fmla="*/ 1 h 157430"/>
              <a:gd name="connsiteX90" fmla="*/ 334390 w 867271"/>
              <a:gd name="connsiteY90" fmla="*/ 5271 h 157430"/>
              <a:gd name="connsiteX91" fmla="*/ 334390 w 867271"/>
              <a:gd name="connsiteY91" fmla="*/ 26268 h 157430"/>
              <a:gd name="connsiteX92" fmla="*/ 329162 w 867271"/>
              <a:gd name="connsiteY92" fmla="*/ 31510 h 157430"/>
              <a:gd name="connsiteX93" fmla="*/ 214223 w 867271"/>
              <a:gd name="connsiteY93" fmla="*/ 31510 h 157430"/>
              <a:gd name="connsiteX94" fmla="*/ 208995 w 867271"/>
              <a:gd name="connsiteY94" fmla="*/ 36722 h 157430"/>
              <a:gd name="connsiteX95" fmla="*/ 208995 w 867271"/>
              <a:gd name="connsiteY95" fmla="*/ 36751 h 157430"/>
              <a:gd name="connsiteX96" fmla="*/ 208995 w 867271"/>
              <a:gd name="connsiteY96" fmla="*/ 57748 h 157430"/>
              <a:gd name="connsiteX97" fmla="*/ 214223 w 867271"/>
              <a:gd name="connsiteY97" fmla="*/ 62991 h 157430"/>
              <a:gd name="connsiteX98" fmla="*/ 318706 w 867271"/>
              <a:gd name="connsiteY98" fmla="*/ 62991 h 157430"/>
              <a:gd name="connsiteX99" fmla="*/ 323935 w 867271"/>
              <a:gd name="connsiteY99" fmla="*/ 68228 h 157430"/>
              <a:gd name="connsiteX100" fmla="*/ 323935 w 867271"/>
              <a:gd name="connsiteY100" fmla="*/ 68232 h 157430"/>
              <a:gd name="connsiteX101" fmla="*/ 323935 w 867271"/>
              <a:gd name="connsiteY101" fmla="*/ 89229 h 157430"/>
              <a:gd name="connsiteX102" fmla="*/ 318706 w 867271"/>
              <a:gd name="connsiteY102" fmla="*/ 94440 h 157430"/>
              <a:gd name="connsiteX103" fmla="*/ 214223 w 867271"/>
              <a:gd name="connsiteY103" fmla="*/ 94440 h 157430"/>
              <a:gd name="connsiteX104" fmla="*/ 208995 w 867271"/>
              <a:gd name="connsiteY104" fmla="*/ 99703 h 157430"/>
              <a:gd name="connsiteX105" fmla="*/ 208995 w 867271"/>
              <a:gd name="connsiteY105" fmla="*/ 99712 h 157430"/>
              <a:gd name="connsiteX106" fmla="*/ 208995 w 867271"/>
              <a:gd name="connsiteY106" fmla="*/ 120678 h 157430"/>
              <a:gd name="connsiteX107" fmla="*/ 214214 w 867271"/>
              <a:gd name="connsiteY107" fmla="*/ 125950 h 157430"/>
              <a:gd name="connsiteX108" fmla="*/ 214223 w 867271"/>
              <a:gd name="connsiteY108" fmla="*/ 125950 h 157430"/>
              <a:gd name="connsiteX109" fmla="*/ 329162 w 867271"/>
              <a:gd name="connsiteY109" fmla="*/ 125950 h 157430"/>
              <a:gd name="connsiteX110" fmla="*/ 334390 w 867271"/>
              <a:gd name="connsiteY110" fmla="*/ 131188 h 157430"/>
              <a:gd name="connsiteX111" fmla="*/ 334390 w 867271"/>
              <a:gd name="connsiteY111" fmla="*/ 131192 h 157430"/>
              <a:gd name="connsiteX112" fmla="*/ 334390 w 867271"/>
              <a:gd name="connsiteY112" fmla="*/ 152157 h 157430"/>
              <a:gd name="connsiteX113" fmla="*/ 329162 w 867271"/>
              <a:gd name="connsiteY113" fmla="*/ 157428 h 157430"/>
              <a:gd name="connsiteX114" fmla="*/ 172424 w 867271"/>
              <a:gd name="connsiteY114" fmla="*/ 157428 h 157430"/>
              <a:gd name="connsiteX115" fmla="*/ 167195 w 867271"/>
              <a:gd name="connsiteY115" fmla="*/ 152162 h 157430"/>
              <a:gd name="connsiteX116" fmla="*/ 167195 w 867271"/>
              <a:gd name="connsiteY116" fmla="*/ 152157 h 157430"/>
              <a:gd name="connsiteX117" fmla="*/ 167195 w 867271"/>
              <a:gd name="connsiteY117" fmla="*/ 5271 h 157430"/>
              <a:gd name="connsiteX118" fmla="*/ 172420 w 867271"/>
              <a:gd name="connsiteY118" fmla="*/ 1 h 157430"/>
              <a:gd name="connsiteX119" fmla="*/ 5229 w 867271"/>
              <a:gd name="connsiteY119" fmla="*/ 1 h 157430"/>
              <a:gd name="connsiteX120" fmla="*/ 151513 w 867271"/>
              <a:gd name="connsiteY120" fmla="*/ 1 h 157430"/>
              <a:gd name="connsiteX121" fmla="*/ 156742 w 867271"/>
              <a:gd name="connsiteY121" fmla="*/ 5268 h 157430"/>
              <a:gd name="connsiteX122" fmla="*/ 156742 w 867271"/>
              <a:gd name="connsiteY122" fmla="*/ 5271 h 157430"/>
              <a:gd name="connsiteX123" fmla="*/ 156742 w 867271"/>
              <a:gd name="connsiteY123" fmla="*/ 26268 h 157430"/>
              <a:gd name="connsiteX124" fmla="*/ 151513 w 867271"/>
              <a:gd name="connsiteY124" fmla="*/ 31510 h 157430"/>
              <a:gd name="connsiteX125" fmla="*/ 47030 w 867271"/>
              <a:gd name="connsiteY125" fmla="*/ 31510 h 157430"/>
              <a:gd name="connsiteX126" fmla="*/ 41801 w 867271"/>
              <a:gd name="connsiteY126" fmla="*/ 36751 h 157430"/>
              <a:gd name="connsiteX127" fmla="*/ 41801 w 867271"/>
              <a:gd name="connsiteY127" fmla="*/ 57748 h 157430"/>
              <a:gd name="connsiteX128" fmla="*/ 47030 w 867271"/>
              <a:gd name="connsiteY128" fmla="*/ 62991 h 157430"/>
              <a:gd name="connsiteX129" fmla="*/ 141083 w 867271"/>
              <a:gd name="connsiteY129" fmla="*/ 62991 h 157430"/>
              <a:gd name="connsiteX130" fmla="*/ 146312 w 867271"/>
              <a:gd name="connsiteY130" fmla="*/ 68232 h 157430"/>
              <a:gd name="connsiteX131" fmla="*/ 146284 w 867271"/>
              <a:gd name="connsiteY131" fmla="*/ 89229 h 157430"/>
              <a:gd name="connsiteX132" fmla="*/ 141082 w 867271"/>
              <a:gd name="connsiteY132" fmla="*/ 94440 h 157430"/>
              <a:gd name="connsiteX133" fmla="*/ 47028 w 867271"/>
              <a:gd name="connsiteY133" fmla="*/ 94440 h 157430"/>
              <a:gd name="connsiteX134" fmla="*/ 41801 w 867271"/>
              <a:gd name="connsiteY134" fmla="*/ 99712 h 157430"/>
              <a:gd name="connsiteX135" fmla="*/ 41801 w 867271"/>
              <a:gd name="connsiteY135" fmla="*/ 152157 h 157430"/>
              <a:gd name="connsiteX136" fmla="*/ 36579 w 867271"/>
              <a:gd name="connsiteY136" fmla="*/ 157428 h 157430"/>
              <a:gd name="connsiteX137" fmla="*/ 36572 w 867271"/>
              <a:gd name="connsiteY137" fmla="*/ 157428 h 157430"/>
              <a:gd name="connsiteX138" fmla="*/ 5229 w 867271"/>
              <a:gd name="connsiteY138" fmla="*/ 157430 h 157430"/>
              <a:gd name="connsiteX139" fmla="*/ 0 w 867271"/>
              <a:gd name="connsiteY139" fmla="*/ 152157 h 157430"/>
              <a:gd name="connsiteX140" fmla="*/ 0 w 867271"/>
              <a:gd name="connsiteY140" fmla="*/ 5271 h 157430"/>
              <a:gd name="connsiteX141" fmla="*/ 5229 w 867271"/>
              <a:gd name="connsiteY141" fmla="*/ 1 h 157430"/>
            </a:gdLst>
            <a:rect l="l" t="t" r="r" b="b"/>
            <a:pathLst>
              <a:path w="867271" h="157430">
                <a:moveTo>
                  <a:pt x="752298" y="31510"/>
                </a:moveTo>
                <a:cubicBezTo>
                  <a:pt x="746542" y="31521"/>
                  <a:pt x="741888" y="36215"/>
                  <a:pt x="741899" y="41995"/>
                </a:cubicBezTo>
                <a:lnTo>
                  <a:pt x="741899" y="115437"/>
                </a:lnTo>
                <a:cubicBezTo>
                  <a:pt x="741899" y="115452"/>
                  <a:pt x="741899" y="115467"/>
                  <a:pt x="741899" y="115481"/>
                </a:cubicBezTo>
                <a:cubicBezTo>
                  <a:pt x="741910" y="121273"/>
                  <a:pt x="746592" y="125960"/>
                  <a:pt x="752359" y="125950"/>
                </a:cubicBezTo>
                <a:lnTo>
                  <a:pt x="815045" y="125950"/>
                </a:lnTo>
                <a:cubicBezTo>
                  <a:pt x="815056" y="125950"/>
                  <a:pt x="815072" y="125950"/>
                  <a:pt x="815087" y="125950"/>
                </a:cubicBezTo>
                <a:cubicBezTo>
                  <a:pt x="820854" y="125936"/>
                  <a:pt x="825516" y="121229"/>
                  <a:pt x="825501" y="115437"/>
                </a:cubicBezTo>
                <a:lnTo>
                  <a:pt x="825497" y="41997"/>
                </a:lnTo>
                <a:cubicBezTo>
                  <a:pt x="825497" y="41975"/>
                  <a:pt x="825497" y="41954"/>
                  <a:pt x="825497" y="41934"/>
                </a:cubicBezTo>
                <a:cubicBezTo>
                  <a:pt x="825478" y="36154"/>
                  <a:pt x="820793" y="31488"/>
                  <a:pt x="815041" y="31510"/>
                </a:cubicBezTo>
                <a:lnTo>
                  <a:pt x="752355" y="31510"/>
                </a:lnTo>
                <a:cubicBezTo>
                  <a:pt x="752336" y="31510"/>
                  <a:pt x="752317" y="31510"/>
                  <a:pt x="752298" y="31510"/>
                </a:cubicBezTo>
                <a:close/>
                <a:moveTo>
                  <a:pt x="731443" y="1"/>
                </a:moveTo>
                <a:lnTo>
                  <a:pt x="835957" y="1"/>
                </a:lnTo>
                <a:cubicBezTo>
                  <a:pt x="835968" y="1"/>
                  <a:pt x="835980" y="1"/>
                  <a:pt x="835991" y="1"/>
                </a:cubicBezTo>
                <a:cubicBezTo>
                  <a:pt x="853289" y="26"/>
                  <a:pt x="867294" y="14133"/>
                  <a:pt x="867271" y="31510"/>
                </a:cubicBezTo>
                <a:lnTo>
                  <a:pt x="867271" y="125950"/>
                </a:lnTo>
                <a:cubicBezTo>
                  <a:pt x="867271" y="125968"/>
                  <a:pt x="867271" y="125985"/>
                  <a:pt x="867271" y="126003"/>
                </a:cubicBezTo>
                <a:cubicBezTo>
                  <a:pt x="867263" y="143366"/>
                  <a:pt x="853243" y="157437"/>
                  <a:pt x="835957" y="157430"/>
                </a:cubicBezTo>
                <a:lnTo>
                  <a:pt x="731443" y="157430"/>
                </a:lnTo>
                <a:cubicBezTo>
                  <a:pt x="714145" y="157415"/>
                  <a:pt x="700129" y="143325"/>
                  <a:pt x="700129" y="125950"/>
                </a:cubicBezTo>
                <a:lnTo>
                  <a:pt x="700129" y="31510"/>
                </a:lnTo>
                <a:cubicBezTo>
                  <a:pt x="700129" y="14129"/>
                  <a:pt x="714138" y="29"/>
                  <a:pt x="731443" y="1"/>
                </a:cubicBezTo>
                <a:close/>
                <a:moveTo>
                  <a:pt x="527701" y="1"/>
                </a:moveTo>
                <a:cubicBezTo>
                  <a:pt x="527712" y="1"/>
                  <a:pt x="527720" y="1"/>
                  <a:pt x="527728" y="1"/>
                </a:cubicBezTo>
                <a:lnTo>
                  <a:pt x="684414" y="1"/>
                </a:lnTo>
                <a:cubicBezTo>
                  <a:pt x="687309" y="-10"/>
                  <a:pt x="689665" y="2338"/>
                  <a:pt x="689673" y="5244"/>
                </a:cubicBezTo>
                <a:cubicBezTo>
                  <a:pt x="689673" y="5253"/>
                  <a:pt x="689673" y="5262"/>
                  <a:pt x="689673" y="5271"/>
                </a:cubicBezTo>
                <a:lnTo>
                  <a:pt x="689673" y="26268"/>
                </a:lnTo>
                <a:cubicBezTo>
                  <a:pt x="689665" y="29171"/>
                  <a:pt x="687317" y="31518"/>
                  <a:pt x="684426" y="31510"/>
                </a:cubicBezTo>
                <a:cubicBezTo>
                  <a:pt x="684422" y="31510"/>
                  <a:pt x="684418" y="31510"/>
                  <a:pt x="684414" y="31510"/>
                </a:cubicBezTo>
                <a:lnTo>
                  <a:pt x="632188" y="31510"/>
                </a:lnTo>
                <a:cubicBezTo>
                  <a:pt x="629316" y="31511"/>
                  <a:pt x="626987" y="33851"/>
                  <a:pt x="626987" y="36737"/>
                </a:cubicBezTo>
                <a:cubicBezTo>
                  <a:pt x="626987" y="36741"/>
                  <a:pt x="626987" y="36746"/>
                  <a:pt x="626987" y="36751"/>
                </a:cubicBezTo>
                <a:lnTo>
                  <a:pt x="626987" y="152157"/>
                </a:lnTo>
                <a:cubicBezTo>
                  <a:pt x="626994" y="155063"/>
                  <a:pt x="624654" y="157423"/>
                  <a:pt x="621759" y="157428"/>
                </a:cubicBezTo>
                <a:cubicBezTo>
                  <a:pt x="621747" y="157428"/>
                  <a:pt x="621740" y="157428"/>
                  <a:pt x="621728" y="157428"/>
                </a:cubicBezTo>
                <a:lnTo>
                  <a:pt x="590418" y="157428"/>
                </a:lnTo>
                <a:cubicBezTo>
                  <a:pt x="587522" y="157439"/>
                  <a:pt x="585170" y="155091"/>
                  <a:pt x="585159" y="152185"/>
                </a:cubicBezTo>
                <a:cubicBezTo>
                  <a:pt x="585159" y="152175"/>
                  <a:pt x="585159" y="152166"/>
                  <a:pt x="585159" y="152157"/>
                </a:cubicBezTo>
                <a:lnTo>
                  <a:pt x="585159" y="36751"/>
                </a:lnTo>
                <a:cubicBezTo>
                  <a:pt x="585167" y="33866"/>
                  <a:pt x="582849" y="31519"/>
                  <a:pt x="579973" y="31510"/>
                </a:cubicBezTo>
                <a:cubicBezTo>
                  <a:pt x="579969" y="31510"/>
                  <a:pt x="579965" y="31510"/>
                  <a:pt x="579962" y="31510"/>
                </a:cubicBezTo>
                <a:lnTo>
                  <a:pt x="527728" y="31510"/>
                </a:lnTo>
                <a:cubicBezTo>
                  <a:pt x="524840" y="31525"/>
                  <a:pt x="522484" y="29186"/>
                  <a:pt x="522469" y="26284"/>
                </a:cubicBezTo>
                <a:cubicBezTo>
                  <a:pt x="522469" y="26279"/>
                  <a:pt x="522469" y="26273"/>
                  <a:pt x="522469" y="26268"/>
                </a:cubicBezTo>
                <a:lnTo>
                  <a:pt x="522469" y="5271"/>
                </a:lnTo>
                <a:cubicBezTo>
                  <a:pt x="522465" y="2365"/>
                  <a:pt x="524810" y="5"/>
                  <a:pt x="527701" y="1"/>
                </a:cubicBezTo>
                <a:close/>
                <a:moveTo>
                  <a:pt x="376185" y="1"/>
                </a:moveTo>
                <a:lnTo>
                  <a:pt x="480695" y="1"/>
                </a:lnTo>
                <a:cubicBezTo>
                  <a:pt x="498001" y="28"/>
                  <a:pt x="512013" y="14128"/>
                  <a:pt x="512009" y="31510"/>
                </a:cubicBezTo>
                <a:lnTo>
                  <a:pt x="512009" y="36751"/>
                </a:lnTo>
                <a:cubicBezTo>
                  <a:pt x="512009" y="39638"/>
                  <a:pt x="509688" y="41982"/>
                  <a:pt x="506812" y="41995"/>
                </a:cubicBezTo>
                <a:lnTo>
                  <a:pt x="475436" y="41995"/>
                </a:lnTo>
                <a:cubicBezTo>
                  <a:pt x="472564" y="41982"/>
                  <a:pt x="470239" y="39638"/>
                  <a:pt x="470239" y="36751"/>
                </a:cubicBezTo>
                <a:cubicBezTo>
                  <a:pt x="470239" y="36735"/>
                  <a:pt x="470239" y="36720"/>
                  <a:pt x="470239" y="36704"/>
                </a:cubicBezTo>
                <a:cubicBezTo>
                  <a:pt x="470216" y="33811"/>
                  <a:pt x="467860" y="31486"/>
                  <a:pt x="464980" y="31510"/>
                </a:cubicBezTo>
                <a:lnTo>
                  <a:pt x="397082" y="31510"/>
                </a:lnTo>
                <a:cubicBezTo>
                  <a:pt x="397074" y="31510"/>
                  <a:pt x="397066" y="31510"/>
                  <a:pt x="397059" y="31510"/>
                </a:cubicBezTo>
                <a:cubicBezTo>
                  <a:pt x="391295" y="31511"/>
                  <a:pt x="386626" y="36205"/>
                  <a:pt x="386626" y="41995"/>
                </a:cubicBezTo>
                <a:lnTo>
                  <a:pt x="386626" y="52478"/>
                </a:lnTo>
                <a:cubicBezTo>
                  <a:pt x="386622" y="58281"/>
                  <a:pt x="391303" y="62988"/>
                  <a:pt x="397082" y="62991"/>
                </a:cubicBezTo>
                <a:lnTo>
                  <a:pt x="480695" y="62991"/>
                </a:lnTo>
                <a:cubicBezTo>
                  <a:pt x="497989" y="62991"/>
                  <a:pt x="512009" y="77071"/>
                  <a:pt x="512009" y="94440"/>
                </a:cubicBezTo>
                <a:lnTo>
                  <a:pt x="512009" y="125950"/>
                </a:lnTo>
                <a:cubicBezTo>
                  <a:pt x="512009" y="143325"/>
                  <a:pt x="497997" y="157415"/>
                  <a:pt x="480695" y="157430"/>
                </a:cubicBezTo>
                <a:lnTo>
                  <a:pt x="376185" y="157430"/>
                </a:lnTo>
                <a:cubicBezTo>
                  <a:pt x="376176" y="157430"/>
                  <a:pt x="376168" y="157430"/>
                  <a:pt x="376160" y="157430"/>
                </a:cubicBezTo>
                <a:cubicBezTo>
                  <a:pt x="358857" y="157423"/>
                  <a:pt x="344836" y="143330"/>
                  <a:pt x="344842" y="125950"/>
                </a:cubicBezTo>
                <a:lnTo>
                  <a:pt x="344842" y="120678"/>
                </a:lnTo>
                <a:cubicBezTo>
                  <a:pt x="344845" y="117790"/>
                  <a:pt x="347171" y="115447"/>
                  <a:pt x="350047" y="115437"/>
                </a:cubicBezTo>
                <a:lnTo>
                  <a:pt x="381413" y="115437"/>
                </a:lnTo>
                <a:cubicBezTo>
                  <a:pt x="384293" y="115444"/>
                  <a:pt x="386622" y="117787"/>
                  <a:pt x="386626" y="120678"/>
                </a:cubicBezTo>
                <a:cubicBezTo>
                  <a:pt x="386622" y="123583"/>
                  <a:pt x="388963" y="125941"/>
                  <a:pt x="391854" y="125950"/>
                </a:cubicBezTo>
                <a:lnTo>
                  <a:pt x="459783" y="125950"/>
                </a:lnTo>
                <a:cubicBezTo>
                  <a:pt x="459798" y="125950"/>
                  <a:pt x="459810" y="125950"/>
                  <a:pt x="459825" y="125950"/>
                </a:cubicBezTo>
                <a:cubicBezTo>
                  <a:pt x="465592" y="125936"/>
                  <a:pt x="470254" y="121229"/>
                  <a:pt x="470239" y="115437"/>
                </a:cubicBezTo>
                <a:lnTo>
                  <a:pt x="470239" y="104954"/>
                </a:lnTo>
                <a:cubicBezTo>
                  <a:pt x="470239" y="104951"/>
                  <a:pt x="470239" y="104949"/>
                  <a:pt x="470239" y="104947"/>
                </a:cubicBezTo>
                <a:cubicBezTo>
                  <a:pt x="470239" y="99145"/>
                  <a:pt x="465558" y="94441"/>
                  <a:pt x="459783" y="94440"/>
                </a:cubicBezTo>
                <a:lnTo>
                  <a:pt x="376185" y="94440"/>
                </a:lnTo>
                <a:cubicBezTo>
                  <a:pt x="376182" y="94440"/>
                  <a:pt x="376179" y="94440"/>
                  <a:pt x="376176" y="94440"/>
                </a:cubicBezTo>
                <a:cubicBezTo>
                  <a:pt x="358877" y="94447"/>
                  <a:pt x="344849" y="80366"/>
                  <a:pt x="344842" y="62991"/>
                </a:cubicBezTo>
                <a:lnTo>
                  <a:pt x="344842" y="31510"/>
                </a:lnTo>
                <a:cubicBezTo>
                  <a:pt x="344842" y="31508"/>
                  <a:pt x="344842" y="31507"/>
                  <a:pt x="344842" y="31505"/>
                </a:cubicBezTo>
                <a:cubicBezTo>
                  <a:pt x="344836" y="14112"/>
                  <a:pt x="358869" y="7"/>
                  <a:pt x="376185" y="1"/>
                </a:cubicBezTo>
                <a:close/>
                <a:moveTo>
                  <a:pt x="172420" y="1"/>
                </a:moveTo>
                <a:cubicBezTo>
                  <a:pt x="172421" y="1"/>
                  <a:pt x="172422" y="1"/>
                  <a:pt x="172424" y="1"/>
                </a:cubicBezTo>
                <a:lnTo>
                  <a:pt x="329162" y="1"/>
                </a:lnTo>
                <a:cubicBezTo>
                  <a:pt x="332052" y="11"/>
                  <a:pt x="334391" y="2368"/>
                  <a:pt x="334390" y="5271"/>
                </a:cubicBezTo>
                <a:lnTo>
                  <a:pt x="334390" y="26268"/>
                </a:lnTo>
                <a:cubicBezTo>
                  <a:pt x="334379" y="29162"/>
                  <a:pt x="332043" y="31504"/>
                  <a:pt x="329162" y="31510"/>
                </a:cubicBezTo>
                <a:lnTo>
                  <a:pt x="214223" y="31510"/>
                </a:lnTo>
                <a:cubicBezTo>
                  <a:pt x="211347" y="31499"/>
                  <a:pt x="209006" y="33832"/>
                  <a:pt x="208995" y="36722"/>
                </a:cubicBezTo>
                <a:cubicBezTo>
                  <a:pt x="208995" y="36732"/>
                  <a:pt x="208995" y="36741"/>
                  <a:pt x="208995" y="36751"/>
                </a:cubicBezTo>
                <a:lnTo>
                  <a:pt x="208995" y="57748"/>
                </a:lnTo>
                <a:cubicBezTo>
                  <a:pt x="208999" y="60645"/>
                  <a:pt x="211339" y="62991"/>
                  <a:pt x="214223" y="62991"/>
                </a:cubicBezTo>
                <a:lnTo>
                  <a:pt x="318706" y="62991"/>
                </a:lnTo>
                <a:cubicBezTo>
                  <a:pt x="321590" y="62987"/>
                  <a:pt x="323931" y="65332"/>
                  <a:pt x="323935" y="68228"/>
                </a:cubicBezTo>
                <a:cubicBezTo>
                  <a:pt x="323935" y="68230"/>
                  <a:pt x="323935" y="68231"/>
                  <a:pt x="323935" y="68232"/>
                </a:cubicBezTo>
                <a:lnTo>
                  <a:pt x="323935" y="89229"/>
                </a:lnTo>
                <a:cubicBezTo>
                  <a:pt x="323920" y="92117"/>
                  <a:pt x="321581" y="94448"/>
                  <a:pt x="318706" y="94440"/>
                </a:cubicBezTo>
                <a:lnTo>
                  <a:pt x="214223" y="94440"/>
                </a:lnTo>
                <a:cubicBezTo>
                  <a:pt x="211333" y="94443"/>
                  <a:pt x="208992" y="96799"/>
                  <a:pt x="208995" y="99703"/>
                </a:cubicBezTo>
                <a:cubicBezTo>
                  <a:pt x="208995" y="99706"/>
                  <a:pt x="208995" y="99709"/>
                  <a:pt x="208995" y="99712"/>
                </a:cubicBezTo>
                <a:lnTo>
                  <a:pt x="208995" y="120678"/>
                </a:lnTo>
                <a:cubicBezTo>
                  <a:pt x="208987" y="123582"/>
                  <a:pt x="211323" y="125942"/>
                  <a:pt x="214214" y="125950"/>
                </a:cubicBezTo>
                <a:cubicBezTo>
                  <a:pt x="214217" y="125950"/>
                  <a:pt x="214220" y="125950"/>
                  <a:pt x="214223" y="125950"/>
                </a:cubicBezTo>
                <a:lnTo>
                  <a:pt x="329162" y="125950"/>
                </a:lnTo>
                <a:cubicBezTo>
                  <a:pt x="332046" y="125946"/>
                  <a:pt x="334387" y="128291"/>
                  <a:pt x="334390" y="131188"/>
                </a:cubicBezTo>
                <a:cubicBezTo>
                  <a:pt x="334390" y="131189"/>
                  <a:pt x="334390" y="131191"/>
                  <a:pt x="334390" y="131192"/>
                </a:cubicBezTo>
                <a:lnTo>
                  <a:pt x="334390" y="152157"/>
                </a:lnTo>
                <a:cubicBezTo>
                  <a:pt x="334391" y="155061"/>
                  <a:pt x="332053" y="157418"/>
                  <a:pt x="329162" y="157428"/>
                </a:cubicBezTo>
                <a:lnTo>
                  <a:pt x="172424" y="157428"/>
                </a:lnTo>
                <a:cubicBezTo>
                  <a:pt x="169532" y="157424"/>
                  <a:pt x="167191" y="155066"/>
                  <a:pt x="167195" y="152162"/>
                </a:cubicBezTo>
                <a:cubicBezTo>
                  <a:pt x="167195" y="152160"/>
                  <a:pt x="167195" y="152159"/>
                  <a:pt x="167195" y="152157"/>
                </a:cubicBezTo>
                <a:lnTo>
                  <a:pt x="167195" y="5271"/>
                </a:lnTo>
                <a:cubicBezTo>
                  <a:pt x="167189" y="2367"/>
                  <a:pt x="169528" y="7"/>
                  <a:pt x="172420" y="1"/>
                </a:cubicBezTo>
                <a:close/>
                <a:moveTo>
                  <a:pt x="5229" y="1"/>
                </a:moveTo>
                <a:lnTo>
                  <a:pt x="151513" y="1"/>
                </a:lnTo>
                <a:cubicBezTo>
                  <a:pt x="154404" y="5"/>
                  <a:pt x="156745" y="2363"/>
                  <a:pt x="156742" y="5268"/>
                </a:cubicBezTo>
                <a:cubicBezTo>
                  <a:pt x="156742" y="5269"/>
                  <a:pt x="156742" y="5270"/>
                  <a:pt x="156742" y="5271"/>
                </a:cubicBezTo>
                <a:lnTo>
                  <a:pt x="156742" y="26268"/>
                </a:lnTo>
                <a:cubicBezTo>
                  <a:pt x="156736" y="29164"/>
                  <a:pt x="154397" y="31509"/>
                  <a:pt x="151513" y="31510"/>
                </a:cubicBezTo>
                <a:lnTo>
                  <a:pt x="47030" y="31510"/>
                </a:lnTo>
                <a:cubicBezTo>
                  <a:pt x="44146" y="31509"/>
                  <a:pt x="41806" y="33854"/>
                  <a:pt x="41801" y="36751"/>
                </a:cubicBezTo>
                <a:lnTo>
                  <a:pt x="41801" y="57748"/>
                </a:lnTo>
                <a:cubicBezTo>
                  <a:pt x="41815" y="60641"/>
                  <a:pt x="44149" y="62981"/>
                  <a:pt x="47030" y="62991"/>
                </a:cubicBezTo>
                <a:lnTo>
                  <a:pt x="141083" y="62991"/>
                </a:lnTo>
                <a:cubicBezTo>
                  <a:pt x="143967" y="62989"/>
                  <a:pt x="146307" y="65335"/>
                  <a:pt x="146312" y="68232"/>
                </a:cubicBezTo>
                <a:lnTo>
                  <a:pt x="146284" y="89229"/>
                </a:lnTo>
                <a:cubicBezTo>
                  <a:pt x="146279" y="92111"/>
                  <a:pt x="143951" y="94443"/>
                  <a:pt x="141082" y="94440"/>
                </a:cubicBezTo>
                <a:lnTo>
                  <a:pt x="47028" y="94440"/>
                </a:lnTo>
                <a:cubicBezTo>
                  <a:pt x="44139" y="94454"/>
                  <a:pt x="41802" y="96810"/>
                  <a:pt x="41801" y="99712"/>
                </a:cubicBezTo>
                <a:lnTo>
                  <a:pt x="41801" y="152157"/>
                </a:lnTo>
                <a:cubicBezTo>
                  <a:pt x="41808" y="155061"/>
                  <a:pt x="39470" y="157421"/>
                  <a:pt x="36579" y="157428"/>
                </a:cubicBezTo>
                <a:cubicBezTo>
                  <a:pt x="36577" y="157428"/>
                  <a:pt x="36574" y="157428"/>
                  <a:pt x="36572" y="157428"/>
                </a:cubicBezTo>
                <a:lnTo>
                  <a:pt x="5229" y="157430"/>
                </a:lnTo>
                <a:cubicBezTo>
                  <a:pt x="2338" y="157417"/>
                  <a:pt x="1" y="155060"/>
                  <a:pt x="0" y="152157"/>
                </a:cubicBezTo>
                <a:lnTo>
                  <a:pt x="0" y="5271"/>
                </a:lnTo>
                <a:cubicBezTo>
                  <a:pt x="2" y="2369"/>
                  <a:pt x="2339" y="14"/>
                  <a:pt x="5229" y="1"/>
                </a:cubicBezTo>
                <a:close/>
              </a:path>
            </a:pathLst>
          </a:custGeom>
          <a:solidFill xmlns:a="http://schemas.openxmlformats.org/drawingml/2006/main">
            <a:srgbClr val="0091DC"/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4" name="Gerader Verbinder 3">
            <a:extLst xmlns:a="http://schemas.openxmlformats.org/drawingml/2006/main">
              <a:ext uri="{FF2B5EF4-FFF2-40B4-BE49-F238E27FC236}">
                <a16:creationId xmlns:a16="http://schemas.microsoft.com/office/drawing/2014/main" id="{C1646587-AB2E-4071-AC31-D777A2578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2" name="Titel 11">
            <a:extLst xmlns:a="http://schemas.openxmlformats.org/drawingml/2006/main">
              <a:ext uri="{FF2B5EF4-FFF2-40B4-BE49-F238E27FC236}">
                <a16:creationId xmlns:a16="http://schemas.microsoft.com/office/drawing/2014/main" id="{60BB81BC-F744-EE7C-E9AD-337C4589BAA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5576902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15" name="Datumsplatzhalter 14">
            <a:extLst xmlns:a="http://schemas.openxmlformats.org/drawingml/2006/main">
              <a:ext uri="{FF2B5EF4-FFF2-40B4-BE49-F238E27FC236}">
                <a16:creationId xmlns:a16="http://schemas.microsoft.com/office/drawing/2014/main" id="{14EFE946-4F96-1B7D-CF71-F733430B13EA}"/>
              </a:ext>
            </a:extLst>
          </p:cNvPr>
          <p:cNvSpPr>
            <a:spLocks xmlns:a="http://schemas.openxmlformats.org/drawingml/2006/main" noGrp="1"/>
          </p:cNvSpPr>
          <p:nvPr>
            <p:ph type="dt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6" name="Fußzeilenplatzhalter 15">
            <a:extLst xmlns:a="http://schemas.openxmlformats.org/drawingml/2006/main">
              <a:ext uri="{FF2B5EF4-FFF2-40B4-BE49-F238E27FC236}">
                <a16:creationId xmlns:a16="http://schemas.microsoft.com/office/drawing/2014/main" id="{79F3C132-8AEE-9E8C-D683-149A2CB6F5D2}"/>
              </a:ext>
            </a:extLst>
          </p:cNvPr>
          <p:cNvSpPr>
            <a:spLocks xmlns:a="http://schemas.openxmlformats.org/drawingml/2006/main" noGrp="1"/>
          </p:cNvSpPr>
          <p:nvPr>
            <p:ph type="ftr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2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FCD6A6ED-35E6-09D7-E56F-AFA4A4176D20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50.xml><?xml version="1.0" encoding="utf-8"?>
<p:sldLayout xmlns:p="http://schemas.openxmlformats.org/presentationml/2006/main" preserve="1">
  <p:cSld name="Text + 2x Picture small - without ribb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6" y="2475287"/>
            <a:ext cx="4549552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7123326" y="1"/>
            <a:ext cx="5068675" cy="651178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0" bIns="144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Untertitel 2">
            <a:extLst xmlns:a="http://schemas.openxmlformats.org/drawingml/2006/main">
              <a:ext uri="{FF2B5EF4-FFF2-40B4-BE49-F238E27FC236}">
                <a16:creationId xmlns:a16="http://schemas.microsoft.com/office/drawing/2014/main" id="{A88B184D-9888-81B0-B54E-441D84D8679B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649620" y="893160"/>
            <a:ext cx="895233" cy="162409"/>
          </a:xfrm>
          <a:custGeom xmlns:a="http://schemas.openxmlformats.org/drawingml/2006/main">
            <a:gdLst>
              <a:gd name="connsiteX0" fmla="*/ 752298 w 867271"/>
              <a:gd name="connsiteY0" fmla="*/ 31510 h 157430"/>
              <a:gd name="connsiteX1" fmla="*/ 741899 w 867271"/>
              <a:gd name="connsiteY1" fmla="*/ 41995 h 157430"/>
              <a:gd name="connsiteX2" fmla="*/ 741899 w 867271"/>
              <a:gd name="connsiteY2" fmla="*/ 115437 h 157430"/>
              <a:gd name="connsiteX3" fmla="*/ 741899 w 867271"/>
              <a:gd name="connsiteY3" fmla="*/ 115481 h 157430"/>
              <a:gd name="connsiteX4" fmla="*/ 752359 w 867271"/>
              <a:gd name="connsiteY4" fmla="*/ 125950 h 157430"/>
              <a:gd name="connsiteX5" fmla="*/ 815045 w 867271"/>
              <a:gd name="connsiteY5" fmla="*/ 125950 h 157430"/>
              <a:gd name="connsiteX6" fmla="*/ 815087 w 867271"/>
              <a:gd name="connsiteY6" fmla="*/ 125950 h 157430"/>
              <a:gd name="connsiteX7" fmla="*/ 825501 w 867271"/>
              <a:gd name="connsiteY7" fmla="*/ 115437 h 157430"/>
              <a:gd name="connsiteX8" fmla="*/ 825497 w 867271"/>
              <a:gd name="connsiteY8" fmla="*/ 41997 h 157430"/>
              <a:gd name="connsiteX9" fmla="*/ 825497 w 867271"/>
              <a:gd name="connsiteY9" fmla="*/ 41934 h 157430"/>
              <a:gd name="connsiteX10" fmla="*/ 815041 w 867271"/>
              <a:gd name="connsiteY10" fmla="*/ 31510 h 157430"/>
              <a:gd name="connsiteX11" fmla="*/ 752355 w 867271"/>
              <a:gd name="connsiteY11" fmla="*/ 31510 h 157430"/>
              <a:gd name="connsiteX12" fmla="*/ 752298 w 867271"/>
              <a:gd name="connsiteY12" fmla="*/ 31510 h 157430"/>
              <a:gd name="connsiteX13" fmla="*/ 731443 w 867271"/>
              <a:gd name="connsiteY13" fmla="*/ 1 h 157430"/>
              <a:gd name="connsiteX14" fmla="*/ 835957 w 867271"/>
              <a:gd name="connsiteY14" fmla="*/ 1 h 157430"/>
              <a:gd name="connsiteX15" fmla="*/ 835991 w 867271"/>
              <a:gd name="connsiteY15" fmla="*/ 1 h 157430"/>
              <a:gd name="connsiteX16" fmla="*/ 867271 w 867271"/>
              <a:gd name="connsiteY16" fmla="*/ 31510 h 157430"/>
              <a:gd name="connsiteX17" fmla="*/ 867271 w 867271"/>
              <a:gd name="connsiteY17" fmla="*/ 125950 h 157430"/>
              <a:gd name="connsiteX18" fmla="*/ 867271 w 867271"/>
              <a:gd name="connsiteY18" fmla="*/ 126003 h 157430"/>
              <a:gd name="connsiteX19" fmla="*/ 835957 w 867271"/>
              <a:gd name="connsiteY19" fmla="*/ 157430 h 157430"/>
              <a:gd name="connsiteX20" fmla="*/ 731443 w 867271"/>
              <a:gd name="connsiteY20" fmla="*/ 157430 h 157430"/>
              <a:gd name="connsiteX21" fmla="*/ 700129 w 867271"/>
              <a:gd name="connsiteY21" fmla="*/ 125950 h 157430"/>
              <a:gd name="connsiteX22" fmla="*/ 700129 w 867271"/>
              <a:gd name="connsiteY22" fmla="*/ 31510 h 157430"/>
              <a:gd name="connsiteX23" fmla="*/ 731443 w 867271"/>
              <a:gd name="connsiteY23" fmla="*/ 1 h 157430"/>
              <a:gd name="connsiteX24" fmla="*/ 527701 w 867271"/>
              <a:gd name="connsiteY24" fmla="*/ 1 h 157430"/>
              <a:gd name="connsiteX25" fmla="*/ 527728 w 867271"/>
              <a:gd name="connsiteY25" fmla="*/ 1 h 157430"/>
              <a:gd name="connsiteX26" fmla="*/ 684414 w 867271"/>
              <a:gd name="connsiteY26" fmla="*/ 1 h 157430"/>
              <a:gd name="connsiteX27" fmla="*/ 689673 w 867271"/>
              <a:gd name="connsiteY27" fmla="*/ 5244 h 157430"/>
              <a:gd name="connsiteX28" fmla="*/ 689673 w 867271"/>
              <a:gd name="connsiteY28" fmla="*/ 5271 h 157430"/>
              <a:gd name="connsiteX29" fmla="*/ 689673 w 867271"/>
              <a:gd name="connsiteY29" fmla="*/ 26268 h 157430"/>
              <a:gd name="connsiteX30" fmla="*/ 684426 w 867271"/>
              <a:gd name="connsiteY30" fmla="*/ 31510 h 157430"/>
              <a:gd name="connsiteX31" fmla="*/ 684414 w 867271"/>
              <a:gd name="connsiteY31" fmla="*/ 31510 h 157430"/>
              <a:gd name="connsiteX32" fmla="*/ 632188 w 867271"/>
              <a:gd name="connsiteY32" fmla="*/ 31510 h 157430"/>
              <a:gd name="connsiteX33" fmla="*/ 626987 w 867271"/>
              <a:gd name="connsiteY33" fmla="*/ 36737 h 157430"/>
              <a:gd name="connsiteX34" fmla="*/ 626987 w 867271"/>
              <a:gd name="connsiteY34" fmla="*/ 36751 h 157430"/>
              <a:gd name="connsiteX35" fmla="*/ 626987 w 867271"/>
              <a:gd name="connsiteY35" fmla="*/ 152157 h 157430"/>
              <a:gd name="connsiteX36" fmla="*/ 621759 w 867271"/>
              <a:gd name="connsiteY36" fmla="*/ 157428 h 157430"/>
              <a:gd name="connsiteX37" fmla="*/ 621728 w 867271"/>
              <a:gd name="connsiteY37" fmla="*/ 157428 h 157430"/>
              <a:gd name="connsiteX38" fmla="*/ 590418 w 867271"/>
              <a:gd name="connsiteY38" fmla="*/ 157428 h 157430"/>
              <a:gd name="connsiteX39" fmla="*/ 585159 w 867271"/>
              <a:gd name="connsiteY39" fmla="*/ 152185 h 157430"/>
              <a:gd name="connsiteX40" fmla="*/ 585159 w 867271"/>
              <a:gd name="connsiteY40" fmla="*/ 152157 h 157430"/>
              <a:gd name="connsiteX41" fmla="*/ 585159 w 867271"/>
              <a:gd name="connsiteY41" fmla="*/ 36751 h 157430"/>
              <a:gd name="connsiteX42" fmla="*/ 579973 w 867271"/>
              <a:gd name="connsiteY42" fmla="*/ 31510 h 157430"/>
              <a:gd name="connsiteX43" fmla="*/ 579962 w 867271"/>
              <a:gd name="connsiteY43" fmla="*/ 31510 h 157430"/>
              <a:gd name="connsiteX44" fmla="*/ 527728 w 867271"/>
              <a:gd name="connsiteY44" fmla="*/ 31510 h 157430"/>
              <a:gd name="connsiteX45" fmla="*/ 522469 w 867271"/>
              <a:gd name="connsiteY45" fmla="*/ 26284 h 157430"/>
              <a:gd name="connsiteX46" fmla="*/ 522469 w 867271"/>
              <a:gd name="connsiteY46" fmla="*/ 26268 h 157430"/>
              <a:gd name="connsiteX47" fmla="*/ 522469 w 867271"/>
              <a:gd name="connsiteY47" fmla="*/ 5271 h 157430"/>
              <a:gd name="connsiteX48" fmla="*/ 527701 w 867271"/>
              <a:gd name="connsiteY48" fmla="*/ 1 h 157430"/>
              <a:gd name="connsiteX49" fmla="*/ 376185 w 867271"/>
              <a:gd name="connsiteY49" fmla="*/ 1 h 157430"/>
              <a:gd name="connsiteX50" fmla="*/ 480695 w 867271"/>
              <a:gd name="connsiteY50" fmla="*/ 1 h 157430"/>
              <a:gd name="connsiteX51" fmla="*/ 512009 w 867271"/>
              <a:gd name="connsiteY51" fmla="*/ 31510 h 157430"/>
              <a:gd name="connsiteX52" fmla="*/ 512009 w 867271"/>
              <a:gd name="connsiteY52" fmla="*/ 36751 h 157430"/>
              <a:gd name="connsiteX53" fmla="*/ 506812 w 867271"/>
              <a:gd name="connsiteY53" fmla="*/ 41995 h 157430"/>
              <a:gd name="connsiteX54" fmla="*/ 475436 w 867271"/>
              <a:gd name="connsiteY54" fmla="*/ 41995 h 157430"/>
              <a:gd name="connsiteX55" fmla="*/ 470239 w 867271"/>
              <a:gd name="connsiteY55" fmla="*/ 36751 h 157430"/>
              <a:gd name="connsiteX56" fmla="*/ 470239 w 867271"/>
              <a:gd name="connsiteY56" fmla="*/ 36704 h 157430"/>
              <a:gd name="connsiteX57" fmla="*/ 464980 w 867271"/>
              <a:gd name="connsiteY57" fmla="*/ 31510 h 157430"/>
              <a:gd name="connsiteX58" fmla="*/ 397082 w 867271"/>
              <a:gd name="connsiteY58" fmla="*/ 31510 h 157430"/>
              <a:gd name="connsiteX59" fmla="*/ 397059 w 867271"/>
              <a:gd name="connsiteY59" fmla="*/ 31510 h 157430"/>
              <a:gd name="connsiteX60" fmla="*/ 386626 w 867271"/>
              <a:gd name="connsiteY60" fmla="*/ 41995 h 157430"/>
              <a:gd name="connsiteX61" fmla="*/ 386626 w 867271"/>
              <a:gd name="connsiteY61" fmla="*/ 52478 h 157430"/>
              <a:gd name="connsiteX62" fmla="*/ 397082 w 867271"/>
              <a:gd name="connsiteY62" fmla="*/ 62991 h 157430"/>
              <a:gd name="connsiteX63" fmla="*/ 480695 w 867271"/>
              <a:gd name="connsiteY63" fmla="*/ 62991 h 157430"/>
              <a:gd name="connsiteX64" fmla="*/ 512009 w 867271"/>
              <a:gd name="connsiteY64" fmla="*/ 94440 h 157430"/>
              <a:gd name="connsiteX65" fmla="*/ 512009 w 867271"/>
              <a:gd name="connsiteY65" fmla="*/ 125950 h 157430"/>
              <a:gd name="connsiteX66" fmla="*/ 480695 w 867271"/>
              <a:gd name="connsiteY66" fmla="*/ 157430 h 157430"/>
              <a:gd name="connsiteX67" fmla="*/ 376185 w 867271"/>
              <a:gd name="connsiteY67" fmla="*/ 157430 h 157430"/>
              <a:gd name="connsiteX68" fmla="*/ 376160 w 867271"/>
              <a:gd name="connsiteY68" fmla="*/ 157430 h 157430"/>
              <a:gd name="connsiteX69" fmla="*/ 344842 w 867271"/>
              <a:gd name="connsiteY69" fmla="*/ 125950 h 157430"/>
              <a:gd name="connsiteX70" fmla="*/ 344842 w 867271"/>
              <a:gd name="connsiteY70" fmla="*/ 120678 h 157430"/>
              <a:gd name="connsiteX71" fmla="*/ 350047 w 867271"/>
              <a:gd name="connsiteY71" fmla="*/ 115437 h 157430"/>
              <a:gd name="connsiteX72" fmla="*/ 381413 w 867271"/>
              <a:gd name="connsiteY72" fmla="*/ 115437 h 157430"/>
              <a:gd name="connsiteX73" fmla="*/ 386626 w 867271"/>
              <a:gd name="connsiteY73" fmla="*/ 120678 h 157430"/>
              <a:gd name="connsiteX74" fmla="*/ 391854 w 867271"/>
              <a:gd name="connsiteY74" fmla="*/ 125950 h 157430"/>
              <a:gd name="connsiteX75" fmla="*/ 459783 w 867271"/>
              <a:gd name="connsiteY75" fmla="*/ 125950 h 157430"/>
              <a:gd name="connsiteX76" fmla="*/ 459825 w 867271"/>
              <a:gd name="connsiteY76" fmla="*/ 125950 h 157430"/>
              <a:gd name="connsiteX77" fmla="*/ 470239 w 867271"/>
              <a:gd name="connsiteY77" fmla="*/ 115437 h 157430"/>
              <a:gd name="connsiteX78" fmla="*/ 470239 w 867271"/>
              <a:gd name="connsiteY78" fmla="*/ 104954 h 157430"/>
              <a:gd name="connsiteX79" fmla="*/ 470239 w 867271"/>
              <a:gd name="connsiteY79" fmla="*/ 104947 h 157430"/>
              <a:gd name="connsiteX80" fmla="*/ 459783 w 867271"/>
              <a:gd name="connsiteY80" fmla="*/ 94440 h 157430"/>
              <a:gd name="connsiteX81" fmla="*/ 376185 w 867271"/>
              <a:gd name="connsiteY81" fmla="*/ 94440 h 157430"/>
              <a:gd name="connsiteX82" fmla="*/ 376176 w 867271"/>
              <a:gd name="connsiteY82" fmla="*/ 94440 h 157430"/>
              <a:gd name="connsiteX83" fmla="*/ 344842 w 867271"/>
              <a:gd name="connsiteY83" fmla="*/ 62991 h 157430"/>
              <a:gd name="connsiteX84" fmla="*/ 344842 w 867271"/>
              <a:gd name="connsiteY84" fmla="*/ 31510 h 157430"/>
              <a:gd name="connsiteX85" fmla="*/ 344842 w 867271"/>
              <a:gd name="connsiteY85" fmla="*/ 31505 h 157430"/>
              <a:gd name="connsiteX86" fmla="*/ 376185 w 867271"/>
              <a:gd name="connsiteY86" fmla="*/ 1 h 157430"/>
              <a:gd name="connsiteX87" fmla="*/ 172420 w 867271"/>
              <a:gd name="connsiteY87" fmla="*/ 1 h 157430"/>
              <a:gd name="connsiteX88" fmla="*/ 172424 w 867271"/>
              <a:gd name="connsiteY88" fmla="*/ 1 h 157430"/>
              <a:gd name="connsiteX89" fmla="*/ 329162 w 867271"/>
              <a:gd name="connsiteY89" fmla="*/ 1 h 157430"/>
              <a:gd name="connsiteX90" fmla="*/ 334390 w 867271"/>
              <a:gd name="connsiteY90" fmla="*/ 5271 h 157430"/>
              <a:gd name="connsiteX91" fmla="*/ 334390 w 867271"/>
              <a:gd name="connsiteY91" fmla="*/ 26268 h 157430"/>
              <a:gd name="connsiteX92" fmla="*/ 329162 w 867271"/>
              <a:gd name="connsiteY92" fmla="*/ 31510 h 157430"/>
              <a:gd name="connsiteX93" fmla="*/ 214223 w 867271"/>
              <a:gd name="connsiteY93" fmla="*/ 31510 h 157430"/>
              <a:gd name="connsiteX94" fmla="*/ 208995 w 867271"/>
              <a:gd name="connsiteY94" fmla="*/ 36722 h 157430"/>
              <a:gd name="connsiteX95" fmla="*/ 208995 w 867271"/>
              <a:gd name="connsiteY95" fmla="*/ 36751 h 157430"/>
              <a:gd name="connsiteX96" fmla="*/ 208995 w 867271"/>
              <a:gd name="connsiteY96" fmla="*/ 57748 h 157430"/>
              <a:gd name="connsiteX97" fmla="*/ 214223 w 867271"/>
              <a:gd name="connsiteY97" fmla="*/ 62991 h 157430"/>
              <a:gd name="connsiteX98" fmla="*/ 318706 w 867271"/>
              <a:gd name="connsiteY98" fmla="*/ 62991 h 157430"/>
              <a:gd name="connsiteX99" fmla="*/ 323935 w 867271"/>
              <a:gd name="connsiteY99" fmla="*/ 68228 h 157430"/>
              <a:gd name="connsiteX100" fmla="*/ 323935 w 867271"/>
              <a:gd name="connsiteY100" fmla="*/ 68232 h 157430"/>
              <a:gd name="connsiteX101" fmla="*/ 323935 w 867271"/>
              <a:gd name="connsiteY101" fmla="*/ 89229 h 157430"/>
              <a:gd name="connsiteX102" fmla="*/ 318706 w 867271"/>
              <a:gd name="connsiteY102" fmla="*/ 94440 h 157430"/>
              <a:gd name="connsiteX103" fmla="*/ 214223 w 867271"/>
              <a:gd name="connsiteY103" fmla="*/ 94440 h 157430"/>
              <a:gd name="connsiteX104" fmla="*/ 208995 w 867271"/>
              <a:gd name="connsiteY104" fmla="*/ 99703 h 157430"/>
              <a:gd name="connsiteX105" fmla="*/ 208995 w 867271"/>
              <a:gd name="connsiteY105" fmla="*/ 99712 h 157430"/>
              <a:gd name="connsiteX106" fmla="*/ 208995 w 867271"/>
              <a:gd name="connsiteY106" fmla="*/ 120678 h 157430"/>
              <a:gd name="connsiteX107" fmla="*/ 214214 w 867271"/>
              <a:gd name="connsiteY107" fmla="*/ 125950 h 157430"/>
              <a:gd name="connsiteX108" fmla="*/ 214223 w 867271"/>
              <a:gd name="connsiteY108" fmla="*/ 125950 h 157430"/>
              <a:gd name="connsiteX109" fmla="*/ 329162 w 867271"/>
              <a:gd name="connsiteY109" fmla="*/ 125950 h 157430"/>
              <a:gd name="connsiteX110" fmla="*/ 334390 w 867271"/>
              <a:gd name="connsiteY110" fmla="*/ 131188 h 157430"/>
              <a:gd name="connsiteX111" fmla="*/ 334390 w 867271"/>
              <a:gd name="connsiteY111" fmla="*/ 131192 h 157430"/>
              <a:gd name="connsiteX112" fmla="*/ 334390 w 867271"/>
              <a:gd name="connsiteY112" fmla="*/ 152157 h 157430"/>
              <a:gd name="connsiteX113" fmla="*/ 329162 w 867271"/>
              <a:gd name="connsiteY113" fmla="*/ 157428 h 157430"/>
              <a:gd name="connsiteX114" fmla="*/ 172424 w 867271"/>
              <a:gd name="connsiteY114" fmla="*/ 157428 h 157430"/>
              <a:gd name="connsiteX115" fmla="*/ 167195 w 867271"/>
              <a:gd name="connsiteY115" fmla="*/ 152162 h 157430"/>
              <a:gd name="connsiteX116" fmla="*/ 167195 w 867271"/>
              <a:gd name="connsiteY116" fmla="*/ 152157 h 157430"/>
              <a:gd name="connsiteX117" fmla="*/ 167195 w 867271"/>
              <a:gd name="connsiteY117" fmla="*/ 5271 h 157430"/>
              <a:gd name="connsiteX118" fmla="*/ 172420 w 867271"/>
              <a:gd name="connsiteY118" fmla="*/ 1 h 157430"/>
              <a:gd name="connsiteX119" fmla="*/ 5229 w 867271"/>
              <a:gd name="connsiteY119" fmla="*/ 1 h 157430"/>
              <a:gd name="connsiteX120" fmla="*/ 151513 w 867271"/>
              <a:gd name="connsiteY120" fmla="*/ 1 h 157430"/>
              <a:gd name="connsiteX121" fmla="*/ 156742 w 867271"/>
              <a:gd name="connsiteY121" fmla="*/ 5268 h 157430"/>
              <a:gd name="connsiteX122" fmla="*/ 156742 w 867271"/>
              <a:gd name="connsiteY122" fmla="*/ 5271 h 157430"/>
              <a:gd name="connsiteX123" fmla="*/ 156742 w 867271"/>
              <a:gd name="connsiteY123" fmla="*/ 26268 h 157430"/>
              <a:gd name="connsiteX124" fmla="*/ 151513 w 867271"/>
              <a:gd name="connsiteY124" fmla="*/ 31510 h 157430"/>
              <a:gd name="connsiteX125" fmla="*/ 47030 w 867271"/>
              <a:gd name="connsiteY125" fmla="*/ 31510 h 157430"/>
              <a:gd name="connsiteX126" fmla="*/ 41801 w 867271"/>
              <a:gd name="connsiteY126" fmla="*/ 36751 h 157430"/>
              <a:gd name="connsiteX127" fmla="*/ 41801 w 867271"/>
              <a:gd name="connsiteY127" fmla="*/ 57748 h 157430"/>
              <a:gd name="connsiteX128" fmla="*/ 47030 w 867271"/>
              <a:gd name="connsiteY128" fmla="*/ 62991 h 157430"/>
              <a:gd name="connsiteX129" fmla="*/ 141083 w 867271"/>
              <a:gd name="connsiteY129" fmla="*/ 62991 h 157430"/>
              <a:gd name="connsiteX130" fmla="*/ 146312 w 867271"/>
              <a:gd name="connsiteY130" fmla="*/ 68232 h 157430"/>
              <a:gd name="connsiteX131" fmla="*/ 146284 w 867271"/>
              <a:gd name="connsiteY131" fmla="*/ 89229 h 157430"/>
              <a:gd name="connsiteX132" fmla="*/ 141082 w 867271"/>
              <a:gd name="connsiteY132" fmla="*/ 94440 h 157430"/>
              <a:gd name="connsiteX133" fmla="*/ 47028 w 867271"/>
              <a:gd name="connsiteY133" fmla="*/ 94440 h 157430"/>
              <a:gd name="connsiteX134" fmla="*/ 41801 w 867271"/>
              <a:gd name="connsiteY134" fmla="*/ 99712 h 157430"/>
              <a:gd name="connsiteX135" fmla="*/ 41801 w 867271"/>
              <a:gd name="connsiteY135" fmla="*/ 152157 h 157430"/>
              <a:gd name="connsiteX136" fmla="*/ 36579 w 867271"/>
              <a:gd name="connsiteY136" fmla="*/ 157428 h 157430"/>
              <a:gd name="connsiteX137" fmla="*/ 36572 w 867271"/>
              <a:gd name="connsiteY137" fmla="*/ 157428 h 157430"/>
              <a:gd name="connsiteX138" fmla="*/ 5229 w 867271"/>
              <a:gd name="connsiteY138" fmla="*/ 157430 h 157430"/>
              <a:gd name="connsiteX139" fmla="*/ 0 w 867271"/>
              <a:gd name="connsiteY139" fmla="*/ 152157 h 157430"/>
              <a:gd name="connsiteX140" fmla="*/ 0 w 867271"/>
              <a:gd name="connsiteY140" fmla="*/ 5271 h 157430"/>
              <a:gd name="connsiteX141" fmla="*/ 5229 w 867271"/>
              <a:gd name="connsiteY141" fmla="*/ 1 h 157430"/>
            </a:gdLst>
            <a:rect l="l" t="t" r="r" b="b"/>
            <a:pathLst>
              <a:path w="867271" h="157430">
                <a:moveTo>
                  <a:pt x="752298" y="31510"/>
                </a:moveTo>
                <a:cubicBezTo>
                  <a:pt x="746542" y="31521"/>
                  <a:pt x="741888" y="36215"/>
                  <a:pt x="741899" y="41995"/>
                </a:cubicBezTo>
                <a:lnTo>
                  <a:pt x="741899" y="115437"/>
                </a:lnTo>
                <a:cubicBezTo>
                  <a:pt x="741899" y="115452"/>
                  <a:pt x="741899" y="115467"/>
                  <a:pt x="741899" y="115481"/>
                </a:cubicBezTo>
                <a:cubicBezTo>
                  <a:pt x="741910" y="121273"/>
                  <a:pt x="746592" y="125960"/>
                  <a:pt x="752359" y="125950"/>
                </a:cubicBezTo>
                <a:lnTo>
                  <a:pt x="815045" y="125950"/>
                </a:lnTo>
                <a:cubicBezTo>
                  <a:pt x="815056" y="125950"/>
                  <a:pt x="815072" y="125950"/>
                  <a:pt x="815087" y="125950"/>
                </a:cubicBezTo>
                <a:cubicBezTo>
                  <a:pt x="820854" y="125936"/>
                  <a:pt x="825516" y="121229"/>
                  <a:pt x="825501" y="115437"/>
                </a:cubicBezTo>
                <a:lnTo>
                  <a:pt x="825497" y="41997"/>
                </a:lnTo>
                <a:cubicBezTo>
                  <a:pt x="825497" y="41975"/>
                  <a:pt x="825497" y="41954"/>
                  <a:pt x="825497" y="41934"/>
                </a:cubicBezTo>
                <a:cubicBezTo>
                  <a:pt x="825478" y="36154"/>
                  <a:pt x="820793" y="31488"/>
                  <a:pt x="815041" y="31510"/>
                </a:cubicBezTo>
                <a:lnTo>
                  <a:pt x="752355" y="31510"/>
                </a:lnTo>
                <a:cubicBezTo>
                  <a:pt x="752336" y="31510"/>
                  <a:pt x="752317" y="31510"/>
                  <a:pt x="752298" y="31510"/>
                </a:cubicBezTo>
                <a:close/>
                <a:moveTo>
                  <a:pt x="731443" y="1"/>
                </a:moveTo>
                <a:lnTo>
                  <a:pt x="835957" y="1"/>
                </a:lnTo>
                <a:cubicBezTo>
                  <a:pt x="835968" y="1"/>
                  <a:pt x="835980" y="1"/>
                  <a:pt x="835991" y="1"/>
                </a:cubicBezTo>
                <a:cubicBezTo>
                  <a:pt x="853289" y="26"/>
                  <a:pt x="867294" y="14133"/>
                  <a:pt x="867271" y="31510"/>
                </a:cubicBezTo>
                <a:lnTo>
                  <a:pt x="867271" y="125950"/>
                </a:lnTo>
                <a:cubicBezTo>
                  <a:pt x="867271" y="125968"/>
                  <a:pt x="867271" y="125985"/>
                  <a:pt x="867271" y="126003"/>
                </a:cubicBezTo>
                <a:cubicBezTo>
                  <a:pt x="867263" y="143366"/>
                  <a:pt x="853243" y="157437"/>
                  <a:pt x="835957" y="157430"/>
                </a:cubicBezTo>
                <a:lnTo>
                  <a:pt x="731443" y="157430"/>
                </a:lnTo>
                <a:cubicBezTo>
                  <a:pt x="714145" y="157415"/>
                  <a:pt x="700129" y="143325"/>
                  <a:pt x="700129" y="125950"/>
                </a:cubicBezTo>
                <a:lnTo>
                  <a:pt x="700129" y="31510"/>
                </a:lnTo>
                <a:cubicBezTo>
                  <a:pt x="700129" y="14129"/>
                  <a:pt x="714138" y="29"/>
                  <a:pt x="731443" y="1"/>
                </a:cubicBezTo>
                <a:close/>
                <a:moveTo>
                  <a:pt x="527701" y="1"/>
                </a:moveTo>
                <a:cubicBezTo>
                  <a:pt x="527712" y="1"/>
                  <a:pt x="527720" y="1"/>
                  <a:pt x="527728" y="1"/>
                </a:cubicBezTo>
                <a:lnTo>
                  <a:pt x="684414" y="1"/>
                </a:lnTo>
                <a:cubicBezTo>
                  <a:pt x="687309" y="-10"/>
                  <a:pt x="689665" y="2338"/>
                  <a:pt x="689673" y="5244"/>
                </a:cubicBezTo>
                <a:cubicBezTo>
                  <a:pt x="689673" y="5253"/>
                  <a:pt x="689673" y="5262"/>
                  <a:pt x="689673" y="5271"/>
                </a:cubicBezTo>
                <a:lnTo>
                  <a:pt x="689673" y="26268"/>
                </a:lnTo>
                <a:cubicBezTo>
                  <a:pt x="689665" y="29171"/>
                  <a:pt x="687317" y="31518"/>
                  <a:pt x="684426" y="31510"/>
                </a:cubicBezTo>
                <a:cubicBezTo>
                  <a:pt x="684422" y="31510"/>
                  <a:pt x="684418" y="31510"/>
                  <a:pt x="684414" y="31510"/>
                </a:cubicBezTo>
                <a:lnTo>
                  <a:pt x="632188" y="31510"/>
                </a:lnTo>
                <a:cubicBezTo>
                  <a:pt x="629316" y="31511"/>
                  <a:pt x="626987" y="33851"/>
                  <a:pt x="626987" y="36737"/>
                </a:cubicBezTo>
                <a:cubicBezTo>
                  <a:pt x="626987" y="36741"/>
                  <a:pt x="626987" y="36746"/>
                  <a:pt x="626987" y="36751"/>
                </a:cubicBezTo>
                <a:lnTo>
                  <a:pt x="626987" y="152157"/>
                </a:lnTo>
                <a:cubicBezTo>
                  <a:pt x="626994" y="155063"/>
                  <a:pt x="624654" y="157423"/>
                  <a:pt x="621759" y="157428"/>
                </a:cubicBezTo>
                <a:cubicBezTo>
                  <a:pt x="621747" y="157428"/>
                  <a:pt x="621740" y="157428"/>
                  <a:pt x="621728" y="157428"/>
                </a:cubicBezTo>
                <a:lnTo>
                  <a:pt x="590418" y="157428"/>
                </a:lnTo>
                <a:cubicBezTo>
                  <a:pt x="587522" y="157439"/>
                  <a:pt x="585170" y="155091"/>
                  <a:pt x="585159" y="152185"/>
                </a:cubicBezTo>
                <a:cubicBezTo>
                  <a:pt x="585159" y="152175"/>
                  <a:pt x="585159" y="152166"/>
                  <a:pt x="585159" y="152157"/>
                </a:cubicBezTo>
                <a:lnTo>
                  <a:pt x="585159" y="36751"/>
                </a:lnTo>
                <a:cubicBezTo>
                  <a:pt x="585167" y="33866"/>
                  <a:pt x="582849" y="31519"/>
                  <a:pt x="579973" y="31510"/>
                </a:cubicBezTo>
                <a:cubicBezTo>
                  <a:pt x="579969" y="31510"/>
                  <a:pt x="579965" y="31510"/>
                  <a:pt x="579962" y="31510"/>
                </a:cubicBezTo>
                <a:lnTo>
                  <a:pt x="527728" y="31510"/>
                </a:lnTo>
                <a:cubicBezTo>
                  <a:pt x="524840" y="31525"/>
                  <a:pt x="522484" y="29186"/>
                  <a:pt x="522469" y="26284"/>
                </a:cubicBezTo>
                <a:cubicBezTo>
                  <a:pt x="522469" y="26279"/>
                  <a:pt x="522469" y="26273"/>
                  <a:pt x="522469" y="26268"/>
                </a:cubicBezTo>
                <a:lnTo>
                  <a:pt x="522469" y="5271"/>
                </a:lnTo>
                <a:cubicBezTo>
                  <a:pt x="522465" y="2365"/>
                  <a:pt x="524810" y="5"/>
                  <a:pt x="527701" y="1"/>
                </a:cubicBezTo>
                <a:close/>
                <a:moveTo>
                  <a:pt x="376185" y="1"/>
                </a:moveTo>
                <a:lnTo>
                  <a:pt x="480695" y="1"/>
                </a:lnTo>
                <a:cubicBezTo>
                  <a:pt x="498001" y="28"/>
                  <a:pt x="512013" y="14128"/>
                  <a:pt x="512009" y="31510"/>
                </a:cubicBezTo>
                <a:lnTo>
                  <a:pt x="512009" y="36751"/>
                </a:lnTo>
                <a:cubicBezTo>
                  <a:pt x="512009" y="39638"/>
                  <a:pt x="509688" y="41982"/>
                  <a:pt x="506812" y="41995"/>
                </a:cubicBezTo>
                <a:lnTo>
                  <a:pt x="475436" y="41995"/>
                </a:lnTo>
                <a:cubicBezTo>
                  <a:pt x="472564" y="41982"/>
                  <a:pt x="470239" y="39638"/>
                  <a:pt x="470239" y="36751"/>
                </a:cubicBezTo>
                <a:cubicBezTo>
                  <a:pt x="470239" y="36735"/>
                  <a:pt x="470239" y="36720"/>
                  <a:pt x="470239" y="36704"/>
                </a:cubicBezTo>
                <a:cubicBezTo>
                  <a:pt x="470216" y="33811"/>
                  <a:pt x="467860" y="31486"/>
                  <a:pt x="464980" y="31510"/>
                </a:cubicBezTo>
                <a:lnTo>
                  <a:pt x="397082" y="31510"/>
                </a:lnTo>
                <a:cubicBezTo>
                  <a:pt x="397074" y="31510"/>
                  <a:pt x="397066" y="31510"/>
                  <a:pt x="397059" y="31510"/>
                </a:cubicBezTo>
                <a:cubicBezTo>
                  <a:pt x="391295" y="31511"/>
                  <a:pt x="386626" y="36205"/>
                  <a:pt x="386626" y="41995"/>
                </a:cubicBezTo>
                <a:lnTo>
                  <a:pt x="386626" y="52478"/>
                </a:lnTo>
                <a:cubicBezTo>
                  <a:pt x="386622" y="58281"/>
                  <a:pt x="391303" y="62988"/>
                  <a:pt x="397082" y="62991"/>
                </a:cubicBezTo>
                <a:lnTo>
                  <a:pt x="480695" y="62991"/>
                </a:lnTo>
                <a:cubicBezTo>
                  <a:pt x="497989" y="62991"/>
                  <a:pt x="512009" y="77071"/>
                  <a:pt x="512009" y="94440"/>
                </a:cubicBezTo>
                <a:lnTo>
                  <a:pt x="512009" y="125950"/>
                </a:lnTo>
                <a:cubicBezTo>
                  <a:pt x="512009" y="143325"/>
                  <a:pt x="497997" y="157415"/>
                  <a:pt x="480695" y="157430"/>
                </a:cubicBezTo>
                <a:lnTo>
                  <a:pt x="376185" y="157430"/>
                </a:lnTo>
                <a:cubicBezTo>
                  <a:pt x="376176" y="157430"/>
                  <a:pt x="376168" y="157430"/>
                  <a:pt x="376160" y="157430"/>
                </a:cubicBezTo>
                <a:cubicBezTo>
                  <a:pt x="358857" y="157423"/>
                  <a:pt x="344836" y="143330"/>
                  <a:pt x="344842" y="125950"/>
                </a:cubicBezTo>
                <a:lnTo>
                  <a:pt x="344842" y="120678"/>
                </a:lnTo>
                <a:cubicBezTo>
                  <a:pt x="344845" y="117790"/>
                  <a:pt x="347171" y="115447"/>
                  <a:pt x="350047" y="115437"/>
                </a:cubicBezTo>
                <a:lnTo>
                  <a:pt x="381413" y="115437"/>
                </a:lnTo>
                <a:cubicBezTo>
                  <a:pt x="384293" y="115444"/>
                  <a:pt x="386622" y="117787"/>
                  <a:pt x="386626" y="120678"/>
                </a:cubicBezTo>
                <a:cubicBezTo>
                  <a:pt x="386622" y="123583"/>
                  <a:pt x="388963" y="125941"/>
                  <a:pt x="391854" y="125950"/>
                </a:cubicBezTo>
                <a:lnTo>
                  <a:pt x="459783" y="125950"/>
                </a:lnTo>
                <a:cubicBezTo>
                  <a:pt x="459798" y="125950"/>
                  <a:pt x="459810" y="125950"/>
                  <a:pt x="459825" y="125950"/>
                </a:cubicBezTo>
                <a:cubicBezTo>
                  <a:pt x="465592" y="125936"/>
                  <a:pt x="470254" y="121229"/>
                  <a:pt x="470239" y="115437"/>
                </a:cubicBezTo>
                <a:lnTo>
                  <a:pt x="470239" y="104954"/>
                </a:lnTo>
                <a:cubicBezTo>
                  <a:pt x="470239" y="104951"/>
                  <a:pt x="470239" y="104949"/>
                  <a:pt x="470239" y="104947"/>
                </a:cubicBezTo>
                <a:cubicBezTo>
                  <a:pt x="470239" y="99145"/>
                  <a:pt x="465558" y="94441"/>
                  <a:pt x="459783" y="94440"/>
                </a:cubicBezTo>
                <a:lnTo>
                  <a:pt x="376185" y="94440"/>
                </a:lnTo>
                <a:cubicBezTo>
                  <a:pt x="376182" y="94440"/>
                  <a:pt x="376179" y="94440"/>
                  <a:pt x="376176" y="94440"/>
                </a:cubicBezTo>
                <a:cubicBezTo>
                  <a:pt x="358877" y="94447"/>
                  <a:pt x="344849" y="80366"/>
                  <a:pt x="344842" y="62991"/>
                </a:cubicBezTo>
                <a:lnTo>
                  <a:pt x="344842" y="31510"/>
                </a:lnTo>
                <a:cubicBezTo>
                  <a:pt x="344842" y="31508"/>
                  <a:pt x="344842" y="31507"/>
                  <a:pt x="344842" y="31505"/>
                </a:cubicBezTo>
                <a:cubicBezTo>
                  <a:pt x="344836" y="14112"/>
                  <a:pt x="358869" y="7"/>
                  <a:pt x="376185" y="1"/>
                </a:cubicBezTo>
                <a:close/>
                <a:moveTo>
                  <a:pt x="172420" y="1"/>
                </a:moveTo>
                <a:cubicBezTo>
                  <a:pt x="172421" y="1"/>
                  <a:pt x="172422" y="1"/>
                  <a:pt x="172424" y="1"/>
                </a:cubicBezTo>
                <a:lnTo>
                  <a:pt x="329162" y="1"/>
                </a:lnTo>
                <a:cubicBezTo>
                  <a:pt x="332052" y="11"/>
                  <a:pt x="334391" y="2368"/>
                  <a:pt x="334390" y="5271"/>
                </a:cubicBezTo>
                <a:lnTo>
                  <a:pt x="334390" y="26268"/>
                </a:lnTo>
                <a:cubicBezTo>
                  <a:pt x="334379" y="29162"/>
                  <a:pt x="332043" y="31504"/>
                  <a:pt x="329162" y="31510"/>
                </a:cubicBezTo>
                <a:lnTo>
                  <a:pt x="214223" y="31510"/>
                </a:lnTo>
                <a:cubicBezTo>
                  <a:pt x="211347" y="31499"/>
                  <a:pt x="209006" y="33832"/>
                  <a:pt x="208995" y="36722"/>
                </a:cubicBezTo>
                <a:cubicBezTo>
                  <a:pt x="208995" y="36732"/>
                  <a:pt x="208995" y="36741"/>
                  <a:pt x="208995" y="36751"/>
                </a:cubicBezTo>
                <a:lnTo>
                  <a:pt x="208995" y="57748"/>
                </a:lnTo>
                <a:cubicBezTo>
                  <a:pt x="208999" y="60645"/>
                  <a:pt x="211339" y="62991"/>
                  <a:pt x="214223" y="62991"/>
                </a:cubicBezTo>
                <a:lnTo>
                  <a:pt x="318706" y="62991"/>
                </a:lnTo>
                <a:cubicBezTo>
                  <a:pt x="321590" y="62987"/>
                  <a:pt x="323931" y="65332"/>
                  <a:pt x="323935" y="68228"/>
                </a:cubicBezTo>
                <a:cubicBezTo>
                  <a:pt x="323935" y="68230"/>
                  <a:pt x="323935" y="68231"/>
                  <a:pt x="323935" y="68232"/>
                </a:cubicBezTo>
                <a:lnTo>
                  <a:pt x="323935" y="89229"/>
                </a:lnTo>
                <a:cubicBezTo>
                  <a:pt x="323920" y="92117"/>
                  <a:pt x="321581" y="94448"/>
                  <a:pt x="318706" y="94440"/>
                </a:cubicBezTo>
                <a:lnTo>
                  <a:pt x="214223" y="94440"/>
                </a:lnTo>
                <a:cubicBezTo>
                  <a:pt x="211333" y="94443"/>
                  <a:pt x="208992" y="96799"/>
                  <a:pt x="208995" y="99703"/>
                </a:cubicBezTo>
                <a:cubicBezTo>
                  <a:pt x="208995" y="99706"/>
                  <a:pt x="208995" y="99709"/>
                  <a:pt x="208995" y="99712"/>
                </a:cubicBezTo>
                <a:lnTo>
                  <a:pt x="208995" y="120678"/>
                </a:lnTo>
                <a:cubicBezTo>
                  <a:pt x="208987" y="123582"/>
                  <a:pt x="211323" y="125942"/>
                  <a:pt x="214214" y="125950"/>
                </a:cubicBezTo>
                <a:cubicBezTo>
                  <a:pt x="214217" y="125950"/>
                  <a:pt x="214220" y="125950"/>
                  <a:pt x="214223" y="125950"/>
                </a:cubicBezTo>
                <a:lnTo>
                  <a:pt x="329162" y="125950"/>
                </a:lnTo>
                <a:cubicBezTo>
                  <a:pt x="332046" y="125946"/>
                  <a:pt x="334387" y="128291"/>
                  <a:pt x="334390" y="131188"/>
                </a:cubicBezTo>
                <a:cubicBezTo>
                  <a:pt x="334390" y="131189"/>
                  <a:pt x="334390" y="131191"/>
                  <a:pt x="334390" y="131192"/>
                </a:cubicBezTo>
                <a:lnTo>
                  <a:pt x="334390" y="152157"/>
                </a:lnTo>
                <a:cubicBezTo>
                  <a:pt x="334391" y="155061"/>
                  <a:pt x="332053" y="157418"/>
                  <a:pt x="329162" y="157428"/>
                </a:cubicBezTo>
                <a:lnTo>
                  <a:pt x="172424" y="157428"/>
                </a:lnTo>
                <a:cubicBezTo>
                  <a:pt x="169532" y="157424"/>
                  <a:pt x="167191" y="155066"/>
                  <a:pt x="167195" y="152162"/>
                </a:cubicBezTo>
                <a:cubicBezTo>
                  <a:pt x="167195" y="152160"/>
                  <a:pt x="167195" y="152159"/>
                  <a:pt x="167195" y="152157"/>
                </a:cubicBezTo>
                <a:lnTo>
                  <a:pt x="167195" y="5271"/>
                </a:lnTo>
                <a:cubicBezTo>
                  <a:pt x="167189" y="2367"/>
                  <a:pt x="169528" y="7"/>
                  <a:pt x="172420" y="1"/>
                </a:cubicBezTo>
                <a:close/>
                <a:moveTo>
                  <a:pt x="5229" y="1"/>
                </a:moveTo>
                <a:lnTo>
                  <a:pt x="151513" y="1"/>
                </a:lnTo>
                <a:cubicBezTo>
                  <a:pt x="154404" y="5"/>
                  <a:pt x="156745" y="2363"/>
                  <a:pt x="156742" y="5268"/>
                </a:cubicBezTo>
                <a:cubicBezTo>
                  <a:pt x="156742" y="5269"/>
                  <a:pt x="156742" y="5270"/>
                  <a:pt x="156742" y="5271"/>
                </a:cubicBezTo>
                <a:lnTo>
                  <a:pt x="156742" y="26268"/>
                </a:lnTo>
                <a:cubicBezTo>
                  <a:pt x="156736" y="29164"/>
                  <a:pt x="154397" y="31509"/>
                  <a:pt x="151513" y="31510"/>
                </a:cubicBezTo>
                <a:lnTo>
                  <a:pt x="47030" y="31510"/>
                </a:lnTo>
                <a:cubicBezTo>
                  <a:pt x="44146" y="31509"/>
                  <a:pt x="41806" y="33854"/>
                  <a:pt x="41801" y="36751"/>
                </a:cubicBezTo>
                <a:lnTo>
                  <a:pt x="41801" y="57748"/>
                </a:lnTo>
                <a:cubicBezTo>
                  <a:pt x="41815" y="60641"/>
                  <a:pt x="44149" y="62981"/>
                  <a:pt x="47030" y="62991"/>
                </a:cubicBezTo>
                <a:lnTo>
                  <a:pt x="141083" y="62991"/>
                </a:lnTo>
                <a:cubicBezTo>
                  <a:pt x="143967" y="62989"/>
                  <a:pt x="146307" y="65335"/>
                  <a:pt x="146312" y="68232"/>
                </a:cubicBezTo>
                <a:lnTo>
                  <a:pt x="146284" y="89229"/>
                </a:lnTo>
                <a:cubicBezTo>
                  <a:pt x="146279" y="92111"/>
                  <a:pt x="143951" y="94443"/>
                  <a:pt x="141082" y="94440"/>
                </a:cubicBezTo>
                <a:lnTo>
                  <a:pt x="47028" y="94440"/>
                </a:lnTo>
                <a:cubicBezTo>
                  <a:pt x="44139" y="94454"/>
                  <a:pt x="41802" y="96810"/>
                  <a:pt x="41801" y="99712"/>
                </a:cubicBezTo>
                <a:lnTo>
                  <a:pt x="41801" y="152157"/>
                </a:lnTo>
                <a:cubicBezTo>
                  <a:pt x="41808" y="155061"/>
                  <a:pt x="39470" y="157421"/>
                  <a:pt x="36579" y="157428"/>
                </a:cubicBezTo>
                <a:cubicBezTo>
                  <a:pt x="36577" y="157428"/>
                  <a:pt x="36574" y="157428"/>
                  <a:pt x="36572" y="157428"/>
                </a:cubicBezTo>
                <a:lnTo>
                  <a:pt x="5229" y="157430"/>
                </a:lnTo>
                <a:cubicBezTo>
                  <a:pt x="2338" y="157417"/>
                  <a:pt x="1" y="155060"/>
                  <a:pt x="0" y="152157"/>
                </a:cubicBezTo>
                <a:lnTo>
                  <a:pt x="0" y="5271"/>
                </a:lnTo>
                <a:cubicBezTo>
                  <a:pt x="2" y="2369"/>
                  <a:pt x="2339" y="14"/>
                  <a:pt x="5229" y="1"/>
                </a:cubicBezTo>
                <a:close/>
              </a:path>
            </a:pathLst>
          </a:custGeom>
          <a:solidFill xmlns:a="http://schemas.openxmlformats.org/drawingml/2006/main">
            <a:srgbClr val="0091DC"/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3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70571ABC-24B4-EDF1-8279-2A2CDA2592E7}"/>
              </a:ext>
            </a:extLst>
          </p:cNvPr>
          <p:cNvSpPr>
            <a:spLocks xmlns:a="http://schemas.openxmlformats.org/drawingml/2006/main" noGrp="1"/>
          </p:cNvSpPr>
          <p:nvPr>
            <p:ph type="pic" idx="22" hasCustomPrompt="1"/>
          </p:nvPr>
        </p:nvSpPr>
        <p:spPr>
          <a:xfrm xmlns:a="http://schemas.openxmlformats.org/drawingml/2006/main">
            <a:off x="6096000" y="4089456"/>
            <a:ext cx="3009172" cy="198184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  <a:ln xmlns:a="http://schemas.openxmlformats.org/drawingml/2006/main" w="69850">
            <a:solidFill>
              <a:schemeClr val="bg1"/>
            </a:solidFill>
          </a:ln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2" name="Gerader Verbinder 1">
            <a:extLst xmlns:a="http://schemas.openxmlformats.org/drawingml/2006/main">
              <a:ext uri="{FF2B5EF4-FFF2-40B4-BE49-F238E27FC236}">
                <a16:creationId xmlns:a16="http://schemas.microsoft.com/office/drawing/2014/main" id="{15A57CF5-0034-4BBC-8157-C246BF698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" name="Titel 5">
            <a:extLst xmlns:a="http://schemas.openxmlformats.org/drawingml/2006/main">
              <a:ext uri="{FF2B5EF4-FFF2-40B4-BE49-F238E27FC236}">
                <a16:creationId xmlns:a16="http://schemas.microsoft.com/office/drawing/2014/main" id="{9872597D-28DE-3CE5-75C3-1987483CFE4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7" y="933490"/>
            <a:ext cx="5576902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14" name="Datumsplatzhalter 13">
            <a:extLst xmlns:a="http://schemas.openxmlformats.org/drawingml/2006/main">
              <a:ext uri="{FF2B5EF4-FFF2-40B4-BE49-F238E27FC236}">
                <a16:creationId xmlns:a16="http://schemas.microsoft.com/office/drawing/2014/main" id="{E7055089-C310-FBFB-3110-255C5777B6A2}"/>
              </a:ext>
            </a:extLst>
          </p:cNvPr>
          <p:cNvSpPr>
            <a:spLocks xmlns:a="http://schemas.openxmlformats.org/drawingml/2006/main" noGrp="1"/>
          </p:cNvSpPr>
          <p:nvPr>
            <p:ph type="dt" idx="2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5" name="Fußzeilenplatzhalter 14">
            <a:extLst xmlns:a="http://schemas.openxmlformats.org/drawingml/2006/main">
              <a:ext uri="{FF2B5EF4-FFF2-40B4-BE49-F238E27FC236}">
                <a16:creationId xmlns:a16="http://schemas.microsoft.com/office/drawing/2014/main" id="{891979E5-2E49-757A-A3C9-08B33ED8E714}"/>
              </a:ext>
            </a:extLst>
          </p:cNvPr>
          <p:cNvSpPr>
            <a:spLocks xmlns:a="http://schemas.openxmlformats.org/drawingml/2006/main" noGrp="1"/>
          </p:cNvSpPr>
          <p:nvPr>
            <p:ph type="ftr" idx="2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5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D6104DF8-A5AA-8F9E-8DA7-77DA9ED4467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51.xml><?xml version="1.0" encoding="utf-8"?>
<p:sldLayout xmlns:p="http://schemas.openxmlformats.org/presentationml/2006/main" preserve="1">
  <p:cSld name="Text + 3x Picture small - without ribb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8" y="2475287"/>
            <a:ext cx="3522176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7123326" y="1"/>
            <a:ext cx="5068675" cy="651178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0" bIns="144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3" name="Untertitel 2">
            <a:extLst xmlns:a="http://schemas.openxmlformats.org/drawingml/2006/main">
              <a:ext uri="{FF2B5EF4-FFF2-40B4-BE49-F238E27FC236}">
                <a16:creationId xmlns:a16="http://schemas.microsoft.com/office/drawing/2014/main" id="{17FBEE26-EF6A-FB40-624D-D3EF6BE01A90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649620" y="893160"/>
            <a:ext cx="895233" cy="162409"/>
          </a:xfrm>
          <a:custGeom xmlns:a="http://schemas.openxmlformats.org/drawingml/2006/main">
            <a:gdLst>
              <a:gd name="connsiteX0" fmla="*/ 752298 w 867271"/>
              <a:gd name="connsiteY0" fmla="*/ 31510 h 157430"/>
              <a:gd name="connsiteX1" fmla="*/ 741899 w 867271"/>
              <a:gd name="connsiteY1" fmla="*/ 41995 h 157430"/>
              <a:gd name="connsiteX2" fmla="*/ 741899 w 867271"/>
              <a:gd name="connsiteY2" fmla="*/ 115437 h 157430"/>
              <a:gd name="connsiteX3" fmla="*/ 741899 w 867271"/>
              <a:gd name="connsiteY3" fmla="*/ 115481 h 157430"/>
              <a:gd name="connsiteX4" fmla="*/ 752359 w 867271"/>
              <a:gd name="connsiteY4" fmla="*/ 125950 h 157430"/>
              <a:gd name="connsiteX5" fmla="*/ 815045 w 867271"/>
              <a:gd name="connsiteY5" fmla="*/ 125950 h 157430"/>
              <a:gd name="connsiteX6" fmla="*/ 815087 w 867271"/>
              <a:gd name="connsiteY6" fmla="*/ 125950 h 157430"/>
              <a:gd name="connsiteX7" fmla="*/ 825501 w 867271"/>
              <a:gd name="connsiteY7" fmla="*/ 115437 h 157430"/>
              <a:gd name="connsiteX8" fmla="*/ 825497 w 867271"/>
              <a:gd name="connsiteY8" fmla="*/ 41997 h 157430"/>
              <a:gd name="connsiteX9" fmla="*/ 825497 w 867271"/>
              <a:gd name="connsiteY9" fmla="*/ 41934 h 157430"/>
              <a:gd name="connsiteX10" fmla="*/ 815041 w 867271"/>
              <a:gd name="connsiteY10" fmla="*/ 31510 h 157430"/>
              <a:gd name="connsiteX11" fmla="*/ 752355 w 867271"/>
              <a:gd name="connsiteY11" fmla="*/ 31510 h 157430"/>
              <a:gd name="connsiteX12" fmla="*/ 752298 w 867271"/>
              <a:gd name="connsiteY12" fmla="*/ 31510 h 157430"/>
              <a:gd name="connsiteX13" fmla="*/ 731443 w 867271"/>
              <a:gd name="connsiteY13" fmla="*/ 1 h 157430"/>
              <a:gd name="connsiteX14" fmla="*/ 835957 w 867271"/>
              <a:gd name="connsiteY14" fmla="*/ 1 h 157430"/>
              <a:gd name="connsiteX15" fmla="*/ 835991 w 867271"/>
              <a:gd name="connsiteY15" fmla="*/ 1 h 157430"/>
              <a:gd name="connsiteX16" fmla="*/ 867271 w 867271"/>
              <a:gd name="connsiteY16" fmla="*/ 31510 h 157430"/>
              <a:gd name="connsiteX17" fmla="*/ 867271 w 867271"/>
              <a:gd name="connsiteY17" fmla="*/ 125950 h 157430"/>
              <a:gd name="connsiteX18" fmla="*/ 867271 w 867271"/>
              <a:gd name="connsiteY18" fmla="*/ 126003 h 157430"/>
              <a:gd name="connsiteX19" fmla="*/ 835957 w 867271"/>
              <a:gd name="connsiteY19" fmla="*/ 157430 h 157430"/>
              <a:gd name="connsiteX20" fmla="*/ 731443 w 867271"/>
              <a:gd name="connsiteY20" fmla="*/ 157430 h 157430"/>
              <a:gd name="connsiteX21" fmla="*/ 700129 w 867271"/>
              <a:gd name="connsiteY21" fmla="*/ 125950 h 157430"/>
              <a:gd name="connsiteX22" fmla="*/ 700129 w 867271"/>
              <a:gd name="connsiteY22" fmla="*/ 31510 h 157430"/>
              <a:gd name="connsiteX23" fmla="*/ 731443 w 867271"/>
              <a:gd name="connsiteY23" fmla="*/ 1 h 157430"/>
              <a:gd name="connsiteX24" fmla="*/ 527701 w 867271"/>
              <a:gd name="connsiteY24" fmla="*/ 1 h 157430"/>
              <a:gd name="connsiteX25" fmla="*/ 527728 w 867271"/>
              <a:gd name="connsiteY25" fmla="*/ 1 h 157430"/>
              <a:gd name="connsiteX26" fmla="*/ 684414 w 867271"/>
              <a:gd name="connsiteY26" fmla="*/ 1 h 157430"/>
              <a:gd name="connsiteX27" fmla="*/ 689673 w 867271"/>
              <a:gd name="connsiteY27" fmla="*/ 5244 h 157430"/>
              <a:gd name="connsiteX28" fmla="*/ 689673 w 867271"/>
              <a:gd name="connsiteY28" fmla="*/ 5271 h 157430"/>
              <a:gd name="connsiteX29" fmla="*/ 689673 w 867271"/>
              <a:gd name="connsiteY29" fmla="*/ 26268 h 157430"/>
              <a:gd name="connsiteX30" fmla="*/ 684426 w 867271"/>
              <a:gd name="connsiteY30" fmla="*/ 31510 h 157430"/>
              <a:gd name="connsiteX31" fmla="*/ 684414 w 867271"/>
              <a:gd name="connsiteY31" fmla="*/ 31510 h 157430"/>
              <a:gd name="connsiteX32" fmla="*/ 632188 w 867271"/>
              <a:gd name="connsiteY32" fmla="*/ 31510 h 157430"/>
              <a:gd name="connsiteX33" fmla="*/ 626987 w 867271"/>
              <a:gd name="connsiteY33" fmla="*/ 36737 h 157430"/>
              <a:gd name="connsiteX34" fmla="*/ 626987 w 867271"/>
              <a:gd name="connsiteY34" fmla="*/ 36751 h 157430"/>
              <a:gd name="connsiteX35" fmla="*/ 626987 w 867271"/>
              <a:gd name="connsiteY35" fmla="*/ 152157 h 157430"/>
              <a:gd name="connsiteX36" fmla="*/ 621759 w 867271"/>
              <a:gd name="connsiteY36" fmla="*/ 157428 h 157430"/>
              <a:gd name="connsiteX37" fmla="*/ 621728 w 867271"/>
              <a:gd name="connsiteY37" fmla="*/ 157428 h 157430"/>
              <a:gd name="connsiteX38" fmla="*/ 590418 w 867271"/>
              <a:gd name="connsiteY38" fmla="*/ 157428 h 157430"/>
              <a:gd name="connsiteX39" fmla="*/ 585159 w 867271"/>
              <a:gd name="connsiteY39" fmla="*/ 152185 h 157430"/>
              <a:gd name="connsiteX40" fmla="*/ 585159 w 867271"/>
              <a:gd name="connsiteY40" fmla="*/ 152157 h 157430"/>
              <a:gd name="connsiteX41" fmla="*/ 585159 w 867271"/>
              <a:gd name="connsiteY41" fmla="*/ 36751 h 157430"/>
              <a:gd name="connsiteX42" fmla="*/ 579973 w 867271"/>
              <a:gd name="connsiteY42" fmla="*/ 31510 h 157430"/>
              <a:gd name="connsiteX43" fmla="*/ 579962 w 867271"/>
              <a:gd name="connsiteY43" fmla="*/ 31510 h 157430"/>
              <a:gd name="connsiteX44" fmla="*/ 527728 w 867271"/>
              <a:gd name="connsiteY44" fmla="*/ 31510 h 157430"/>
              <a:gd name="connsiteX45" fmla="*/ 522469 w 867271"/>
              <a:gd name="connsiteY45" fmla="*/ 26284 h 157430"/>
              <a:gd name="connsiteX46" fmla="*/ 522469 w 867271"/>
              <a:gd name="connsiteY46" fmla="*/ 26268 h 157430"/>
              <a:gd name="connsiteX47" fmla="*/ 522469 w 867271"/>
              <a:gd name="connsiteY47" fmla="*/ 5271 h 157430"/>
              <a:gd name="connsiteX48" fmla="*/ 527701 w 867271"/>
              <a:gd name="connsiteY48" fmla="*/ 1 h 157430"/>
              <a:gd name="connsiteX49" fmla="*/ 376185 w 867271"/>
              <a:gd name="connsiteY49" fmla="*/ 1 h 157430"/>
              <a:gd name="connsiteX50" fmla="*/ 480695 w 867271"/>
              <a:gd name="connsiteY50" fmla="*/ 1 h 157430"/>
              <a:gd name="connsiteX51" fmla="*/ 512009 w 867271"/>
              <a:gd name="connsiteY51" fmla="*/ 31510 h 157430"/>
              <a:gd name="connsiteX52" fmla="*/ 512009 w 867271"/>
              <a:gd name="connsiteY52" fmla="*/ 36751 h 157430"/>
              <a:gd name="connsiteX53" fmla="*/ 506812 w 867271"/>
              <a:gd name="connsiteY53" fmla="*/ 41995 h 157430"/>
              <a:gd name="connsiteX54" fmla="*/ 475436 w 867271"/>
              <a:gd name="connsiteY54" fmla="*/ 41995 h 157430"/>
              <a:gd name="connsiteX55" fmla="*/ 470239 w 867271"/>
              <a:gd name="connsiteY55" fmla="*/ 36751 h 157430"/>
              <a:gd name="connsiteX56" fmla="*/ 470239 w 867271"/>
              <a:gd name="connsiteY56" fmla="*/ 36704 h 157430"/>
              <a:gd name="connsiteX57" fmla="*/ 464980 w 867271"/>
              <a:gd name="connsiteY57" fmla="*/ 31510 h 157430"/>
              <a:gd name="connsiteX58" fmla="*/ 397082 w 867271"/>
              <a:gd name="connsiteY58" fmla="*/ 31510 h 157430"/>
              <a:gd name="connsiteX59" fmla="*/ 397059 w 867271"/>
              <a:gd name="connsiteY59" fmla="*/ 31510 h 157430"/>
              <a:gd name="connsiteX60" fmla="*/ 386626 w 867271"/>
              <a:gd name="connsiteY60" fmla="*/ 41995 h 157430"/>
              <a:gd name="connsiteX61" fmla="*/ 386626 w 867271"/>
              <a:gd name="connsiteY61" fmla="*/ 52478 h 157430"/>
              <a:gd name="connsiteX62" fmla="*/ 397082 w 867271"/>
              <a:gd name="connsiteY62" fmla="*/ 62991 h 157430"/>
              <a:gd name="connsiteX63" fmla="*/ 480695 w 867271"/>
              <a:gd name="connsiteY63" fmla="*/ 62991 h 157430"/>
              <a:gd name="connsiteX64" fmla="*/ 512009 w 867271"/>
              <a:gd name="connsiteY64" fmla="*/ 94440 h 157430"/>
              <a:gd name="connsiteX65" fmla="*/ 512009 w 867271"/>
              <a:gd name="connsiteY65" fmla="*/ 125950 h 157430"/>
              <a:gd name="connsiteX66" fmla="*/ 480695 w 867271"/>
              <a:gd name="connsiteY66" fmla="*/ 157430 h 157430"/>
              <a:gd name="connsiteX67" fmla="*/ 376185 w 867271"/>
              <a:gd name="connsiteY67" fmla="*/ 157430 h 157430"/>
              <a:gd name="connsiteX68" fmla="*/ 376160 w 867271"/>
              <a:gd name="connsiteY68" fmla="*/ 157430 h 157430"/>
              <a:gd name="connsiteX69" fmla="*/ 344842 w 867271"/>
              <a:gd name="connsiteY69" fmla="*/ 125950 h 157430"/>
              <a:gd name="connsiteX70" fmla="*/ 344842 w 867271"/>
              <a:gd name="connsiteY70" fmla="*/ 120678 h 157430"/>
              <a:gd name="connsiteX71" fmla="*/ 350047 w 867271"/>
              <a:gd name="connsiteY71" fmla="*/ 115437 h 157430"/>
              <a:gd name="connsiteX72" fmla="*/ 381413 w 867271"/>
              <a:gd name="connsiteY72" fmla="*/ 115437 h 157430"/>
              <a:gd name="connsiteX73" fmla="*/ 386626 w 867271"/>
              <a:gd name="connsiteY73" fmla="*/ 120678 h 157430"/>
              <a:gd name="connsiteX74" fmla="*/ 391854 w 867271"/>
              <a:gd name="connsiteY74" fmla="*/ 125950 h 157430"/>
              <a:gd name="connsiteX75" fmla="*/ 459783 w 867271"/>
              <a:gd name="connsiteY75" fmla="*/ 125950 h 157430"/>
              <a:gd name="connsiteX76" fmla="*/ 459825 w 867271"/>
              <a:gd name="connsiteY76" fmla="*/ 125950 h 157430"/>
              <a:gd name="connsiteX77" fmla="*/ 470239 w 867271"/>
              <a:gd name="connsiteY77" fmla="*/ 115437 h 157430"/>
              <a:gd name="connsiteX78" fmla="*/ 470239 w 867271"/>
              <a:gd name="connsiteY78" fmla="*/ 104954 h 157430"/>
              <a:gd name="connsiteX79" fmla="*/ 470239 w 867271"/>
              <a:gd name="connsiteY79" fmla="*/ 104947 h 157430"/>
              <a:gd name="connsiteX80" fmla="*/ 459783 w 867271"/>
              <a:gd name="connsiteY80" fmla="*/ 94440 h 157430"/>
              <a:gd name="connsiteX81" fmla="*/ 376185 w 867271"/>
              <a:gd name="connsiteY81" fmla="*/ 94440 h 157430"/>
              <a:gd name="connsiteX82" fmla="*/ 376176 w 867271"/>
              <a:gd name="connsiteY82" fmla="*/ 94440 h 157430"/>
              <a:gd name="connsiteX83" fmla="*/ 344842 w 867271"/>
              <a:gd name="connsiteY83" fmla="*/ 62991 h 157430"/>
              <a:gd name="connsiteX84" fmla="*/ 344842 w 867271"/>
              <a:gd name="connsiteY84" fmla="*/ 31510 h 157430"/>
              <a:gd name="connsiteX85" fmla="*/ 344842 w 867271"/>
              <a:gd name="connsiteY85" fmla="*/ 31505 h 157430"/>
              <a:gd name="connsiteX86" fmla="*/ 376185 w 867271"/>
              <a:gd name="connsiteY86" fmla="*/ 1 h 157430"/>
              <a:gd name="connsiteX87" fmla="*/ 172420 w 867271"/>
              <a:gd name="connsiteY87" fmla="*/ 1 h 157430"/>
              <a:gd name="connsiteX88" fmla="*/ 172424 w 867271"/>
              <a:gd name="connsiteY88" fmla="*/ 1 h 157430"/>
              <a:gd name="connsiteX89" fmla="*/ 329162 w 867271"/>
              <a:gd name="connsiteY89" fmla="*/ 1 h 157430"/>
              <a:gd name="connsiteX90" fmla="*/ 334390 w 867271"/>
              <a:gd name="connsiteY90" fmla="*/ 5271 h 157430"/>
              <a:gd name="connsiteX91" fmla="*/ 334390 w 867271"/>
              <a:gd name="connsiteY91" fmla="*/ 26268 h 157430"/>
              <a:gd name="connsiteX92" fmla="*/ 329162 w 867271"/>
              <a:gd name="connsiteY92" fmla="*/ 31510 h 157430"/>
              <a:gd name="connsiteX93" fmla="*/ 214223 w 867271"/>
              <a:gd name="connsiteY93" fmla="*/ 31510 h 157430"/>
              <a:gd name="connsiteX94" fmla="*/ 208995 w 867271"/>
              <a:gd name="connsiteY94" fmla="*/ 36722 h 157430"/>
              <a:gd name="connsiteX95" fmla="*/ 208995 w 867271"/>
              <a:gd name="connsiteY95" fmla="*/ 36751 h 157430"/>
              <a:gd name="connsiteX96" fmla="*/ 208995 w 867271"/>
              <a:gd name="connsiteY96" fmla="*/ 57748 h 157430"/>
              <a:gd name="connsiteX97" fmla="*/ 214223 w 867271"/>
              <a:gd name="connsiteY97" fmla="*/ 62991 h 157430"/>
              <a:gd name="connsiteX98" fmla="*/ 318706 w 867271"/>
              <a:gd name="connsiteY98" fmla="*/ 62991 h 157430"/>
              <a:gd name="connsiteX99" fmla="*/ 323935 w 867271"/>
              <a:gd name="connsiteY99" fmla="*/ 68228 h 157430"/>
              <a:gd name="connsiteX100" fmla="*/ 323935 w 867271"/>
              <a:gd name="connsiteY100" fmla="*/ 68232 h 157430"/>
              <a:gd name="connsiteX101" fmla="*/ 323935 w 867271"/>
              <a:gd name="connsiteY101" fmla="*/ 89229 h 157430"/>
              <a:gd name="connsiteX102" fmla="*/ 318706 w 867271"/>
              <a:gd name="connsiteY102" fmla="*/ 94440 h 157430"/>
              <a:gd name="connsiteX103" fmla="*/ 214223 w 867271"/>
              <a:gd name="connsiteY103" fmla="*/ 94440 h 157430"/>
              <a:gd name="connsiteX104" fmla="*/ 208995 w 867271"/>
              <a:gd name="connsiteY104" fmla="*/ 99703 h 157430"/>
              <a:gd name="connsiteX105" fmla="*/ 208995 w 867271"/>
              <a:gd name="connsiteY105" fmla="*/ 99712 h 157430"/>
              <a:gd name="connsiteX106" fmla="*/ 208995 w 867271"/>
              <a:gd name="connsiteY106" fmla="*/ 120678 h 157430"/>
              <a:gd name="connsiteX107" fmla="*/ 214214 w 867271"/>
              <a:gd name="connsiteY107" fmla="*/ 125950 h 157430"/>
              <a:gd name="connsiteX108" fmla="*/ 214223 w 867271"/>
              <a:gd name="connsiteY108" fmla="*/ 125950 h 157430"/>
              <a:gd name="connsiteX109" fmla="*/ 329162 w 867271"/>
              <a:gd name="connsiteY109" fmla="*/ 125950 h 157430"/>
              <a:gd name="connsiteX110" fmla="*/ 334390 w 867271"/>
              <a:gd name="connsiteY110" fmla="*/ 131188 h 157430"/>
              <a:gd name="connsiteX111" fmla="*/ 334390 w 867271"/>
              <a:gd name="connsiteY111" fmla="*/ 131192 h 157430"/>
              <a:gd name="connsiteX112" fmla="*/ 334390 w 867271"/>
              <a:gd name="connsiteY112" fmla="*/ 152157 h 157430"/>
              <a:gd name="connsiteX113" fmla="*/ 329162 w 867271"/>
              <a:gd name="connsiteY113" fmla="*/ 157428 h 157430"/>
              <a:gd name="connsiteX114" fmla="*/ 172424 w 867271"/>
              <a:gd name="connsiteY114" fmla="*/ 157428 h 157430"/>
              <a:gd name="connsiteX115" fmla="*/ 167195 w 867271"/>
              <a:gd name="connsiteY115" fmla="*/ 152162 h 157430"/>
              <a:gd name="connsiteX116" fmla="*/ 167195 w 867271"/>
              <a:gd name="connsiteY116" fmla="*/ 152157 h 157430"/>
              <a:gd name="connsiteX117" fmla="*/ 167195 w 867271"/>
              <a:gd name="connsiteY117" fmla="*/ 5271 h 157430"/>
              <a:gd name="connsiteX118" fmla="*/ 172420 w 867271"/>
              <a:gd name="connsiteY118" fmla="*/ 1 h 157430"/>
              <a:gd name="connsiteX119" fmla="*/ 5229 w 867271"/>
              <a:gd name="connsiteY119" fmla="*/ 1 h 157430"/>
              <a:gd name="connsiteX120" fmla="*/ 151513 w 867271"/>
              <a:gd name="connsiteY120" fmla="*/ 1 h 157430"/>
              <a:gd name="connsiteX121" fmla="*/ 156742 w 867271"/>
              <a:gd name="connsiteY121" fmla="*/ 5268 h 157430"/>
              <a:gd name="connsiteX122" fmla="*/ 156742 w 867271"/>
              <a:gd name="connsiteY122" fmla="*/ 5271 h 157430"/>
              <a:gd name="connsiteX123" fmla="*/ 156742 w 867271"/>
              <a:gd name="connsiteY123" fmla="*/ 26268 h 157430"/>
              <a:gd name="connsiteX124" fmla="*/ 151513 w 867271"/>
              <a:gd name="connsiteY124" fmla="*/ 31510 h 157430"/>
              <a:gd name="connsiteX125" fmla="*/ 47030 w 867271"/>
              <a:gd name="connsiteY125" fmla="*/ 31510 h 157430"/>
              <a:gd name="connsiteX126" fmla="*/ 41801 w 867271"/>
              <a:gd name="connsiteY126" fmla="*/ 36751 h 157430"/>
              <a:gd name="connsiteX127" fmla="*/ 41801 w 867271"/>
              <a:gd name="connsiteY127" fmla="*/ 57748 h 157430"/>
              <a:gd name="connsiteX128" fmla="*/ 47030 w 867271"/>
              <a:gd name="connsiteY128" fmla="*/ 62991 h 157430"/>
              <a:gd name="connsiteX129" fmla="*/ 141083 w 867271"/>
              <a:gd name="connsiteY129" fmla="*/ 62991 h 157430"/>
              <a:gd name="connsiteX130" fmla="*/ 146312 w 867271"/>
              <a:gd name="connsiteY130" fmla="*/ 68232 h 157430"/>
              <a:gd name="connsiteX131" fmla="*/ 146284 w 867271"/>
              <a:gd name="connsiteY131" fmla="*/ 89229 h 157430"/>
              <a:gd name="connsiteX132" fmla="*/ 141082 w 867271"/>
              <a:gd name="connsiteY132" fmla="*/ 94440 h 157430"/>
              <a:gd name="connsiteX133" fmla="*/ 47028 w 867271"/>
              <a:gd name="connsiteY133" fmla="*/ 94440 h 157430"/>
              <a:gd name="connsiteX134" fmla="*/ 41801 w 867271"/>
              <a:gd name="connsiteY134" fmla="*/ 99712 h 157430"/>
              <a:gd name="connsiteX135" fmla="*/ 41801 w 867271"/>
              <a:gd name="connsiteY135" fmla="*/ 152157 h 157430"/>
              <a:gd name="connsiteX136" fmla="*/ 36579 w 867271"/>
              <a:gd name="connsiteY136" fmla="*/ 157428 h 157430"/>
              <a:gd name="connsiteX137" fmla="*/ 36572 w 867271"/>
              <a:gd name="connsiteY137" fmla="*/ 157428 h 157430"/>
              <a:gd name="connsiteX138" fmla="*/ 5229 w 867271"/>
              <a:gd name="connsiteY138" fmla="*/ 157430 h 157430"/>
              <a:gd name="connsiteX139" fmla="*/ 0 w 867271"/>
              <a:gd name="connsiteY139" fmla="*/ 152157 h 157430"/>
              <a:gd name="connsiteX140" fmla="*/ 0 w 867271"/>
              <a:gd name="connsiteY140" fmla="*/ 5271 h 157430"/>
              <a:gd name="connsiteX141" fmla="*/ 5229 w 867271"/>
              <a:gd name="connsiteY141" fmla="*/ 1 h 157430"/>
            </a:gdLst>
            <a:rect l="l" t="t" r="r" b="b"/>
            <a:pathLst>
              <a:path w="867271" h="157430">
                <a:moveTo>
                  <a:pt x="752298" y="31510"/>
                </a:moveTo>
                <a:cubicBezTo>
                  <a:pt x="746542" y="31521"/>
                  <a:pt x="741888" y="36215"/>
                  <a:pt x="741899" y="41995"/>
                </a:cubicBezTo>
                <a:lnTo>
                  <a:pt x="741899" y="115437"/>
                </a:lnTo>
                <a:cubicBezTo>
                  <a:pt x="741899" y="115452"/>
                  <a:pt x="741899" y="115467"/>
                  <a:pt x="741899" y="115481"/>
                </a:cubicBezTo>
                <a:cubicBezTo>
                  <a:pt x="741910" y="121273"/>
                  <a:pt x="746592" y="125960"/>
                  <a:pt x="752359" y="125950"/>
                </a:cubicBezTo>
                <a:lnTo>
                  <a:pt x="815045" y="125950"/>
                </a:lnTo>
                <a:cubicBezTo>
                  <a:pt x="815056" y="125950"/>
                  <a:pt x="815072" y="125950"/>
                  <a:pt x="815087" y="125950"/>
                </a:cubicBezTo>
                <a:cubicBezTo>
                  <a:pt x="820854" y="125936"/>
                  <a:pt x="825516" y="121229"/>
                  <a:pt x="825501" y="115437"/>
                </a:cubicBezTo>
                <a:lnTo>
                  <a:pt x="825497" y="41997"/>
                </a:lnTo>
                <a:cubicBezTo>
                  <a:pt x="825497" y="41975"/>
                  <a:pt x="825497" y="41954"/>
                  <a:pt x="825497" y="41934"/>
                </a:cubicBezTo>
                <a:cubicBezTo>
                  <a:pt x="825478" y="36154"/>
                  <a:pt x="820793" y="31488"/>
                  <a:pt x="815041" y="31510"/>
                </a:cubicBezTo>
                <a:lnTo>
                  <a:pt x="752355" y="31510"/>
                </a:lnTo>
                <a:cubicBezTo>
                  <a:pt x="752336" y="31510"/>
                  <a:pt x="752317" y="31510"/>
                  <a:pt x="752298" y="31510"/>
                </a:cubicBezTo>
                <a:close/>
                <a:moveTo>
                  <a:pt x="731443" y="1"/>
                </a:moveTo>
                <a:lnTo>
                  <a:pt x="835957" y="1"/>
                </a:lnTo>
                <a:cubicBezTo>
                  <a:pt x="835968" y="1"/>
                  <a:pt x="835980" y="1"/>
                  <a:pt x="835991" y="1"/>
                </a:cubicBezTo>
                <a:cubicBezTo>
                  <a:pt x="853289" y="26"/>
                  <a:pt x="867294" y="14133"/>
                  <a:pt x="867271" y="31510"/>
                </a:cubicBezTo>
                <a:lnTo>
                  <a:pt x="867271" y="125950"/>
                </a:lnTo>
                <a:cubicBezTo>
                  <a:pt x="867271" y="125968"/>
                  <a:pt x="867271" y="125985"/>
                  <a:pt x="867271" y="126003"/>
                </a:cubicBezTo>
                <a:cubicBezTo>
                  <a:pt x="867263" y="143366"/>
                  <a:pt x="853243" y="157437"/>
                  <a:pt x="835957" y="157430"/>
                </a:cubicBezTo>
                <a:lnTo>
                  <a:pt x="731443" y="157430"/>
                </a:lnTo>
                <a:cubicBezTo>
                  <a:pt x="714145" y="157415"/>
                  <a:pt x="700129" y="143325"/>
                  <a:pt x="700129" y="125950"/>
                </a:cubicBezTo>
                <a:lnTo>
                  <a:pt x="700129" y="31510"/>
                </a:lnTo>
                <a:cubicBezTo>
                  <a:pt x="700129" y="14129"/>
                  <a:pt x="714138" y="29"/>
                  <a:pt x="731443" y="1"/>
                </a:cubicBezTo>
                <a:close/>
                <a:moveTo>
                  <a:pt x="527701" y="1"/>
                </a:moveTo>
                <a:cubicBezTo>
                  <a:pt x="527712" y="1"/>
                  <a:pt x="527720" y="1"/>
                  <a:pt x="527728" y="1"/>
                </a:cubicBezTo>
                <a:lnTo>
                  <a:pt x="684414" y="1"/>
                </a:lnTo>
                <a:cubicBezTo>
                  <a:pt x="687309" y="-10"/>
                  <a:pt x="689665" y="2338"/>
                  <a:pt x="689673" y="5244"/>
                </a:cubicBezTo>
                <a:cubicBezTo>
                  <a:pt x="689673" y="5253"/>
                  <a:pt x="689673" y="5262"/>
                  <a:pt x="689673" y="5271"/>
                </a:cubicBezTo>
                <a:lnTo>
                  <a:pt x="689673" y="26268"/>
                </a:lnTo>
                <a:cubicBezTo>
                  <a:pt x="689665" y="29171"/>
                  <a:pt x="687317" y="31518"/>
                  <a:pt x="684426" y="31510"/>
                </a:cubicBezTo>
                <a:cubicBezTo>
                  <a:pt x="684422" y="31510"/>
                  <a:pt x="684418" y="31510"/>
                  <a:pt x="684414" y="31510"/>
                </a:cubicBezTo>
                <a:lnTo>
                  <a:pt x="632188" y="31510"/>
                </a:lnTo>
                <a:cubicBezTo>
                  <a:pt x="629316" y="31511"/>
                  <a:pt x="626987" y="33851"/>
                  <a:pt x="626987" y="36737"/>
                </a:cubicBezTo>
                <a:cubicBezTo>
                  <a:pt x="626987" y="36741"/>
                  <a:pt x="626987" y="36746"/>
                  <a:pt x="626987" y="36751"/>
                </a:cubicBezTo>
                <a:lnTo>
                  <a:pt x="626987" y="152157"/>
                </a:lnTo>
                <a:cubicBezTo>
                  <a:pt x="626994" y="155063"/>
                  <a:pt x="624654" y="157423"/>
                  <a:pt x="621759" y="157428"/>
                </a:cubicBezTo>
                <a:cubicBezTo>
                  <a:pt x="621747" y="157428"/>
                  <a:pt x="621740" y="157428"/>
                  <a:pt x="621728" y="157428"/>
                </a:cubicBezTo>
                <a:lnTo>
                  <a:pt x="590418" y="157428"/>
                </a:lnTo>
                <a:cubicBezTo>
                  <a:pt x="587522" y="157439"/>
                  <a:pt x="585170" y="155091"/>
                  <a:pt x="585159" y="152185"/>
                </a:cubicBezTo>
                <a:cubicBezTo>
                  <a:pt x="585159" y="152175"/>
                  <a:pt x="585159" y="152166"/>
                  <a:pt x="585159" y="152157"/>
                </a:cubicBezTo>
                <a:lnTo>
                  <a:pt x="585159" y="36751"/>
                </a:lnTo>
                <a:cubicBezTo>
                  <a:pt x="585167" y="33866"/>
                  <a:pt x="582849" y="31519"/>
                  <a:pt x="579973" y="31510"/>
                </a:cubicBezTo>
                <a:cubicBezTo>
                  <a:pt x="579969" y="31510"/>
                  <a:pt x="579965" y="31510"/>
                  <a:pt x="579962" y="31510"/>
                </a:cubicBezTo>
                <a:lnTo>
                  <a:pt x="527728" y="31510"/>
                </a:lnTo>
                <a:cubicBezTo>
                  <a:pt x="524840" y="31525"/>
                  <a:pt x="522484" y="29186"/>
                  <a:pt x="522469" y="26284"/>
                </a:cubicBezTo>
                <a:cubicBezTo>
                  <a:pt x="522469" y="26279"/>
                  <a:pt x="522469" y="26273"/>
                  <a:pt x="522469" y="26268"/>
                </a:cubicBezTo>
                <a:lnTo>
                  <a:pt x="522469" y="5271"/>
                </a:lnTo>
                <a:cubicBezTo>
                  <a:pt x="522465" y="2365"/>
                  <a:pt x="524810" y="5"/>
                  <a:pt x="527701" y="1"/>
                </a:cubicBezTo>
                <a:close/>
                <a:moveTo>
                  <a:pt x="376185" y="1"/>
                </a:moveTo>
                <a:lnTo>
                  <a:pt x="480695" y="1"/>
                </a:lnTo>
                <a:cubicBezTo>
                  <a:pt x="498001" y="28"/>
                  <a:pt x="512013" y="14128"/>
                  <a:pt x="512009" y="31510"/>
                </a:cubicBezTo>
                <a:lnTo>
                  <a:pt x="512009" y="36751"/>
                </a:lnTo>
                <a:cubicBezTo>
                  <a:pt x="512009" y="39638"/>
                  <a:pt x="509688" y="41982"/>
                  <a:pt x="506812" y="41995"/>
                </a:cubicBezTo>
                <a:lnTo>
                  <a:pt x="475436" y="41995"/>
                </a:lnTo>
                <a:cubicBezTo>
                  <a:pt x="472564" y="41982"/>
                  <a:pt x="470239" y="39638"/>
                  <a:pt x="470239" y="36751"/>
                </a:cubicBezTo>
                <a:cubicBezTo>
                  <a:pt x="470239" y="36735"/>
                  <a:pt x="470239" y="36720"/>
                  <a:pt x="470239" y="36704"/>
                </a:cubicBezTo>
                <a:cubicBezTo>
                  <a:pt x="470216" y="33811"/>
                  <a:pt x="467860" y="31486"/>
                  <a:pt x="464980" y="31510"/>
                </a:cubicBezTo>
                <a:lnTo>
                  <a:pt x="397082" y="31510"/>
                </a:lnTo>
                <a:cubicBezTo>
                  <a:pt x="397074" y="31510"/>
                  <a:pt x="397066" y="31510"/>
                  <a:pt x="397059" y="31510"/>
                </a:cubicBezTo>
                <a:cubicBezTo>
                  <a:pt x="391295" y="31511"/>
                  <a:pt x="386626" y="36205"/>
                  <a:pt x="386626" y="41995"/>
                </a:cubicBezTo>
                <a:lnTo>
                  <a:pt x="386626" y="52478"/>
                </a:lnTo>
                <a:cubicBezTo>
                  <a:pt x="386622" y="58281"/>
                  <a:pt x="391303" y="62988"/>
                  <a:pt x="397082" y="62991"/>
                </a:cubicBezTo>
                <a:lnTo>
                  <a:pt x="480695" y="62991"/>
                </a:lnTo>
                <a:cubicBezTo>
                  <a:pt x="497989" y="62991"/>
                  <a:pt x="512009" y="77071"/>
                  <a:pt x="512009" y="94440"/>
                </a:cubicBezTo>
                <a:lnTo>
                  <a:pt x="512009" y="125950"/>
                </a:lnTo>
                <a:cubicBezTo>
                  <a:pt x="512009" y="143325"/>
                  <a:pt x="497997" y="157415"/>
                  <a:pt x="480695" y="157430"/>
                </a:cubicBezTo>
                <a:lnTo>
                  <a:pt x="376185" y="157430"/>
                </a:lnTo>
                <a:cubicBezTo>
                  <a:pt x="376176" y="157430"/>
                  <a:pt x="376168" y="157430"/>
                  <a:pt x="376160" y="157430"/>
                </a:cubicBezTo>
                <a:cubicBezTo>
                  <a:pt x="358857" y="157423"/>
                  <a:pt x="344836" y="143330"/>
                  <a:pt x="344842" y="125950"/>
                </a:cubicBezTo>
                <a:lnTo>
                  <a:pt x="344842" y="120678"/>
                </a:lnTo>
                <a:cubicBezTo>
                  <a:pt x="344845" y="117790"/>
                  <a:pt x="347171" y="115447"/>
                  <a:pt x="350047" y="115437"/>
                </a:cubicBezTo>
                <a:lnTo>
                  <a:pt x="381413" y="115437"/>
                </a:lnTo>
                <a:cubicBezTo>
                  <a:pt x="384293" y="115444"/>
                  <a:pt x="386622" y="117787"/>
                  <a:pt x="386626" y="120678"/>
                </a:cubicBezTo>
                <a:cubicBezTo>
                  <a:pt x="386622" y="123583"/>
                  <a:pt x="388963" y="125941"/>
                  <a:pt x="391854" y="125950"/>
                </a:cubicBezTo>
                <a:lnTo>
                  <a:pt x="459783" y="125950"/>
                </a:lnTo>
                <a:cubicBezTo>
                  <a:pt x="459798" y="125950"/>
                  <a:pt x="459810" y="125950"/>
                  <a:pt x="459825" y="125950"/>
                </a:cubicBezTo>
                <a:cubicBezTo>
                  <a:pt x="465592" y="125936"/>
                  <a:pt x="470254" y="121229"/>
                  <a:pt x="470239" y="115437"/>
                </a:cubicBezTo>
                <a:lnTo>
                  <a:pt x="470239" y="104954"/>
                </a:lnTo>
                <a:cubicBezTo>
                  <a:pt x="470239" y="104951"/>
                  <a:pt x="470239" y="104949"/>
                  <a:pt x="470239" y="104947"/>
                </a:cubicBezTo>
                <a:cubicBezTo>
                  <a:pt x="470239" y="99145"/>
                  <a:pt x="465558" y="94441"/>
                  <a:pt x="459783" y="94440"/>
                </a:cubicBezTo>
                <a:lnTo>
                  <a:pt x="376185" y="94440"/>
                </a:lnTo>
                <a:cubicBezTo>
                  <a:pt x="376182" y="94440"/>
                  <a:pt x="376179" y="94440"/>
                  <a:pt x="376176" y="94440"/>
                </a:cubicBezTo>
                <a:cubicBezTo>
                  <a:pt x="358877" y="94447"/>
                  <a:pt x="344849" y="80366"/>
                  <a:pt x="344842" y="62991"/>
                </a:cubicBezTo>
                <a:lnTo>
                  <a:pt x="344842" y="31510"/>
                </a:lnTo>
                <a:cubicBezTo>
                  <a:pt x="344842" y="31508"/>
                  <a:pt x="344842" y="31507"/>
                  <a:pt x="344842" y="31505"/>
                </a:cubicBezTo>
                <a:cubicBezTo>
                  <a:pt x="344836" y="14112"/>
                  <a:pt x="358869" y="7"/>
                  <a:pt x="376185" y="1"/>
                </a:cubicBezTo>
                <a:close/>
                <a:moveTo>
                  <a:pt x="172420" y="1"/>
                </a:moveTo>
                <a:cubicBezTo>
                  <a:pt x="172421" y="1"/>
                  <a:pt x="172422" y="1"/>
                  <a:pt x="172424" y="1"/>
                </a:cubicBezTo>
                <a:lnTo>
                  <a:pt x="329162" y="1"/>
                </a:lnTo>
                <a:cubicBezTo>
                  <a:pt x="332052" y="11"/>
                  <a:pt x="334391" y="2368"/>
                  <a:pt x="334390" y="5271"/>
                </a:cubicBezTo>
                <a:lnTo>
                  <a:pt x="334390" y="26268"/>
                </a:lnTo>
                <a:cubicBezTo>
                  <a:pt x="334379" y="29162"/>
                  <a:pt x="332043" y="31504"/>
                  <a:pt x="329162" y="31510"/>
                </a:cubicBezTo>
                <a:lnTo>
                  <a:pt x="214223" y="31510"/>
                </a:lnTo>
                <a:cubicBezTo>
                  <a:pt x="211347" y="31499"/>
                  <a:pt x="209006" y="33832"/>
                  <a:pt x="208995" y="36722"/>
                </a:cubicBezTo>
                <a:cubicBezTo>
                  <a:pt x="208995" y="36732"/>
                  <a:pt x="208995" y="36741"/>
                  <a:pt x="208995" y="36751"/>
                </a:cubicBezTo>
                <a:lnTo>
                  <a:pt x="208995" y="57748"/>
                </a:lnTo>
                <a:cubicBezTo>
                  <a:pt x="208999" y="60645"/>
                  <a:pt x="211339" y="62991"/>
                  <a:pt x="214223" y="62991"/>
                </a:cubicBezTo>
                <a:lnTo>
                  <a:pt x="318706" y="62991"/>
                </a:lnTo>
                <a:cubicBezTo>
                  <a:pt x="321590" y="62987"/>
                  <a:pt x="323931" y="65332"/>
                  <a:pt x="323935" y="68228"/>
                </a:cubicBezTo>
                <a:cubicBezTo>
                  <a:pt x="323935" y="68230"/>
                  <a:pt x="323935" y="68231"/>
                  <a:pt x="323935" y="68232"/>
                </a:cubicBezTo>
                <a:lnTo>
                  <a:pt x="323935" y="89229"/>
                </a:lnTo>
                <a:cubicBezTo>
                  <a:pt x="323920" y="92117"/>
                  <a:pt x="321581" y="94448"/>
                  <a:pt x="318706" y="94440"/>
                </a:cubicBezTo>
                <a:lnTo>
                  <a:pt x="214223" y="94440"/>
                </a:lnTo>
                <a:cubicBezTo>
                  <a:pt x="211333" y="94443"/>
                  <a:pt x="208992" y="96799"/>
                  <a:pt x="208995" y="99703"/>
                </a:cubicBezTo>
                <a:cubicBezTo>
                  <a:pt x="208995" y="99706"/>
                  <a:pt x="208995" y="99709"/>
                  <a:pt x="208995" y="99712"/>
                </a:cubicBezTo>
                <a:lnTo>
                  <a:pt x="208995" y="120678"/>
                </a:lnTo>
                <a:cubicBezTo>
                  <a:pt x="208987" y="123582"/>
                  <a:pt x="211323" y="125942"/>
                  <a:pt x="214214" y="125950"/>
                </a:cubicBezTo>
                <a:cubicBezTo>
                  <a:pt x="214217" y="125950"/>
                  <a:pt x="214220" y="125950"/>
                  <a:pt x="214223" y="125950"/>
                </a:cubicBezTo>
                <a:lnTo>
                  <a:pt x="329162" y="125950"/>
                </a:lnTo>
                <a:cubicBezTo>
                  <a:pt x="332046" y="125946"/>
                  <a:pt x="334387" y="128291"/>
                  <a:pt x="334390" y="131188"/>
                </a:cubicBezTo>
                <a:cubicBezTo>
                  <a:pt x="334390" y="131189"/>
                  <a:pt x="334390" y="131191"/>
                  <a:pt x="334390" y="131192"/>
                </a:cubicBezTo>
                <a:lnTo>
                  <a:pt x="334390" y="152157"/>
                </a:lnTo>
                <a:cubicBezTo>
                  <a:pt x="334391" y="155061"/>
                  <a:pt x="332053" y="157418"/>
                  <a:pt x="329162" y="157428"/>
                </a:cubicBezTo>
                <a:lnTo>
                  <a:pt x="172424" y="157428"/>
                </a:lnTo>
                <a:cubicBezTo>
                  <a:pt x="169532" y="157424"/>
                  <a:pt x="167191" y="155066"/>
                  <a:pt x="167195" y="152162"/>
                </a:cubicBezTo>
                <a:cubicBezTo>
                  <a:pt x="167195" y="152160"/>
                  <a:pt x="167195" y="152159"/>
                  <a:pt x="167195" y="152157"/>
                </a:cubicBezTo>
                <a:lnTo>
                  <a:pt x="167195" y="5271"/>
                </a:lnTo>
                <a:cubicBezTo>
                  <a:pt x="167189" y="2367"/>
                  <a:pt x="169528" y="7"/>
                  <a:pt x="172420" y="1"/>
                </a:cubicBezTo>
                <a:close/>
                <a:moveTo>
                  <a:pt x="5229" y="1"/>
                </a:moveTo>
                <a:lnTo>
                  <a:pt x="151513" y="1"/>
                </a:lnTo>
                <a:cubicBezTo>
                  <a:pt x="154404" y="5"/>
                  <a:pt x="156745" y="2363"/>
                  <a:pt x="156742" y="5268"/>
                </a:cubicBezTo>
                <a:cubicBezTo>
                  <a:pt x="156742" y="5269"/>
                  <a:pt x="156742" y="5270"/>
                  <a:pt x="156742" y="5271"/>
                </a:cubicBezTo>
                <a:lnTo>
                  <a:pt x="156742" y="26268"/>
                </a:lnTo>
                <a:cubicBezTo>
                  <a:pt x="156736" y="29164"/>
                  <a:pt x="154397" y="31509"/>
                  <a:pt x="151513" y="31510"/>
                </a:cubicBezTo>
                <a:lnTo>
                  <a:pt x="47030" y="31510"/>
                </a:lnTo>
                <a:cubicBezTo>
                  <a:pt x="44146" y="31509"/>
                  <a:pt x="41806" y="33854"/>
                  <a:pt x="41801" y="36751"/>
                </a:cubicBezTo>
                <a:lnTo>
                  <a:pt x="41801" y="57748"/>
                </a:lnTo>
                <a:cubicBezTo>
                  <a:pt x="41815" y="60641"/>
                  <a:pt x="44149" y="62981"/>
                  <a:pt x="47030" y="62991"/>
                </a:cubicBezTo>
                <a:lnTo>
                  <a:pt x="141083" y="62991"/>
                </a:lnTo>
                <a:cubicBezTo>
                  <a:pt x="143967" y="62989"/>
                  <a:pt x="146307" y="65335"/>
                  <a:pt x="146312" y="68232"/>
                </a:cubicBezTo>
                <a:lnTo>
                  <a:pt x="146284" y="89229"/>
                </a:lnTo>
                <a:cubicBezTo>
                  <a:pt x="146279" y="92111"/>
                  <a:pt x="143951" y="94443"/>
                  <a:pt x="141082" y="94440"/>
                </a:cubicBezTo>
                <a:lnTo>
                  <a:pt x="47028" y="94440"/>
                </a:lnTo>
                <a:cubicBezTo>
                  <a:pt x="44139" y="94454"/>
                  <a:pt x="41802" y="96810"/>
                  <a:pt x="41801" y="99712"/>
                </a:cubicBezTo>
                <a:lnTo>
                  <a:pt x="41801" y="152157"/>
                </a:lnTo>
                <a:cubicBezTo>
                  <a:pt x="41808" y="155061"/>
                  <a:pt x="39470" y="157421"/>
                  <a:pt x="36579" y="157428"/>
                </a:cubicBezTo>
                <a:cubicBezTo>
                  <a:pt x="36577" y="157428"/>
                  <a:pt x="36574" y="157428"/>
                  <a:pt x="36572" y="157428"/>
                </a:cubicBezTo>
                <a:lnTo>
                  <a:pt x="5229" y="157430"/>
                </a:lnTo>
                <a:cubicBezTo>
                  <a:pt x="2338" y="157417"/>
                  <a:pt x="1" y="155060"/>
                  <a:pt x="0" y="152157"/>
                </a:cubicBezTo>
                <a:lnTo>
                  <a:pt x="0" y="5271"/>
                </a:lnTo>
                <a:cubicBezTo>
                  <a:pt x="2" y="2369"/>
                  <a:pt x="2339" y="14"/>
                  <a:pt x="5229" y="1"/>
                </a:cubicBezTo>
                <a:close/>
              </a:path>
            </a:pathLst>
          </a:custGeom>
          <a:solidFill xmlns:a="http://schemas.openxmlformats.org/drawingml/2006/main">
            <a:srgbClr val="0091DC"/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2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C35F600C-5254-9ED5-D79E-6C03AF9DDEEB}"/>
              </a:ext>
            </a:extLst>
          </p:cNvPr>
          <p:cNvSpPr>
            <a:spLocks xmlns:a="http://schemas.openxmlformats.org/drawingml/2006/main" noGrp="1"/>
          </p:cNvSpPr>
          <p:nvPr>
            <p:ph type="pic" idx="23" hasCustomPrompt="1"/>
          </p:nvPr>
        </p:nvSpPr>
        <p:spPr>
          <a:xfrm xmlns:a="http://schemas.openxmlformats.org/drawingml/2006/main">
            <a:off x="5068676" y="4089455"/>
            <a:ext cx="3009172" cy="198184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  <a:ln xmlns:a="http://schemas.openxmlformats.org/drawingml/2006/main" w="69850">
            <a:solidFill>
              <a:schemeClr val="bg1"/>
            </a:solidFill>
          </a:ln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59692F17-DF23-900B-6A29-8DC63BF654E6}"/>
              </a:ext>
            </a:extLst>
          </p:cNvPr>
          <p:cNvSpPr>
            <a:spLocks xmlns:a="http://schemas.openxmlformats.org/drawingml/2006/main" noGrp="1"/>
          </p:cNvSpPr>
          <p:nvPr>
            <p:ph type="pic" idx="24" hasCustomPrompt="1"/>
          </p:nvPr>
        </p:nvSpPr>
        <p:spPr>
          <a:xfrm xmlns:a="http://schemas.openxmlformats.org/drawingml/2006/main">
            <a:off x="8779164" y="4089456"/>
            <a:ext cx="3009172" cy="198184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  <a:ln xmlns:a="http://schemas.openxmlformats.org/drawingml/2006/main" w="69850">
            <a:solidFill>
              <a:schemeClr val="bg1"/>
            </a:solidFill>
          </a:ln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6" name="Gerader Verbinder 5">
            <a:extLst xmlns:a="http://schemas.openxmlformats.org/drawingml/2006/main">
              <a:ext uri="{FF2B5EF4-FFF2-40B4-BE49-F238E27FC236}">
                <a16:creationId xmlns:a16="http://schemas.microsoft.com/office/drawing/2014/main" id="{ACD1145E-E0DA-4F0C-865A-E72B9EF6B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Titel 8">
            <a:extLst xmlns:a="http://schemas.openxmlformats.org/drawingml/2006/main">
              <a:ext uri="{FF2B5EF4-FFF2-40B4-BE49-F238E27FC236}">
                <a16:creationId xmlns:a16="http://schemas.microsoft.com/office/drawing/2014/main" id="{D21E0D19-5457-16AD-73E8-A5B915CFF1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7" y="933490"/>
            <a:ext cx="5576927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15" name="Datumsplatzhalter 14">
            <a:extLst xmlns:a="http://schemas.openxmlformats.org/drawingml/2006/main">
              <a:ext uri="{FF2B5EF4-FFF2-40B4-BE49-F238E27FC236}">
                <a16:creationId xmlns:a16="http://schemas.microsoft.com/office/drawing/2014/main" id="{68ABBA91-8E20-CB30-AAD7-A616306865BF}"/>
              </a:ext>
            </a:extLst>
          </p:cNvPr>
          <p:cNvSpPr>
            <a:spLocks xmlns:a="http://schemas.openxmlformats.org/drawingml/2006/main" noGrp="1"/>
          </p:cNvSpPr>
          <p:nvPr>
            <p:ph type="dt" idx="2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6" name="Fußzeilenplatzhalter 15">
            <a:extLst xmlns:a="http://schemas.openxmlformats.org/drawingml/2006/main">
              <a:ext uri="{FF2B5EF4-FFF2-40B4-BE49-F238E27FC236}">
                <a16:creationId xmlns:a16="http://schemas.microsoft.com/office/drawing/2014/main" id="{A6525E11-5EC5-6C24-CBAA-CE27869B4BAF}"/>
              </a:ext>
            </a:extLst>
          </p:cNvPr>
          <p:cNvSpPr>
            <a:spLocks xmlns:a="http://schemas.openxmlformats.org/drawingml/2006/main" noGrp="1"/>
          </p:cNvSpPr>
          <p:nvPr>
            <p:ph type="ftr" idx="2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5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CE2B948D-72E4-E7FE-4BD7-3B95572BAE2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52.xml><?xml version="1.0" encoding="utf-8"?>
<p:sldLayout xmlns:p="http://schemas.openxmlformats.org/presentationml/2006/main" preserve="1">
  <p:cSld name="Text + 3x Picture small up - without ribb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8" y="2475287"/>
            <a:ext cx="3522176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7123326" y="1"/>
            <a:ext cx="5068675" cy="651178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0" bIns="144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3" name="Untertitel 2">
            <a:extLst xmlns:a="http://schemas.openxmlformats.org/drawingml/2006/main">
              <a:ext uri="{FF2B5EF4-FFF2-40B4-BE49-F238E27FC236}">
                <a16:creationId xmlns:a16="http://schemas.microsoft.com/office/drawing/2014/main" id="{17FBEE26-EF6A-FB40-624D-D3EF6BE01A90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649620" y="893160"/>
            <a:ext cx="895233" cy="162409"/>
          </a:xfrm>
          <a:custGeom xmlns:a="http://schemas.openxmlformats.org/drawingml/2006/main">
            <a:gdLst>
              <a:gd name="connsiteX0" fmla="*/ 752298 w 867271"/>
              <a:gd name="connsiteY0" fmla="*/ 31510 h 157430"/>
              <a:gd name="connsiteX1" fmla="*/ 741899 w 867271"/>
              <a:gd name="connsiteY1" fmla="*/ 41995 h 157430"/>
              <a:gd name="connsiteX2" fmla="*/ 741899 w 867271"/>
              <a:gd name="connsiteY2" fmla="*/ 115437 h 157430"/>
              <a:gd name="connsiteX3" fmla="*/ 741899 w 867271"/>
              <a:gd name="connsiteY3" fmla="*/ 115481 h 157430"/>
              <a:gd name="connsiteX4" fmla="*/ 752359 w 867271"/>
              <a:gd name="connsiteY4" fmla="*/ 125950 h 157430"/>
              <a:gd name="connsiteX5" fmla="*/ 815045 w 867271"/>
              <a:gd name="connsiteY5" fmla="*/ 125950 h 157430"/>
              <a:gd name="connsiteX6" fmla="*/ 815087 w 867271"/>
              <a:gd name="connsiteY6" fmla="*/ 125950 h 157430"/>
              <a:gd name="connsiteX7" fmla="*/ 825501 w 867271"/>
              <a:gd name="connsiteY7" fmla="*/ 115437 h 157430"/>
              <a:gd name="connsiteX8" fmla="*/ 825497 w 867271"/>
              <a:gd name="connsiteY8" fmla="*/ 41997 h 157430"/>
              <a:gd name="connsiteX9" fmla="*/ 825497 w 867271"/>
              <a:gd name="connsiteY9" fmla="*/ 41934 h 157430"/>
              <a:gd name="connsiteX10" fmla="*/ 815041 w 867271"/>
              <a:gd name="connsiteY10" fmla="*/ 31510 h 157430"/>
              <a:gd name="connsiteX11" fmla="*/ 752355 w 867271"/>
              <a:gd name="connsiteY11" fmla="*/ 31510 h 157430"/>
              <a:gd name="connsiteX12" fmla="*/ 752298 w 867271"/>
              <a:gd name="connsiteY12" fmla="*/ 31510 h 157430"/>
              <a:gd name="connsiteX13" fmla="*/ 731443 w 867271"/>
              <a:gd name="connsiteY13" fmla="*/ 1 h 157430"/>
              <a:gd name="connsiteX14" fmla="*/ 835957 w 867271"/>
              <a:gd name="connsiteY14" fmla="*/ 1 h 157430"/>
              <a:gd name="connsiteX15" fmla="*/ 835991 w 867271"/>
              <a:gd name="connsiteY15" fmla="*/ 1 h 157430"/>
              <a:gd name="connsiteX16" fmla="*/ 867271 w 867271"/>
              <a:gd name="connsiteY16" fmla="*/ 31510 h 157430"/>
              <a:gd name="connsiteX17" fmla="*/ 867271 w 867271"/>
              <a:gd name="connsiteY17" fmla="*/ 125950 h 157430"/>
              <a:gd name="connsiteX18" fmla="*/ 867271 w 867271"/>
              <a:gd name="connsiteY18" fmla="*/ 126003 h 157430"/>
              <a:gd name="connsiteX19" fmla="*/ 835957 w 867271"/>
              <a:gd name="connsiteY19" fmla="*/ 157430 h 157430"/>
              <a:gd name="connsiteX20" fmla="*/ 731443 w 867271"/>
              <a:gd name="connsiteY20" fmla="*/ 157430 h 157430"/>
              <a:gd name="connsiteX21" fmla="*/ 700129 w 867271"/>
              <a:gd name="connsiteY21" fmla="*/ 125950 h 157430"/>
              <a:gd name="connsiteX22" fmla="*/ 700129 w 867271"/>
              <a:gd name="connsiteY22" fmla="*/ 31510 h 157430"/>
              <a:gd name="connsiteX23" fmla="*/ 731443 w 867271"/>
              <a:gd name="connsiteY23" fmla="*/ 1 h 157430"/>
              <a:gd name="connsiteX24" fmla="*/ 527701 w 867271"/>
              <a:gd name="connsiteY24" fmla="*/ 1 h 157430"/>
              <a:gd name="connsiteX25" fmla="*/ 527728 w 867271"/>
              <a:gd name="connsiteY25" fmla="*/ 1 h 157430"/>
              <a:gd name="connsiteX26" fmla="*/ 684414 w 867271"/>
              <a:gd name="connsiteY26" fmla="*/ 1 h 157430"/>
              <a:gd name="connsiteX27" fmla="*/ 689673 w 867271"/>
              <a:gd name="connsiteY27" fmla="*/ 5244 h 157430"/>
              <a:gd name="connsiteX28" fmla="*/ 689673 w 867271"/>
              <a:gd name="connsiteY28" fmla="*/ 5271 h 157430"/>
              <a:gd name="connsiteX29" fmla="*/ 689673 w 867271"/>
              <a:gd name="connsiteY29" fmla="*/ 26268 h 157430"/>
              <a:gd name="connsiteX30" fmla="*/ 684426 w 867271"/>
              <a:gd name="connsiteY30" fmla="*/ 31510 h 157430"/>
              <a:gd name="connsiteX31" fmla="*/ 684414 w 867271"/>
              <a:gd name="connsiteY31" fmla="*/ 31510 h 157430"/>
              <a:gd name="connsiteX32" fmla="*/ 632188 w 867271"/>
              <a:gd name="connsiteY32" fmla="*/ 31510 h 157430"/>
              <a:gd name="connsiteX33" fmla="*/ 626987 w 867271"/>
              <a:gd name="connsiteY33" fmla="*/ 36737 h 157430"/>
              <a:gd name="connsiteX34" fmla="*/ 626987 w 867271"/>
              <a:gd name="connsiteY34" fmla="*/ 36751 h 157430"/>
              <a:gd name="connsiteX35" fmla="*/ 626987 w 867271"/>
              <a:gd name="connsiteY35" fmla="*/ 152157 h 157430"/>
              <a:gd name="connsiteX36" fmla="*/ 621759 w 867271"/>
              <a:gd name="connsiteY36" fmla="*/ 157428 h 157430"/>
              <a:gd name="connsiteX37" fmla="*/ 621728 w 867271"/>
              <a:gd name="connsiteY37" fmla="*/ 157428 h 157430"/>
              <a:gd name="connsiteX38" fmla="*/ 590418 w 867271"/>
              <a:gd name="connsiteY38" fmla="*/ 157428 h 157430"/>
              <a:gd name="connsiteX39" fmla="*/ 585159 w 867271"/>
              <a:gd name="connsiteY39" fmla="*/ 152185 h 157430"/>
              <a:gd name="connsiteX40" fmla="*/ 585159 w 867271"/>
              <a:gd name="connsiteY40" fmla="*/ 152157 h 157430"/>
              <a:gd name="connsiteX41" fmla="*/ 585159 w 867271"/>
              <a:gd name="connsiteY41" fmla="*/ 36751 h 157430"/>
              <a:gd name="connsiteX42" fmla="*/ 579973 w 867271"/>
              <a:gd name="connsiteY42" fmla="*/ 31510 h 157430"/>
              <a:gd name="connsiteX43" fmla="*/ 579962 w 867271"/>
              <a:gd name="connsiteY43" fmla="*/ 31510 h 157430"/>
              <a:gd name="connsiteX44" fmla="*/ 527728 w 867271"/>
              <a:gd name="connsiteY44" fmla="*/ 31510 h 157430"/>
              <a:gd name="connsiteX45" fmla="*/ 522469 w 867271"/>
              <a:gd name="connsiteY45" fmla="*/ 26284 h 157430"/>
              <a:gd name="connsiteX46" fmla="*/ 522469 w 867271"/>
              <a:gd name="connsiteY46" fmla="*/ 26268 h 157430"/>
              <a:gd name="connsiteX47" fmla="*/ 522469 w 867271"/>
              <a:gd name="connsiteY47" fmla="*/ 5271 h 157430"/>
              <a:gd name="connsiteX48" fmla="*/ 527701 w 867271"/>
              <a:gd name="connsiteY48" fmla="*/ 1 h 157430"/>
              <a:gd name="connsiteX49" fmla="*/ 376185 w 867271"/>
              <a:gd name="connsiteY49" fmla="*/ 1 h 157430"/>
              <a:gd name="connsiteX50" fmla="*/ 480695 w 867271"/>
              <a:gd name="connsiteY50" fmla="*/ 1 h 157430"/>
              <a:gd name="connsiteX51" fmla="*/ 512009 w 867271"/>
              <a:gd name="connsiteY51" fmla="*/ 31510 h 157430"/>
              <a:gd name="connsiteX52" fmla="*/ 512009 w 867271"/>
              <a:gd name="connsiteY52" fmla="*/ 36751 h 157430"/>
              <a:gd name="connsiteX53" fmla="*/ 506812 w 867271"/>
              <a:gd name="connsiteY53" fmla="*/ 41995 h 157430"/>
              <a:gd name="connsiteX54" fmla="*/ 475436 w 867271"/>
              <a:gd name="connsiteY54" fmla="*/ 41995 h 157430"/>
              <a:gd name="connsiteX55" fmla="*/ 470239 w 867271"/>
              <a:gd name="connsiteY55" fmla="*/ 36751 h 157430"/>
              <a:gd name="connsiteX56" fmla="*/ 470239 w 867271"/>
              <a:gd name="connsiteY56" fmla="*/ 36704 h 157430"/>
              <a:gd name="connsiteX57" fmla="*/ 464980 w 867271"/>
              <a:gd name="connsiteY57" fmla="*/ 31510 h 157430"/>
              <a:gd name="connsiteX58" fmla="*/ 397082 w 867271"/>
              <a:gd name="connsiteY58" fmla="*/ 31510 h 157430"/>
              <a:gd name="connsiteX59" fmla="*/ 397059 w 867271"/>
              <a:gd name="connsiteY59" fmla="*/ 31510 h 157430"/>
              <a:gd name="connsiteX60" fmla="*/ 386626 w 867271"/>
              <a:gd name="connsiteY60" fmla="*/ 41995 h 157430"/>
              <a:gd name="connsiteX61" fmla="*/ 386626 w 867271"/>
              <a:gd name="connsiteY61" fmla="*/ 52478 h 157430"/>
              <a:gd name="connsiteX62" fmla="*/ 397082 w 867271"/>
              <a:gd name="connsiteY62" fmla="*/ 62991 h 157430"/>
              <a:gd name="connsiteX63" fmla="*/ 480695 w 867271"/>
              <a:gd name="connsiteY63" fmla="*/ 62991 h 157430"/>
              <a:gd name="connsiteX64" fmla="*/ 512009 w 867271"/>
              <a:gd name="connsiteY64" fmla="*/ 94440 h 157430"/>
              <a:gd name="connsiteX65" fmla="*/ 512009 w 867271"/>
              <a:gd name="connsiteY65" fmla="*/ 125950 h 157430"/>
              <a:gd name="connsiteX66" fmla="*/ 480695 w 867271"/>
              <a:gd name="connsiteY66" fmla="*/ 157430 h 157430"/>
              <a:gd name="connsiteX67" fmla="*/ 376185 w 867271"/>
              <a:gd name="connsiteY67" fmla="*/ 157430 h 157430"/>
              <a:gd name="connsiteX68" fmla="*/ 376160 w 867271"/>
              <a:gd name="connsiteY68" fmla="*/ 157430 h 157430"/>
              <a:gd name="connsiteX69" fmla="*/ 344842 w 867271"/>
              <a:gd name="connsiteY69" fmla="*/ 125950 h 157430"/>
              <a:gd name="connsiteX70" fmla="*/ 344842 w 867271"/>
              <a:gd name="connsiteY70" fmla="*/ 120678 h 157430"/>
              <a:gd name="connsiteX71" fmla="*/ 350047 w 867271"/>
              <a:gd name="connsiteY71" fmla="*/ 115437 h 157430"/>
              <a:gd name="connsiteX72" fmla="*/ 381413 w 867271"/>
              <a:gd name="connsiteY72" fmla="*/ 115437 h 157430"/>
              <a:gd name="connsiteX73" fmla="*/ 386626 w 867271"/>
              <a:gd name="connsiteY73" fmla="*/ 120678 h 157430"/>
              <a:gd name="connsiteX74" fmla="*/ 391854 w 867271"/>
              <a:gd name="connsiteY74" fmla="*/ 125950 h 157430"/>
              <a:gd name="connsiteX75" fmla="*/ 459783 w 867271"/>
              <a:gd name="connsiteY75" fmla="*/ 125950 h 157430"/>
              <a:gd name="connsiteX76" fmla="*/ 459825 w 867271"/>
              <a:gd name="connsiteY76" fmla="*/ 125950 h 157430"/>
              <a:gd name="connsiteX77" fmla="*/ 470239 w 867271"/>
              <a:gd name="connsiteY77" fmla="*/ 115437 h 157430"/>
              <a:gd name="connsiteX78" fmla="*/ 470239 w 867271"/>
              <a:gd name="connsiteY78" fmla="*/ 104954 h 157430"/>
              <a:gd name="connsiteX79" fmla="*/ 470239 w 867271"/>
              <a:gd name="connsiteY79" fmla="*/ 104947 h 157430"/>
              <a:gd name="connsiteX80" fmla="*/ 459783 w 867271"/>
              <a:gd name="connsiteY80" fmla="*/ 94440 h 157430"/>
              <a:gd name="connsiteX81" fmla="*/ 376185 w 867271"/>
              <a:gd name="connsiteY81" fmla="*/ 94440 h 157430"/>
              <a:gd name="connsiteX82" fmla="*/ 376176 w 867271"/>
              <a:gd name="connsiteY82" fmla="*/ 94440 h 157430"/>
              <a:gd name="connsiteX83" fmla="*/ 344842 w 867271"/>
              <a:gd name="connsiteY83" fmla="*/ 62991 h 157430"/>
              <a:gd name="connsiteX84" fmla="*/ 344842 w 867271"/>
              <a:gd name="connsiteY84" fmla="*/ 31510 h 157430"/>
              <a:gd name="connsiteX85" fmla="*/ 344842 w 867271"/>
              <a:gd name="connsiteY85" fmla="*/ 31505 h 157430"/>
              <a:gd name="connsiteX86" fmla="*/ 376185 w 867271"/>
              <a:gd name="connsiteY86" fmla="*/ 1 h 157430"/>
              <a:gd name="connsiteX87" fmla="*/ 172420 w 867271"/>
              <a:gd name="connsiteY87" fmla="*/ 1 h 157430"/>
              <a:gd name="connsiteX88" fmla="*/ 172424 w 867271"/>
              <a:gd name="connsiteY88" fmla="*/ 1 h 157430"/>
              <a:gd name="connsiteX89" fmla="*/ 329162 w 867271"/>
              <a:gd name="connsiteY89" fmla="*/ 1 h 157430"/>
              <a:gd name="connsiteX90" fmla="*/ 334390 w 867271"/>
              <a:gd name="connsiteY90" fmla="*/ 5271 h 157430"/>
              <a:gd name="connsiteX91" fmla="*/ 334390 w 867271"/>
              <a:gd name="connsiteY91" fmla="*/ 26268 h 157430"/>
              <a:gd name="connsiteX92" fmla="*/ 329162 w 867271"/>
              <a:gd name="connsiteY92" fmla="*/ 31510 h 157430"/>
              <a:gd name="connsiteX93" fmla="*/ 214223 w 867271"/>
              <a:gd name="connsiteY93" fmla="*/ 31510 h 157430"/>
              <a:gd name="connsiteX94" fmla="*/ 208995 w 867271"/>
              <a:gd name="connsiteY94" fmla="*/ 36722 h 157430"/>
              <a:gd name="connsiteX95" fmla="*/ 208995 w 867271"/>
              <a:gd name="connsiteY95" fmla="*/ 36751 h 157430"/>
              <a:gd name="connsiteX96" fmla="*/ 208995 w 867271"/>
              <a:gd name="connsiteY96" fmla="*/ 57748 h 157430"/>
              <a:gd name="connsiteX97" fmla="*/ 214223 w 867271"/>
              <a:gd name="connsiteY97" fmla="*/ 62991 h 157430"/>
              <a:gd name="connsiteX98" fmla="*/ 318706 w 867271"/>
              <a:gd name="connsiteY98" fmla="*/ 62991 h 157430"/>
              <a:gd name="connsiteX99" fmla="*/ 323935 w 867271"/>
              <a:gd name="connsiteY99" fmla="*/ 68228 h 157430"/>
              <a:gd name="connsiteX100" fmla="*/ 323935 w 867271"/>
              <a:gd name="connsiteY100" fmla="*/ 68232 h 157430"/>
              <a:gd name="connsiteX101" fmla="*/ 323935 w 867271"/>
              <a:gd name="connsiteY101" fmla="*/ 89229 h 157430"/>
              <a:gd name="connsiteX102" fmla="*/ 318706 w 867271"/>
              <a:gd name="connsiteY102" fmla="*/ 94440 h 157430"/>
              <a:gd name="connsiteX103" fmla="*/ 214223 w 867271"/>
              <a:gd name="connsiteY103" fmla="*/ 94440 h 157430"/>
              <a:gd name="connsiteX104" fmla="*/ 208995 w 867271"/>
              <a:gd name="connsiteY104" fmla="*/ 99703 h 157430"/>
              <a:gd name="connsiteX105" fmla="*/ 208995 w 867271"/>
              <a:gd name="connsiteY105" fmla="*/ 99712 h 157430"/>
              <a:gd name="connsiteX106" fmla="*/ 208995 w 867271"/>
              <a:gd name="connsiteY106" fmla="*/ 120678 h 157430"/>
              <a:gd name="connsiteX107" fmla="*/ 214214 w 867271"/>
              <a:gd name="connsiteY107" fmla="*/ 125950 h 157430"/>
              <a:gd name="connsiteX108" fmla="*/ 214223 w 867271"/>
              <a:gd name="connsiteY108" fmla="*/ 125950 h 157430"/>
              <a:gd name="connsiteX109" fmla="*/ 329162 w 867271"/>
              <a:gd name="connsiteY109" fmla="*/ 125950 h 157430"/>
              <a:gd name="connsiteX110" fmla="*/ 334390 w 867271"/>
              <a:gd name="connsiteY110" fmla="*/ 131188 h 157430"/>
              <a:gd name="connsiteX111" fmla="*/ 334390 w 867271"/>
              <a:gd name="connsiteY111" fmla="*/ 131192 h 157430"/>
              <a:gd name="connsiteX112" fmla="*/ 334390 w 867271"/>
              <a:gd name="connsiteY112" fmla="*/ 152157 h 157430"/>
              <a:gd name="connsiteX113" fmla="*/ 329162 w 867271"/>
              <a:gd name="connsiteY113" fmla="*/ 157428 h 157430"/>
              <a:gd name="connsiteX114" fmla="*/ 172424 w 867271"/>
              <a:gd name="connsiteY114" fmla="*/ 157428 h 157430"/>
              <a:gd name="connsiteX115" fmla="*/ 167195 w 867271"/>
              <a:gd name="connsiteY115" fmla="*/ 152162 h 157430"/>
              <a:gd name="connsiteX116" fmla="*/ 167195 w 867271"/>
              <a:gd name="connsiteY116" fmla="*/ 152157 h 157430"/>
              <a:gd name="connsiteX117" fmla="*/ 167195 w 867271"/>
              <a:gd name="connsiteY117" fmla="*/ 5271 h 157430"/>
              <a:gd name="connsiteX118" fmla="*/ 172420 w 867271"/>
              <a:gd name="connsiteY118" fmla="*/ 1 h 157430"/>
              <a:gd name="connsiteX119" fmla="*/ 5229 w 867271"/>
              <a:gd name="connsiteY119" fmla="*/ 1 h 157430"/>
              <a:gd name="connsiteX120" fmla="*/ 151513 w 867271"/>
              <a:gd name="connsiteY120" fmla="*/ 1 h 157430"/>
              <a:gd name="connsiteX121" fmla="*/ 156742 w 867271"/>
              <a:gd name="connsiteY121" fmla="*/ 5268 h 157430"/>
              <a:gd name="connsiteX122" fmla="*/ 156742 w 867271"/>
              <a:gd name="connsiteY122" fmla="*/ 5271 h 157430"/>
              <a:gd name="connsiteX123" fmla="*/ 156742 w 867271"/>
              <a:gd name="connsiteY123" fmla="*/ 26268 h 157430"/>
              <a:gd name="connsiteX124" fmla="*/ 151513 w 867271"/>
              <a:gd name="connsiteY124" fmla="*/ 31510 h 157430"/>
              <a:gd name="connsiteX125" fmla="*/ 47030 w 867271"/>
              <a:gd name="connsiteY125" fmla="*/ 31510 h 157430"/>
              <a:gd name="connsiteX126" fmla="*/ 41801 w 867271"/>
              <a:gd name="connsiteY126" fmla="*/ 36751 h 157430"/>
              <a:gd name="connsiteX127" fmla="*/ 41801 w 867271"/>
              <a:gd name="connsiteY127" fmla="*/ 57748 h 157430"/>
              <a:gd name="connsiteX128" fmla="*/ 47030 w 867271"/>
              <a:gd name="connsiteY128" fmla="*/ 62991 h 157430"/>
              <a:gd name="connsiteX129" fmla="*/ 141083 w 867271"/>
              <a:gd name="connsiteY129" fmla="*/ 62991 h 157430"/>
              <a:gd name="connsiteX130" fmla="*/ 146312 w 867271"/>
              <a:gd name="connsiteY130" fmla="*/ 68232 h 157430"/>
              <a:gd name="connsiteX131" fmla="*/ 146284 w 867271"/>
              <a:gd name="connsiteY131" fmla="*/ 89229 h 157430"/>
              <a:gd name="connsiteX132" fmla="*/ 141082 w 867271"/>
              <a:gd name="connsiteY132" fmla="*/ 94440 h 157430"/>
              <a:gd name="connsiteX133" fmla="*/ 47028 w 867271"/>
              <a:gd name="connsiteY133" fmla="*/ 94440 h 157430"/>
              <a:gd name="connsiteX134" fmla="*/ 41801 w 867271"/>
              <a:gd name="connsiteY134" fmla="*/ 99712 h 157430"/>
              <a:gd name="connsiteX135" fmla="*/ 41801 w 867271"/>
              <a:gd name="connsiteY135" fmla="*/ 152157 h 157430"/>
              <a:gd name="connsiteX136" fmla="*/ 36579 w 867271"/>
              <a:gd name="connsiteY136" fmla="*/ 157428 h 157430"/>
              <a:gd name="connsiteX137" fmla="*/ 36572 w 867271"/>
              <a:gd name="connsiteY137" fmla="*/ 157428 h 157430"/>
              <a:gd name="connsiteX138" fmla="*/ 5229 w 867271"/>
              <a:gd name="connsiteY138" fmla="*/ 157430 h 157430"/>
              <a:gd name="connsiteX139" fmla="*/ 0 w 867271"/>
              <a:gd name="connsiteY139" fmla="*/ 152157 h 157430"/>
              <a:gd name="connsiteX140" fmla="*/ 0 w 867271"/>
              <a:gd name="connsiteY140" fmla="*/ 5271 h 157430"/>
              <a:gd name="connsiteX141" fmla="*/ 5229 w 867271"/>
              <a:gd name="connsiteY141" fmla="*/ 1 h 157430"/>
            </a:gdLst>
            <a:rect l="l" t="t" r="r" b="b"/>
            <a:pathLst>
              <a:path w="867271" h="157430">
                <a:moveTo>
                  <a:pt x="752298" y="31510"/>
                </a:moveTo>
                <a:cubicBezTo>
                  <a:pt x="746542" y="31521"/>
                  <a:pt x="741888" y="36215"/>
                  <a:pt x="741899" y="41995"/>
                </a:cubicBezTo>
                <a:lnTo>
                  <a:pt x="741899" y="115437"/>
                </a:lnTo>
                <a:cubicBezTo>
                  <a:pt x="741899" y="115452"/>
                  <a:pt x="741899" y="115467"/>
                  <a:pt x="741899" y="115481"/>
                </a:cubicBezTo>
                <a:cubicBezTo>
                  <a:pt x="741910" y="121273"/>
                  <a:pt x="746592" y="125960"/>
                  <a:pt x="752359" y="125950"/>
                </a:cubicBezTo>
                <a:lnTo>
                  <a:pt x="815045" y="125950"/>
                </a:lnTo>
                <a:cubicBezTo>
                  <a:pt x="815056" y="125950"/>
                  <a:pt x="815072" y="125950"/>
                  <a:pt x="815087" y="125950"/>
                </a:cubicBezTo>
                <a:cubicBezTo>
                  <a:pt x="820854" y="125936"/>
                  <a:pt x="825516" y="121229"/>
                  <a:pt x="825501" y="115437"/>
                </a:cubicBezTo>
                <a:lnTo>
                  <a:pt x="825497" y="41997"/>
                </a:lnTo>
                <a:cubicBezTo>
                  <a:pt x="825497" y="41975"/>
                  <a:pt x="825497" y="41954"/>
                  <a:pt x="825497" y="41934"/>
                </a:cubicBezTo>
                <a:cubicBezTo>
                  <a:pt x="825478" y="36154"/>
                  <a:pt x="820793" y="31488"/>
                  <a:pt x="815041" y="31510"/>
                </a:cubicBezTo>
                <a:lnTo>
                  <a:pt x="752355" y="31510"/>
                </a:lnTo>
                <a:cubicBezTo>
                  <a:pt x="752336" y="31510"/>
                  <a:pt x="752317" y="31510"/>
                  <a:pt x="752298" y="31510"/>
                </a:cubicBezTo>
                <a:close/>
                <a:moveTo>
                  <a:pt x="731443" y="1"/>
                </a:moveTo>
                <a:lnTo>
                  <a:pt x="835957" y="1"/>
                </a:lnTo>
                <a:cubicBezTo>
                  <a:pt x="835968" y="1"/>
                  <a:pt x="835980" y="1"/>
                  <a:pt x="835991" y="1"/>
                </a:cubicBezTo>
                <a:cubicBezTo>
                  <a:pt x="853289" y="26"/>
                  <a:pt x="867294" y="14133"/>
                  <a:pt x="867271" y="31510"/>
                </a:cubicBezTo>
                <a:lnTo>
                  <a:pt x="867271" y="125950"/>
                </a:lnTo>
                <a:cubicBezTo>
                  <a:pt x="867271" y="125968"/>
                  <a:pt x="867271" y="125985"/>
                  <a:pt x="867271" y="126003"/>
                </a:cubicBezTo>
                <a:cubicBezTo>
                  <a:pt x="867263" y="143366"/>
                  <a:pt x="853243" y="157437"/>
                  <a:pt x="835957" y="157430"/>
                </a:cubicBezTo>
                <a:lnTo>
                  <a:pt x="731443" y="157430"/>
                </a:lnTo>
                <a:cubicBezTo>
                  <a:pt x="714145" y="157415"/>
                  <a:pt x="700129" y="143325"/>
                  <a:pt x="700129" y="125950"/>
                </a:cubicBezTo>
                <a:lnTo>
                  <a:pt x="700129" y="31510"/>
                </a:lnTo>
                <a:cubicBezTo>
                  <a:pt x="700129" y="14129"/>
                  <a:pt x="714138" y="29"/>
                  <a:pt x="731443" y="1"/>
                </a:cubicBezTo>
                <a:close/>
                <a:moveTo>
                  <a:pt x="527701" y="1"/>
                </a:moveTo>
                <a:cubicBezTo>
                  <a:pt x="527712" y="1"/>
                  <a:pt x="527720" y="1"/>
                  <a:pt x="527728" y="1"/>
                </a:cubicBezTo>
                <a:lnTo>
                  <a:pt x="684414" y="1"/>
                </a:lnTo>
                <a:cubicBezTo>
                  <a:pt x="687309" y="-10"/>
                  <a:pt x="689665" y="2338"/>
                  <a:pt x="689673" y="5244"/>
                </a:cubicBezTo>
                <a:cubicBezTo>
                  <a:pt x="689673" y="5253"/>
                  <a:pt x="689673" y="5262"/>
                  <a:pt x="689673" y="5271"/>
                </a:cubicBezTo>
                <a:lnTo>
                  <a:pt x="689673" y="26268"/>
                </a:lnTo>
                <a:cubicBezTo>
                  <a:pt x="689665" y="29171"/>
                  <a:pt x="687317" y="31518"/>
                  <a:pt x="684426" y="31510"/>
                </a:cubicBezTo>
                <a:cubicBezTo>
                  <a:pt x="684422" y="31510"/>
                  <a:pt x="684418" y="31510"/>
                  <a:pt x="684414" y="31510"/>
                </a:cubicBezTo>
                <a:lnTo>
                  <a:pt x="632188" y="31510"/>
                </a:lnTo>
                <a:cubicBezTo>
                  <a:pt x="629316" y="31511"/>
                  <a:pt x="626987" y="33851"/>
                  <a:pt x="626987" y="36737"/>
                </a:cubicBezTo>
                <a:cubicBezTo>
                  <a:pt x="626987" y="36741"/>
                  <a:pt x="626987" y="36746"/>
                  <a:pt x="626987" y="36751"/>
                </a:cubicBezTo>
                <a:lnTo>
                  <a:pt x="626987" y="152157"/>
                </a:lnTo>
                <a:cubicBezTo>
                  <a:pt x="626994" y="155063"/>
                  <a:pt x="624654" y="157423"/>
                  <a:pt x="621759" y="157428"/>
                </a:cubicBezTo>
                <a:cubicBezTo>
                  <a:pt x="621747" y="157428"/>
                  <a:pt x="621740" y="157428"/>
                  <a:pt x="621728" y="157428"/>
                </a:cubicBezTo>
                <a:lnTo>
                  <a:pt x="590418" y="157428"/>
                </a:lnTo>
                <a:cubicBezTo>
                  <a:pt x="587522" y="157439"/>
                  <a:pt x="585170" y="155091"/>
                  <a:pt x="585159" y="152185"/>
                </a:cubicBezTo>
                <a:cubicBezTo>
                  <a:pt x="585159" y="152175"/>
                  <a:pt x="585159" y="152166"/>
                  <a:pt x="585159" y="152157"/>
                </a:cubicBezTo>
                <a:lnTo>
                  <a:pt x="585159" y="36751"/>
                </a:lnTo>
                <a:cubicBezTo>
                  <a:pt x="585167" y="33866"/>
                  <a:pt x="582849" y="31519"/>
                  <a:pt x="579973" y="31510"/>
                </a:cubicBezTo>
                <a:cubicBezTo>
                  <a:pt x="579969" y="31510"/>
                  <a:pt x="579965" y="31510"/>
                  <a:pt x="579962" y="31510"/>
                </a:cubicBezTo>
                <a:lnTo>
                  <a:pt x="527728" y="31510"/>
                </a:lnTo>
                <a:cubicBezTo>
                  <a:pt x="524840" y="31525"/>
                  <a:pt x="522484" y="29186"/>
                  <a:pt x="522469" y="26284"/>
                </a:cubicBezTo>
                <a:cubicBezTo>
                  <a:pt x="522469" y="26279"/>
                  <a:pt x="522469" y="26273"/>
                  <a:pt x="522469" y="26268"/>
                </a:cubicBezTo>
                <a:lnTo>
                  <a:pt x="522469" y="5271"/>
                </a:lnTo>
                <a:cubicBezTo>
                  <a:pt x="522465" y="2365"/>
                  <a:pt x="524810" y="5"/>
                  <a:pt x="527701" y="1"/>
                </a:cubicBezTo>
                <a:close/>
                <a:moveTo>
                  <a:pt x="376185" y="1"/>
                </a:moveTo>
                <a:lnTo>
                  <a:pt x="480695" y="1"/>
                </a:lnTo>
                <a:cubicBezTo>
                  <a:pt x="498001" y="28"/>
                  <a:pt x="512013" y="14128"/>
                  <a:pt x="512009" y="31510"/>
                </a:cubicBezTo>
                <a:lnTo>
                  <a:pt x="512009" y="36751"/>
                </a:lnTo>
                <a:cubicBezTo>
                  <a:pt x="512009" y="39638"/>
                  <a:pt x="509688" y="41982"/>
                  <a:pt x="506812" y="41995"/>
                </a:cubicBezTo>
                <a:lnTo>
                  <a:pt x="475436" y="41995"/>
                </a:lnTo>
                <a:cubicBezTo>
                  <a:pt x="472564" y="41982"/>
                  <a:pt x="470239" y="39638"/>
                  <a:pt x="470239" y="36751"/>
                </a:cubicBezTo>
                <a:cubicBezTo>
                  <a:pt x="470239" y="36735"/>
                  <a:pt x="470239" y="36720"/>
                  <a:pt x="470239" y="36704"/>
                </a:cubicBezTo>
                <a:cubicBezTo>
                  <a:pt x="470216" y="33811"/>
                  <a:pt x="467860" y="31486"/>
                  <a:pt x="464980" y="31510"/>
                </a:cubicBezTo>
                <a:lnTo>
                  <a:pt x="397082" y="31510"/>
                </a:lnTo>
                <a:cubicBezTo>
                  <a:pt x="397074" y="31510"/>
                  <a:pt x="397066" y="31510"/>
                  <a:pt x="397059" y="31510"/>
                </a:cubicBezTo>
                <a:cubicBezTo>
                  <a:pt x="391295" y="31511"/>
                  <a:pt x="386626" y="36205"/>
                  <a:pt x="386626" y="41995"/>
                </a:cubicBezTo>
                <a:lnTo>
                  <a:pt x="386626" y="52478"/>
                </a:lnTo>
                <a:cubicBezTo>
                  <a:pt x="386622" y="58281"/>
                  <a:pt x="391303" y="62988"/>
                  <a:pt x="397082" y="62991"/>
                </a:cubicBezTo>
                <a:lnTo>
                  <a:pt x="480695" y="62991"/>
                </a:lnTo>
                <a:cubicBezTo>
                  <a:pt x="497989" y="62991"/>
                  <a:pt x="512009" y="77071"/>
                  <a:pt x="512009" y="94440"/>
                </a:cubicBezTo>
                <a:lnTo>
                  <a:pt x="512009" y="125950"/>
                </a:lnTo>
                <a:cubicBezTo>
                  <a:pt x="512009" y="143325"/>
                  <a:pt x="497997" y="157415"/>
                  <a:pt x="480695" y="157430"/>
                </a:cubicBezTo>
                <a:lnTo>
                  <a:pt x="376185" y="157430"/>
                </a:lnTo>
                <a:cubicBezTo>
                  <a:pt x="376176" y="157430"/>
                  <a:pt x="376168" y="157430"/>
                  <a:pt x="376160" y="157430"/>
                </a:cubicBezTo>
                <a:cubicBezTo>
                  <a:pt x="358857" y="157423"/>
                  <a:pt x="344836" y="143330"/>
                  <a:pt x="344842" y="125950"/>
                </a:cubicBezTo>
                <a:lnTo>
                  <a:pt x="344842" y="120678"/>
                </a:lnTo>
                <a:cubicBezTo>
                  <a:pt x="344845" y="117790"/>
                  <a:pt x="347171" y="115447"/>
                  <a:pt x="350047" y="115437"/>
                </a:cubicBezTo>
                <a:lnTo>
                  <a:pt x="381413" y="115437"/>
                </a:lnTo>
                <a:cubicBezTo>
                  <a:pt x="384293" y="115444"/>
                  <a:pt x="386622" y="117787"/>
                  <a:pt x="386626" y="120678"/>
                </a:cubicBezTo>
                <a:cubicBezTo>
                  <a:pt x="386622" y="123583"/>
                  <a:pt x="388963" y="125941"/>
                  <a:pt x="391854" y="125950"/>
                </a:cubicBezTo>
                <a:lnTo>
                  <a:pt x="459783" y="125950"/>
                </a:lnTo>
                <a:cubicBezTo>
                  <a:pt x="459798" y="125950"/>
                  <a:pt x="459810" y="125950"/>
                  <a:pt x="459825" y="125950"/>
                </a:cubicBezTo>
                <a:cubicBezTo>
                  <a:pt x="465592" y="125936"/>
                  <a:pt x="470254" y="121229"/>
                  <a:pt x="470239" y="115437"/>
                </a:cubicBezTo>
                <a:lnTo>
                  <a:pt x="470239" y="104954"/>
                </a:lnTo>
                <a:cubicBezTo>
                  <a:pt x="470239" y="104951"/>
                  <a:pt x="470239" y="104949"/>
                  <a:pt x="470239" y="104947"/>
                </a:cubicBezTo>
                <a:cubicBezTo>
                  <a:pt x="470239" y="99145"/>
                  <a:pt x="465558" y="94441"/>
                  <a:pt x="459783" y="94440"/>
                </a:cubicBezTo>
                <a:lnTo>
                  <a:pt x="376185" y="94440"/>
                </a:lnTo>
                <a:cubicBezTo>
                  <a:pt x="376182" y="94440"/>
                  <a:pt x="376179" y="94440"/>
                  <a:pt x="376176" y="94440"/>
                </a:cubicBezTo>
                <a:cubicBezTo>
                  <a:pt x="358877" y="94447"/>
                  <a:pt x="344849" y="80366"/>
                  <a:pt x="344842" y="62991"/>
                </a:cubicBezTo>
                <a:lnTo>
                  <a:pt x="344842" y="31510"/>
                </a:lnTo>
                <a:cubicBezTo>
                  <a:pt x="344842" y="31508"/>
                  <a:pt x="344842" y="31507"/>
                  <a:pt x="344842" y="31505"/>
                </a:cubicBezTo>
                <a:cubicBezTo>
                  <a:pt x="344836" y="14112"/>
                  <a:pt x="358869" y="7"/>
                  <a:pt x="376185" y="1"/>
                </a:cubicBezTo>
                <a:close/>
                <a:moveTo>
                  <a:pt x="172420" y="1"/>
                </a:moveTo>
                <a:cubicBezTo>
                  <a:pt x="172421" y="1"/>
                  <a:pt x="172422" y="1"/>
                  <a:pt x="172424" y="1"/>
                </a:cubicBezTo>
                <a:lnTo>
                  <a:pt x="329162" y="1"/>
                </a:lnTo>
                <a:cubicBezTo>
                  <a:pt x="332052" y="11"/>
                  <a:pt x="334391" y="2368"/>
                  <a:pt x="334390" y="5271"/>
                </a:cubicBezTo>
                <a:lnTo>
                  <a:pt x="334390" y="26268"/>
                </a:lnTo>
                <a:cubicBezTo>
                  <a:pt x="334379" y="29162"/>
                  <a:pt x="332043" y="31504"/>
                  <a:pt x="329162" y="31510"/>
                </a:cubicBezTo>
                <a:lnTo>
                  <a:pt x="214223" y="31510"/>
                </a:lnTo>
                <a:cubicBezTo>
                  <a:pt x="211347" y="31499"/>
                  <a:pt x="209006" y="33832"/>
                  <a:pt x="208995" y="36722"/>
                </a:cubicBezTo>
                <a:cubicBezTo>
                  <a:pt x="208995" y="36732"/>
                  <a:pt x="208995" y="36741"/>
                  <a:pt x="208995" y="36751"/>
                </a:cubicBezTo>
                <a:lnTo>
                  <a:pt x="208995" y="57748"/>
                </a:lnTo>
                <a:cubicBezTo>
                  <a:pt x="208999" y="60645"/>
                  <a:pt x="211339" y="62991"/>
                  <a:pt x="214223" y="62991"/>
                </a:cubicBezTo>
                <a:lnTo>
                  <a:pt x="318706" y="62991"/>
                </a:lnTo>
                <a:cubicBezTo>
                  <a:pt x="321590" y="62987"/>
                  <a:pt x="323931" y="65332"/>
                  <a:pt x="323935" y="68228"/>
                </a:cubicBezTo>
                <a:cubicBezTo>
                  <a:pt x="323935" y="68230"/>
                  <a:pt x="323935" y="68231"/>
                  <a:pt x="323935" y="68232"/>
                </a:cubicBezTo>
                <a:lnTo>
                  <a:pt x="323935" y="89229"/>
                </a:lnTo>
                <a:cubicBezTo>
                  <a:pt x="323920" y="92117"/>
                  <a:pt x="321581" y="94448"/>
                  <a:pt x="318706" y="94440"/>
                </a:cubicBezTo>
                <a:lnTo>
                  <a:pt x="214223" y="94440"/>
                </a:lnTo>
                <a:cubicBezTo>
                  <a:pt x="211333" y="94443"/>
                  <a:pt x="208992" y="96799"/>
                  <a:pt x="208995" y="99703"/>
                </a:cubicBezTo>
                <a:cubicBezTo>
                  <a:pt x="208995" y="99706"/>
                  <a:pt x="208995" y="99709"/>
                  <a:pt x="208995" y="99712"/>
                </a:cubicBezTo>
                <a:lnTo>
                  <a:pt x="208995" y="120678"/>
                </a:lnTo>
                <a:cubicBezTo>
                  <a:pt x="208987" y="123582"/>
                  <a:pt x="211323" y="125942"/>
                  <a:pt x="214214" y="125950"/>
                </a:cubicBezTo>
                <a:cubicBezTo>
                  <a:pt x="214217" y="125950"/>
                  <a:pt x="214220" y="125950"/>
                  <a:pt x="214223" y="125950"/>
                </a:cubicBezTo>
                <a:lnTo>
                  <a:pt x="329162" y="125950"/>
                </a:lnTo>
                <a:cubicBezTo>
                  <a:pt x="332046" y="125946"/>
                  <a:pt x="334387" y="128291"/>
                  <a:pt x="334390" y="131188"/>
                </a:cubicBezTo>
                <a:cubicBezTo>
                  <a:pt x="334390" y="131189"/>
                  <a:pt x="334390" y="131191"/>
                  <a:pt x="334390" y="131192"/>
                </a:cubicBezTo>
                <a:lnTo>
                  <a:pt x="334390" y="152157"/>
                </a:lnTo>
                <a:cubicBezTo>
                  <a:pt x="334391" y="155061"/>
                  <a:pt x="332053" y="157418"/>
                  <a:pt x="329162" y="157428"/>
                </a:cubicBezTo>
                <a:lnTo>
                  <a:pt x="172424" y="157428"/>
                </a:lnTo>
                <a:cubicBezTo>
                  <a:pt x="169532" y="157424"/>
                  <a:pt x="167191" y="155066"/>
                  <a:pt x="167195" y="152162"/>
                </a:cubicBezTo>
                <a:cubicBezTo>
                  <a:pt x="167195" y="152160"/>
                  <a:pt x="167195" y="152159"/>
                  <a:pt x="167195" y="152157"/>
                </a:cubicBezTo>
                <a:lnTo>
                  <a:pt x="167195" y="5271"/>
                </a:lnTo>
                <a:cubicBezTo>
                  <a:pt x="167189" y="2367"/>
                  <a:pt x="169528" y="7"/>
                  <a:pt x="172420" y="1"/>
                </a:cubicBezTo>
                <a:close/>
                <a:moveTo>
                  <a:pt x="5229" y="1"/>
                </a:moveTo>
                <a:lnTo>
                  <a:pt x="151513" y="1"/>
                </a:lnTo>
                <a:cubicBezTo>
                  <a:pt x="154404" y="5"/>
                  <a:pt x="156745" y="2363"/>
                  <a:pt x="156742" y="5268"/>
                </a:cubicBezTo>
                <a:cubicBezTo>
                  <a:pt x="156742" y="5269"/>
                  <a:pt x="156742" y="5270"/>
                  <a:pt x="156742" y="5271"/>
                </a:cubicBezTo>
                <a:lnTo>
                  <a:pt x="156742" y="26268"/>
                </a:lnTo>
                <a:cubicBezTo>
                  <a:pt x="156736" y="29164"/>
                  <a:pt x="154397" y="31509"/>
                  <a:pt x="151513" y="31510"/>
                </a:cubicBezTo>
                <a:lnTo>
                  <a:pt x="47030" y="31510"/>
                </a:lnTo>
                <a:cubicBezTo>
                  <a:pt x="44146" y="31509"/>
                  <a:pt x="41806" y="33854"/>
                  <a:pt x="41801" y="36751"/>
                </a:cubicBezTo>
                <a:lnTo>
                  <a:pt x="41801" y="57748"/>
                </a:lnTo>
                <a:cubicBezTo>
                  <a:pt x="41815" y="60641"/>
                  <a:pt x="44149" y="62981"/>
                  <a:pt x="47030" y="62991"/>
                </a:cubicBezTo>
                <a:lnTo>
                  <a:pt x="141083" y="62991"/>
                </a:lnTo>
                <a:cubicBezTo>
                  <a:pt x="143967" y="62989"/>
                  <a:pt x="146307" y="65335"/>
                  <a:pt x="146312" y="68232"/>
                </a:cubicBezTo>
                <a:lnTo>
                  <a:pt x="146284" y="89229"/>
                </a:lnTo>
                <a:cubicBezTo>
                  <a:pt x="146279" y="92111"/>
                  <a:pt x="143951" y="94443"/>
                  <a:pt x="141082" y="94440"/>
                </a:cubicBezTo>
                <a:lnTo>
                  <a:pt x="47028" y="94440"/>
                </a:lnTo>
                <a:cubicBezTo>
                  <a:pt x="44139" y="94454"/>
                  <a:pt x="41802" y="96810"/>
                  <a:pt x="41801" y="99712"/>
                </a:cubicBezTo>
                <a:lnTo>
                  <a:pt x="41801" y="152157"/>
                </a:lnTo>
                <a:cubicBezTo>
                  <a:pt x="41808" y="155061"/>
                  <a:pt x="39470" y="157421"/>
                  <a:pt x="36579" y="157428"/>
                </a:cubicBezTo>
                <a:cubicBezTo>
                  <a:pt x="36577" y="157428"/>
                  <a:pt x="36574" y="157428"/>
                  <a:pt x="36572" y="157428"/>
                </a:cubicBezTo>
                <a:lnTo>
                  <a:pt x="5229" y="157430"/>
                </a:lnTo>
                <a:cubicBezTo>
                  <a:pt x="2338" y="157417"/>
                  <a:pt x="1" y="155060"/>
                  <a:pt x="0" y="152157"/>
                </a:cubicBezTo>
                <a:lnTo>
                  <a:pt x="0" y="5271"/>
                </a:lnTo>
                <a:cubicBezTo>
                  <a:pt x="2" y="2369"/>
                  <a:pt x="2339" y="14"/>
                  <a:pt x="5229" y="1"/>
                </a:cubicBezTo>
                <a:close/>
              </a:path>
            </a:pathLst>
          </a:custGeom>
          <a:solidFill xmlns:a="http://schemas.openxmlformats.org/drawingml/2006/main">
            <a:srgbClr val="0091DC"/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2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C35F600C-5254-9ED5-D79E-6C03AF9DDEEB}"/>
              </a:ext>
            </a:extLst>
          </p:cNvPr>
          <p:cNvSpPr>
            <a:spLocks xmlns:a="http://schemas.openxmlformats.org/drawingml/2006/main" noGrp="1"/>
          </p:cNvSpPr>
          <p:nvPr>
            <p:ph type="pic" idx="23" hasCustomPrompt="1"/>
          </p:nvPr>
        </p:nvSpPr>
        <p:spPr>
          <a:xfrm xmlns:a="http://schemas.openxmlformats.org/drawingml/2006/main">
            <a:off x="5068676" y="4089456"/>
            <a:ext cx="3009172" cy="198184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  <a:ln xmlns:a="http://schemas.openxmlformats.org/drawingml/2006/main" w="69850">
            <a:solidFill>
              <a:schemeClr val="bg1"/>
            </a:solidFill>
          </a:ln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6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5E5DE80-8A34-8A92-A404-B62444893070}"/>
              </a:ext>
            </a:extLst>
          </p:cNvPr>
          <p:cNvSpPr>
            <a:spLocks xmlns:a="http://schemas.openxmlformats.org/drawingml/2006/main" noGrp="1"/>
          </p:cNvSpPr>
          <p:nvPr>
            <p:ph type="pic" idx="24" hasCustomPrompt="1"/>
          </p:nvPr>
        </p:nvSpPr>
        <p:spPr>
          <a:xfrm xmlns:a="http://schemas.openxmlformats.org/drawingml/2006/main">
            <a:off x="5068676" y="1594224"/>
            <a:ext cx="3009172" cy="198184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  <a:ln xmlns:a="http://schemas.openxmlformats.org/drawingml/2006/main" w="69850">
            <a:solidFill>
              <a:schemeClr val="bg1"/>
            </a:solidFill>
          </a:ln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Gerader Verbinder 3">
            <a:extLst xmlns:a="http://schemas.openxmlformats.org/drawingml/2006/main">
              <a:ext uri="{FF2B5EF4-FFF2-40B4-BE49-F238E27FC236}">
                <a16:creationId xmlns:a16="http://schemas.microsoft.com/office/drawing/2014/main" id="{B82F9BE4-0198-46FD-AAE2-39FC0C94F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Titel 8">
            <a:extLst xmlns:a="http://schemas.openxmlformats.org/drawingml/2006/main">
              <a:ext uri="{FF2B5EF4-FFF2-40B4-BE49-F238E27FC236}">
                <a16:creationId xmlns:a16="http://schemas.microsoft.com/office/drawing/2014/main" id="{0893CB64-CFB0-1E13-65A7-E9999594D7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3522176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16" name="Datumsplatzhalter 15">
            <a:extLst xmlns:a="http://schemas.openxmlformats.org/drawingml/2006/main">
              <a:ext uri="{FF2B5EF4-FFF2-40B4-BE49-F238E27FC236}">
                <a16:creationId xmlns:a16="http://schemas.microsoft.com/office/drawing/2014/main" id="{2929A475-E4B2-8491-4B6A-3333A4408C40}"/>
              </a:ext>
            </a:extLst>
          </p:cNvPr>
          <p:cNvSpPr>
            <a:spLocks xmlns:a="http://schemas.openxmlformats.org/drawingml/2006/main" noGrp="1"/>
          </p:cNvSpPr>
          <p:nvPr>
            <p:ph type="dt" idx="2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7" name="Fußzeilenplatzhalter 16">
            <a:extLst xmlns:a="http://schemas.openxmlformats.org/drawingml/2006/main">
              <a:ext uri="{FF2B5EF4-FFF2-40B4-BE49-F238E27FC236}">
                <a16:creationId xmlns:a16="http://schemas.microsoft.com/office/drawing/2014/main" id="{09ADDC3B-6EF9-44C9-63F5-92092603DE0F}"/>
              </a:ext>
            </a:extLst>
          </p:cNvPr>
          <p:cNvSpPr>
            <a:spLocks xmlns:a="http://schemas.openxmlformats.org/drawingml/2006/main" noGrp="1"/>
          </p:cNvSpPr>
          <p:nvPr>
            <p:ph type="ftr" idx="2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5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B0C44354-1542-DBD3-2A2A-92693C264A3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53.xml><?xml version="1.0" encoding="utf-8"?>
<p:sldLayout xmlns:p="http://schemas.openxmlformats.org/presentationml/2006/main" preserve="1">
  <p:cSld name="Text + Picture medium - without ribb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7" y="2475287"/>
            <a:ext cx="4549526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6096000" y="1"/>
            <a:ext cx="6096000" cy="651178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Untertitel 2">
            <a:extLst xmlns:a="http://schemas.openxmlformats.org/drawingml/2006/main">
              <a:ext uri="{FF2B5EF4-FFF2-40B4-BE49-F238E27FC236}">
                <a16:creationId xmlns:a16="http://schemas.microsoft.com/office/drawing/2014/main" id="{4A4FEFBE-643B-7CEA-CBE7-2A424743EA96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649620" y="893160"/>
            <a:ext cx="895233" cy="162409"/>
          </a:xfrm>
          <a:custGeom xmlns:a="http://schemas.openxmlformats.org/drawingml/2006/main">
            <a:gdLst>
              <a:gd name="connsiteX0" fmla="*/ 752298 w 867271"/>
              <a:gd name="connsiteY0" fmla="*/ 31510 h 157430"/>
              <a:gd name="connsiteX1" fmla="*/ 741899 w 867271"/>
              <a:gd name="connsiteY1" fmla="*/ 41995 h 157430"/>
              <a:gd name="connsiteX2" fmla="*/ 741899 w 867271"/>
              <a:gd name="connsiteY2" fmla="*/ 115437 h 157430"/>
              <a:gd name="connsiteX3" fmla="*/ 741899 w 867271"/>
              <a:gd name="connsiteY3" fmla="*/ 115481 h 157430"/>
              <a:gd name="connsiteX4" fmla="*/ 752359 w 867271"/>
              <a:gd name="connsiteY4" fmla="*/ 125950 h 157430"/>
              <a:gd name="connsiteX5" fmla="*/ 815045 w 867271"/>
              <a:gd name="connsiteY5" fmla="*/ 125950 h 157430"/>
              <a:gd name="connsiteX6" fmla="*/ 815087 w 867271"/>
              <a:gd name="connsiteY6" fmla="*/ 125950 h 157430"/>
              <a:gd name="connsiteX7" fmla="*/ 825501 w 867271"/>
              <a:gd name="connsiteY7" fmla="*/ 115437 h 157430"/>
              <a:gd name="connsiteX8" fmla="*/ 825497 w 867271"/>
              <a:gd name="connsiteY8" fmla="*/ 41997 h 157430"/>
              <a:gd name="connsiteX9" fmla="*/ 825497 w 867271"/>
              <a:gd name="connsiteY9" fmla="*/ 41934 h 157430"/>
              <a:gd name="connsiteX10" fmla="*/ 815041 w 867271"/>
              <a:gd name="connsiteY10" fmla="*/ 31510 h 157430"/>
              <a:gd name="connsiteX11" fmla="*/ 752355 w 867271"/>
              <a:gd name="connsiteY11" fmla="*/ 31510 h 157430"/>
              <a:gd name="connsiteX12" fmla="*/ 752298 w 867271"/>
              <a:gd name="connsiteY12" fmla="*/ 31510 h 157430"/>
              <a:gd name="connsiteX13" fmla="*/ 731443 w 867271"/>
              <a:gd name="connsiteY13" fmla="*/ 1 h 157430"/>
              <a:gd name="connsiteX14" fmla="*/ 835957 w 867271"/>
              <a:gd name="connsiteY14" fmla="*/ 1 h 157430"/>
              <a:gd name="connsiteX15" fmla="*/ 835991 w 867271"/>
              <a:gd name="connsiteY15" fmla="*/ 1 h 157430"/>
              <a:gd name="connsiteX16" fmla="*/ 867271 w 867271"/>
              <a:gd name="connsiteY16" fmla="*/ 31510 h 157430"/>
              <a:gd name="connsiteX17" fmla="*/ 867271 w 867271"/>
              <a:gd name="connsiteY17" fmla="*/ 125950 h 157430"/>
              <a:gd name="connsiteX18" fmla="*/ 867271 w 867271"/>
              <a:gd name="connsiteY18" fmla="*/ 126003 h 157430"/>
              <a:gd name="connsiteX19" fmla="*/ 835957 w 867271"/>
              <a:gd name="connsiteY19" fmla="*/ 157430 h 157430"/>
              <a:gd name="connsiteX20" fmla="*/ 731443 w 867271"/>
              <a:gd name="connsiteY20" fmla="*/ 157430 h 157430"/>
              <a:gd name="connsiteX21" fmla="*/ 700129 w 867271"/>
              <a:gd name="connsiteY21" fmla="*/ 125950 h 157430"/>
              <a:gd name="connsiteX22" fmla="*/ 700129 w 867271"/>
              <a:gd name="connsiteY22" fmla="*/ 31510 h 157430"/>
              <a:gd name="connsiteX23" fmla="*/ 731443 w 867271"/>
              <a:gd name="connsiteY23" fmla="*/ 1 h 157430"/>
              <a:gd name="connsiteX24" fmla="*/ 527701 w 867271"/>
              <a:gd name="connsiteY24" fmla="*/ 1 h 157430"/>
              <a:gd name="connsiteX25" fmla="*/ 527728 w 867271"/>
              <a:gd name="connsiteY25" fmla="*/ 1 h 157430"/>
              <a:gd name="connsiteX26" fmla="*/ 684414 w 867271"/>
              <a:gd name="connsiteY26" fmla="*/ 1 h 157430"/>
              <a:gd name="connsiteX27" fmla="*/ 689673 w 867271"/>
              <a:gd name="connsiteY27" fmla="*/ 5244 h 157430"/>
              <a:gd name="connsiteX28" fmla="*/ 689673 w 867271"/>
              <a:gd name="connsiteY28" fmla="*/ 5271 h 157430"/>
              <a:gd name="connsiteX29" fmla="*/ 689673 w 867271"/>
              <a:gd name="connsiteY29" fmla="*/ 26268 h 157430"/>
              <a:gd name="connsiteX30" fmla="*/ 684426 w 867271"/>
              <a:gd name="connsiteY30" fmla="*/ 31510 h 157430"/>
              <a:gd name="connsiteX31" fmla="*/ 684414 w 867271"/>
              <a:gd name="connsiteY31" fmla="*/ 31510 h 157430"/>
              <a:gd name="connsiteX32" fmla="*/ 632188 w 867271"/>
              <a:gd name="connsiteY32" fmla="*/ 31510 h 157430"/>
              <a:gd name="connsiteX33" fmla="*/ 626987 w 867271"/>
              <a:gd name="connsiteY33" fmla="*/ 36737 h 157430"/>
              <a:gd name="connsiteX34" fmla="*/ 626987 w 867271"/>
              <a:gd name="connsiteY34" fmla="*/ 36751 h 157430"/>
              <a:gd name="connsiteX35" fmla="*/ 626987 w 867271"/>
              <a:gd name="connsiteY35" fmla="*/ 152157 h 157430"/>
              <a:gd name="connsiteX36" fmla="*/ 621759 w 867271"/>
              <a:gd name="connsiteY36" fmla="*/ 157428 h 157430"/>
              <a:gd name="connsiteX37" fmla="*/ 621728 w 867271"/>
              <a:gd name="connsiteY37" fmla="*/ 157428 h 157430"/>
              <a:gd name="connsiteX38" fmla="*/ 590418 w 867271"/>
              <a:gd name="connsiteY38" fmla="*/ 157428 h 157430"/>
              <a:gd name="connsiteX39" fmla="*/ 585159 w 867271"/>
              <a:gd name="connsiteY39" fmla="*/ 152185 h 157430"/>
              <a:gd name="connsiteX40" fmla="*/ 585159 w 867271"/>
              <a:gd name="connsiteY40" fmla="*/ 152157 h 157430"/>
              <a:gd name="connsiteX41" fmla="*/ 585159 w 867271"/>
              <a:gd name="connsiteY41" fmla="*/ 36751 h 157430"/>
              <a:gd name="connsiteX42" fmla="*/ 579973 w 867271"/>
              <a:gd name="connsiteY42" fmla="*/ 31510 h 157430"/>
              <a:gd name="connsiteX43" fmla="*/ 579962 w 867271"/>
              <a:gd name="connsiteY43" fmla="*/ 31510 h 157430"/>
              <a:gd name="connsiteX44" fmla="*/ 527728 w 867271"/>
              <a:gd name="connsiteY44" fmla="*/ 31510 h 157430"/>
              <a:gd name="connsiteX45" fmla="*/ 522469 w 867271"/>
              <a:gd name="connsiteY45" fmla="*/ 26284 h 157430"/>
              <a:gd name="connsiteX46" fmla="*/ 522469 w 867271"/>
              <a:gd name="connsiteY46" fmla="*/ 26268 h 157430"/>
              <a:gd name="connsiteX47" fmla="*/ 522469 w 867271"/>
              <a:gd name="connsiteY47" fmla="*/ 5271 h 157430"/>
              <a:gd name="connsiteX48" fmla="*/ 527701 w 867271"/>
              <a:gd name="connsiteY48" fmla="*/ 1 h 157430"/>
              <a:gd name="connsiteX49" fmla="*/ 376185 w 867271"/>
              <a:gd name="connsiteY49" fmla="*/ 1 h 157430"/>
              <a:gd name="connsiteX50" fmla="*/ 480695 w 867271"/>
              <a:gd name="connsiteY50" fmla="*/ 1 h 157430"/>
              <a:gd name="connsiteX51" fmla="*/ 512009 w 867271"/>
              <a:gd name="connsiteY51" fmla="*/ 31510 h 157430"/>
              <a:gd name="connsiteX52" fmla="*/ 512009 w 867271"/>
              <a:gd name="connsiteY52" fmla="*/ 36751 h 157430"/>
              <a:gd name="connsiteX53" fmla="*/ 506812 w 867271"/>
              <a:gd name="connsiteY53" fmla="*/ 41995 h 157430"/>
              <a:gd name="connsiteX54" fmla="*/ 475436 w 867271"/>
              <a:gd name="connsiteY54" fmla="*/ 41995 h 157430"/>
              <a:gd name="connsiteX55" fmla="*/ 470239 w 867271"/>
              <a:gd name="connsiteY55" fmla="*/ 36751 h 157430"/>
              <a:gd name="connsiteX56" fmla="*/ 470239 w 867271"/>
              <a:gd name="connsiteY56" fmla="*/ 36704 h 157430"/>
              <a:gd name="connsiteX57" fmla="*/ 464980 w 867271"/>
              <a:gd name="connsiteY57" fmla="*/ 31510 h 157430"/>
              <a:gd name="connsiteX58" fmla="*/ 397082 w 867271"/>
              <a:gd name="connsiteY58" fmla="*/ 31510 h 157430"/>
              <a:gd name="connsiteX59" fmla="*/ 397059 w 867271"/>
              <a:gd name="connsiteY59" fmla="*/ 31510 h 157430"/>
              <a:gd name="connsiteX60" fmla="*/ 386626 w 867271"/>
              <a:gd name="connsiteY60" fmla="*/ 41995 h 157430"/>
              <a:gd name="connsiteX61" fmla="*/ 386626 w 867271"/>
              <a:gd name="connsiteY61" fmla="*/ 52478 h 157430"/>
              <a:gd name="connsiteX62" fmla="*/ 397082 w 867271"/>
              <a:gd name="connsiteY62" fmla="*/ 62991 h 157430"/>
              <a:gd name="connsiteX63" fmla="*/ 480695 w 867271"/>
              <a:gd name="connsiteY63" fmla="*/ 62991 h 157430"/>
              <a:gd name="connsiteX64" fmla="*/ 512009 w 867271"/>
              <a:gd name="connsiteY64" fmla="*/ 94440 h 157430"/>
              <a:gd name="connsiteX65" fmla="*/ 512009 w 867271"/>
              <a:gd name="connsiteY65" fmla="*/ 125950 h 157430"/>
              <a:gd name="connsiteX66" fmla="*/ 480695 w 867271"/>
              <a:gd name="connsiteY66" fmla="*/ 157430 h 157430"/>
              <a:gd name="connsiteX67" fmla="*/ 376185 w 867271"/>
              <a:gd name="connsiteY67" fmla="*/ 157430 h 157430"/>
              <a:gd name="connsiteX68" fmla="*/ 376160 w 867271"/>
              <a:gd name="connsiteY68" fmla="*/ 157430 h 157430"/>
              <a:gd name="connsiteX69" fmla="*/ 344842 w 867271"/>
              <a:gd name="connsiteY69" fmla="*/ 125950 h 157430"/>
              <a:gd name="connsiteX70" fmla="*/ 344842 w 867271"/>
              <a:gd name="connsiteY70" fmla="*/ 120678 h 157430"/>
              <a:gd name="connsiteX71" fmla="*/ 350047 w 867271"/>
              <a:gd name="connsiteY71" fmla="*/ 115437 h 157430"/>
              <a:gd name="connsiteX72" fmla="*/ 381413 w 867271"/>
              <a:gd name="connsiteY72" fmla="*/ 115437 h 157430"/>
              <a:gd name="connsiteX73" fmla="*/ 386626 w 867271"/>
              <a:gd name="connsiteY73" fmla="*/ 120678 h 157430"/>
              <a:gd name="connsiteX74" fmla="*/ 391854 w 867271"/>
              <a:gd name="connsiteY74" fmla="*/ 125950 h 157430"/>
              <a:gd name="connsiteX75" fmla="*/ 459783 w 867271"/>
              <a:gd name="connsiteY75" fmla="*/ 125950 h 157430"/>
              <a:gd name="connsiteX76" fmla="*/ 459825 w 867271"/>
              <a:gd name="connsiteY76" fmla="*/ 125950 h 157430"/>
              <a:gd name="connsiteX77" fmla="*/ 470239 w 867271"/>
              <a:gd name="connsiteY77" fmla="*/ 115437 h 157430"/>
              <a:gd name="connsiteX78" fmla="*/ 470239 w 867271"/>
              <a:gd name="connsiteY78" fmla="*/ 104954 h 157430"/>
              <a:gd name="connsiteX79" fmla="*/ 470239 w 867271"/>
              <a:gd name="connsiteY79" fmla="*/ 104947 h 157430"/>
              <a:gd name="connsiteX80" fmla="*/ 459783 w 867271"/>
              <a:gd name="connsiteY80" fmla="*/ 94440 h 157430"/>
              <a:gd name="connsiteX81" fmla="*/ 376185 w 867271"/>
              <a:gd name="connsiteY81" fmla="*/ 94440 h 157430"/>
              <a:gd name="connsiteX82" fmla="*/ 376176 w 867271"/>
              <a:gd name="connsiteY82" fmla="*/ 94440 h 157430"/>
              <a:gd name="connsiteX83" fmla="*/ 344842 w 867271"/>
              <a:gd name="connsiteY83" fmla="*/ 62991 h 157430"/>
              <a:gd name="connsiteX84" fmla="*/ 344842 w 867271"/>
              <a:gd name="connsiteY84" fmla="*/ 31510 h 157430"/>
              <a:gd name="connsiteX85" fmla="*/ 344842 w 867271"/>
              <a:gd name="connsiteY85" fmla="*/ 31505 h 157430"/>
              <a:gd name="connsiteX86" fmla="*/ 376185 w 867271"/>
              <a:gd name="connsiteY86" fmla="*/ 1 h 157430"/>
              <a:gd name="connsiteX87" fmla="*/ 172420 w 867271"/>
              <a:gd name="connsiteY87" fmla="*/ 1 h 157430"/>
              <a:gd name="connsiteX88" fmla="*/ 172424 w 867271"/>
              <a:gd name="connsiteY88" fmla="*/ 1 h 157430"/>
              <a:gd name="connsiteX89" fmla="*/ 329162 w 867271"/>
              <a:gd name="connsiteY89" fmla="*/ 1 h 157430"/>
              <a:gd name="connsiteX90" fmla="*/ 334390 w 867271"/>
              <a:gd name="connsiteY90" fmla="*/ 5271 h 157430"/>
              <a:gd name="connsiteX91" fmla="*/ 334390 w 867271"/>
              <a:gd name="connsiteY91" fmla="*/ 26268 h 157430"/>
              <a:gd name="connsiteX92" fmla="*/ 329162 w 867271"/>
              <a:gd name="connsiteY92" fmla="*/ 31510 h 157430"/>
              <a:gd name="connsiteX93" fmla="*/ 214223 w 867271"/>
              <a:gd name="connsiteY93" fmla="*/ 31510 h 157430"/>
              <a:gd name="connsiteX94" fmla="*/ 208995 w 867271"/>
              <a:gd name="connsiteY94" fmla="*/ 36722 h 157430"/>
              <a:gd name="connsiteX95" fmla="*/ 208995 w 867271"/>
              <a:gd name="connsiteY95" fmla="*/ 36751 h 157430"/>
              <a:gd name="connsiteX96" fmla="*/ 208995 w 867271"/>
              <a:gd name="connsiteY96" fmla="*/ 57748 h 157430"/>
              <a:gd name="connsiteX97" fmla="*/ 214223 w 867271"/>
              <a:gd name="connsiteY97" fmla="*/ 62991 h 157430"/>
              <a:gd name="connsiteX98" fmla="*/ 318706 w 867271"/>
              <a:gd name="connsiteY98" fmla="*/ 62991 h 157430"/>
              <a:gd name="connsiteX99" fmla="*/ 323935 w 867271"/>
              <a:gd name="connsiteY99" fmla="*/ 68228 h 157430"/>
              <a:gd name="connsiteX100" fmla="*/ 323935 w 867271"/>
              <a:gd name="connsiteY100" fmla="*/ 68232 h 157430"/>
              <a:gd name="connsiteX101" fmla="*/ 323935 w 867271"/>
              <a:gd name="connsiteY101" fmla="*/ 89229 h 157430"/>
              <a:gd name="connsiteX102" fmla="*/ 318706 w 867271"/>
              <a:gd name="connsiteY102" fmla="*/ 94440 h 157430"/>
              <a:gd name="connsiteX103" fmla="*/ 214223 w 867271"/>
              <a:gd name="connsiteY103" fmla="*/ 94440 h 157430"/>
              <a:gd name="connsiteX104" fmla="*/ 208995 w 867271"/>
              <a:gd name="connsiteY104" fmla="*/ 99703 h 157430"/>
              <a:gd name="connsiteX105" fmla="*/ 208995 w 867271"/>
              <a:gd name="connsiteY105" fmla="*/ 99712 h 157430"/>
              <a:gd name="connsiteX106" fmla="*/ 208995 w 867271"/>
              <a:gd name="connsiteY106" fmla="*/ 120678 h 157430"/>
              <a:gd name="connsiteX107" fmla="*/ 214214 w 867271"/>
              <a:gd name="connsiteY107" fmla="*/ 125950 h 157430"/>
              <a:gd name="connsiteX108" fmla="*/ 214223 w 867271"/>
              <a:gd name="connsiteY108" fmla="*/ 125950 h 157430"/>
              <a:gd name="connsiteX109" fmla="*/ 329162 w 867271"/>
              <a:gd name="connsiteY109" fmla="*/ 125950 h 157430"/>
              <a:gd name="connsiteX110" fmla="*/ 334390 w 867271"/>
              <a:gd name="connsiteY110" fmla="*/ 131188 h 157430"/>
              <a:gd name="connsiteX111" fmla="*/ 334390 w 867271"/>
              <a:gd name="connsiteY111" fmla="*/ 131192 h 157430"/>
              <a:gd name="connsiteX112" fmla="*/ 334390 w 867271"/>
              <a:gd name="connsiteY112" fmla="*/ 152157 h 157430"/>
              <a:gd name="connsiteX113" fmla="*/ 329162 w 867271"/>
              <a:gd name="connsiteY113" fmla="*/ 157428 h 157430"/>
              <a:gd name="connsiteX114" fmla="*/ 172424 w 867271"/>
              <a:gd name="connsiteY114" fmla="*/ 157428 h 157430"/>
              <a:gd name="connsiteX115" fmla="*/ 167195 w 867271"/>
              <a:gd name="connsiteY115" fmla="*/ 152162 h 157430"/>
              <a:gd name="connsiteX116" fmla="*/ 167195 w 867271"/>
              <a:gd name="connsiteY116" fmla="*/ 152157 h 157430"/>
              <a:gd name="connsiteX117" fmla="*/ 167195 w 867271"/>
              <a:gd name="connsiteY117" fmla="*/ 5271 h 157430"/>
              <a:gd name="connsiteX118" fmla="*/ 172420 w 867271"/>
              <a:gd name="connsiteY118" fmla="*/ 1 h 157430"/>
              <a:gd name="connsiteX119" fmla="*/ 5229 w 867271"/>
              <a:gd name="connsiteY119" fmla="*/ 1 h 157430"/>
              <a:gd name="connsiteX120" fmla="*/ 151513 w 867271"/>
              <a:gd name="connsiteY120" fmla="*/ 1 h 157430"/>
              <a:gd name="connsiteX121" fmla="*/ 156742 w 867271"/>
              <a:gd name="connsiteY121" fmla="*/ 5268 h 157430"/>
              <a:gd name="connsiteX122" fmla="*/ 156742 w 867271"/>
              <a:gd name="connsiteY122" fmla="*/ 5271 h 157430"/>
              <a:gd name="connsiteX123" fmla="*/ 156742 w 867271"/>
              <a:gd name="connsiteY123" fmla="*/ 26268 h 157430"/>
              <a:gd name="connsiteX124" fmla="*/ 151513 w 867271"/>
              <a:gd name="connsiteY124" fmla="*/ 31510 h 157430"/>
              <a:gd name="connsiteX125" fmla="*/ 47030 w 867271"/>
              <a:gd name="connsiteY125" fmla="*/ 31510 h 157430"/>
              <a:gd name="connsiteX126" fmla="*/ 41801 w 867271"/>
              <a:gd name="connsiteY126" fmla="*/ 36751 h 157430"/>
              <a:gd name="connsiteX127" fmla="*/ 41801 w 867271"/>
              <a:gd name="connsiteY127" fmla="*/ 57748 h 157430"/>
              <a:gd name="connsiteX128" fmla="*/ 47030 w 867271"/>
              <a:gd name="connsiteY128" fmla="*/ 62991 h 157430"/>
              <a:gd name="connsiteX129" fmla="*/ 141083 w 867271"/>
              <a:gd name="connsiteY129" fmla="*/ 62991 h 157430"/>
              <a:gd name="connsiteX130" fmla="*/ 146312 w 867271"/>
              <a:gd name="connsiteY130" fmla="*/ 68232 h 157430"/>
              <a:gd name="connsiteX131" fmla="*/ 146284 w 867271"/>
              <a:gd name="connsiteY131" fmla="*/ 89229 h 157430"/>
              <a:gd name="connsiteX132" fmla="*/ 141082 w 867271"/>
              <a:gd name="connsiteY132" fmla="*/ 94440 h 157430"/>
              <a:gd name="connsiteX133" fmla="*/ 47028 w 867271"/>
              <a:gd name="connsiteY133" fmla="*/ 94440 h 157430"/>
              <a:gd name="connsiteX134" fmla="*/ 41801 w 867271"/>
              <a:gd name="connsiteY134" fmla="*/ 99712 h 157430"/>
              <a:gd name="connsiteX135" fmla="*/ 41801 w 867271"/>
              <a:gd name="connsiteY135" fmla="*/ 152157 h 157430"/>
              <a:gd name="connsiteX136" fmla="*/ 36579 w 867271"/>
              <a:gd name="connsiteY136" fmla="*/ 157428 h 157430"/>
              <a:gd name="connsiteX137" fmla="*/ 36572 w 867271"/>
              <a:gd name="connsiteY137" fmla="*/ 157428 h 157430"/>
              <a:gd name="connsiteX138" fmla="*/ 5229 w 867271"/>
              <a:gd name="connsiteY138" fmla="*/ 157430 h 157430"/>
              <a:gd name="connsiteX139" fmla="*/ 0 w 867271"/>
              <a:gd name="connsiteY139" fmla="*/ 152157 h 157430"/>
              <a:gd name="connsiteX140" fmla="*/ 0 w 867271"/>
              <a:gd name="connsiteY140" fmla="*/ 5271 h 157430"/>
              <a:gd name="connsiteX141" fmla="*/ 5229 w 867271"/>
              <a:gd name="connsiteY141" fmla="*/ 1 h 157430"/>
            </a:gdLst>
            <a:rect l="l" t="t" r="r" b="b"/>
            <a:pathLst>
              <a:path w="867271" h="157430">
                <a:moveTo>
                  <a:pt x="752298" y="31510"/>
                </a:moveTo>
                <a:cubicBezTo>
                  <a:pt x="746542" y="31521"/>
                  <a:pt x="741888" y="36215"/>
                  <a:pt x="741899" y="41995"/>
                </a:cubicBezTo>
                <a:lnTo>
                  <a:pt x="741899" y="115437"/>
                </a:lnTo>
                <a:cubicBezTo>
                  <a:pt x="741899" y="115452"/>
                  <a:pt x="741899" y="115467"/>
                  <a:pt x="741899" y="115481"/>
                </a:cubicBezTo>
                <a:cubicBezTo>
                  <a:pt x="741910" y="121273"/>
                  <a:pt x="746592" y="125960"/>
                  <a:pt x="752359" y="125950"/>
                </a:cubicBezTo>
                <a:lnTo>
                  <a:pt x="815045" y="125950"/>
                </a:lnTo>
                <a:cubicBezTo>
                  <a:pt x="815056" y="125950"/>
                  <a:pt x="815072" y="125950"/>
                  <a:pt x="815087" y="125950"/>
                </a:cubicBezTo>
                <a:cubicBezTo>
                  <a:pt x="820854" y="125936"/>
                  <a:pt x="825516" y="121229"/>
                  <a:pt x="825501" y="115437"/>
                </a:cubicBezTo>
                <a:lnTo>
                  <a:pt x="825497" y="41997"/>
                </a:lnTo>
                <a:cubicBezTo>
                  <a:pt x="825497" y="41975"/>
                  <a:pt x="825497" y="41954"/>
                  <a:pt x="825497" y="41934"/>
                </a:cubicBezTo>
                <a:cubicBezTo>
                  <a:pt x="825478" y="36154"/>
                  <a:pt x="820793" y="31488"/>
                  <a:pt x="815041" y="31510"/>
                </a:cubicBezTo>
                <a:lnTo>
                  <a:pt x="752355" y="31510"/>
                </a:lnTo>
                <a:cubicBezTo>
                  <a:pt x="752336" y="31510"/>
                  <a:pt x="752317" y="31510"/>
                  <a:pt x="752298" y="31510"/>
                </a:cubicBezTo>
                <a:close/>
                <a:moveTo>
                  <a:pt x="731443" y="1"/>
                </a:moveTo>
                <a:lnTo>
                  <a:pt x="835957" y="1"/>
                </a:lnTo>
                <a:cubicBezTo>
                  <a:pt x="835968" y="1"/>
                  <a:pt x="835980" y="1"/>
                  <a:pt x="835991" y="1"/>
                </a:cubicBezTo>
                <a:cubicBezTo>
                  <a:pt x="853289" y="26"/>
                  <a:pt x="867294" y="14133"/>
                  <a:pt x="867271" y="31510"/>
                </a:cubicBezTo>
                <a:lnTo>
                  <a:pt x="867271" y="125950"/>
                </a:lnTo>
                <a:cubicBezTo>
                  <a:pt x="867271" y="125968"/>
                  <a:pt x="867271" y="125985"/>
                  <a:pt x="867271" y="126003"/>
                </a:cubicBezTo>
                <a:cubicBezTo>
                  <a:pt x="867263" y="143366"/>
                  <a:pt x="853243" y="157437"/>
                  <a:pt x="835957" y="157430"/>
                </a:cubicBezTo>
                <a:lnTo>
                  <a:pt x="731443" y="157430"/>
                </a:lnTo>
                <a:cubicBezTo>
                  <a:pt x="714145" y="157415"/>
                  <a:pt x="700129" y="143325"/>
                  <a:pt x="700129" y="125950"/>
                </a:cubicBezTo>
                <a:lnTo>
                  <a:pt x="700129" y="31510"/>
                </a:lnTo>
                <a:cubicBezTo>
                  <a:pt x="700129" y="14129"/>
                  <a:pt x="714138" y="29"/>
                  <a:pt x="731443" y="1"/>
                </a:cubicBezTo>
                <a:close/>
                <a:moveTo>
                  <a:pt x="527701" y="1"/>
                </a:moveTo>
                <a:cubicBezTo>
                  <a:pt x="527712" y="1"/>
                  <a:pt x="527720" y="1"/>
                  <a:pt x="527728" y="1"/>
                </a:cubicBezTo>
                <a:lnTo>
                  <a:pt x="684414" y="1"/>
                </a:lnTo>
                <a:cubicBezTo>
                  <a:pt x="687309" y="-10"/>
                  <a:pt x="689665" y="2338"/>
                  <a:pt x="689673" y="5244"/>
                </a:cubicBezTo>
                <a:cubicBezTo>
                  <a:pt x="689673" y="5253"/>
                  <a:pt x="689673" y="5262"/>
                  <a:pt x="689673" y="5271"/>
                </a:cubicBezTo>
                <a:lnTo>
                  <a:pt x="689673" y="26268"/>
                </a:lnTo>
                <a:cubicBezTo>
                  <a:pt x="689665" y="29171"/>
                  <a:pt x="687317" y="31518"/>
                  <a:pt x="684426" y="31510"/>
                </a:cubicBezTo>
                <a:cubicBezTo>
                  <a:pt x="684422" y="31510"/>
                  <a:pt x="684418" y="31510"/>
                  <a:pt x="684414" y="31510"/>
                </a:cubicBezTo>
                <a:lnTo>
                  <a:pt x="632188" y="31510"/>
                </a:lnTo>
                <a:cubicBezTo>
                  <a:pt x="629316" y="31511"/>
                  <a:pt x="626987" y="33851"/>
                  <a:pt x="626987" y="36737"/>
                </a:cubicBezTo>
                <a:cubicBezTo>
                  <a:pt x="626987" y="36741"/>
                  <a:pt x="626987" y="36746"/>
                  <a:pt x="626987" y="36751"/>
                </a:cubicBezTo>
                <a:lnTo>
                  <a:pt x="626987" y="152157"/>
                </a:lnTo>
                <a:cubicBezTo>
                  <a:pt x="626994" y="155063"/>
                  <a:pt x="624654" y="157423"/>
                  <a:pt x="621759" y="157428"/>
                </a:cubicBezTo>
                <a:cubicBezTo>
                  <a:pt x="621747" y="157428"/>
                  <a:pt x="621740" y="157428"/>
                  <a:pt x="621728" y="157428"/>
                </a:cubicBezTo>
                <a:lnTo>
                  <a:pt x="590418" y="157428"/>
                </a:lnTo>
                <a:cubicBezTo>
                  <a:pt x="587522" y="157439"/>
                  <a:pt x="585170" y="155091"/>
                  <a:pt x="585159" y="152185"/>
                </a:cubicBezTo>
                <a:cubicBezTo>
                  <a:pt x="585159" y="152175"/>
                  <a:pt x="585159" y="152166"/>
                  <a:pt x="585159" y="152157"/>
                </a:cubicBezTo>
                <a:lnTo>
                  <a:pt x="585159" y="36751"/>
                </a:lnTo>
                <a:cubicBezTo>
                  <a:pt x="585167" y="33866"/>
                  <a:pt x="582849" y="31519"/>
                  <a:pt x="579973" y="31510"/>
                </a:cubicBezTo>
                <a:cubicBezTo>
                  <a:pt x="579969" y="31510"/>
                  <a:pt x="579965" y="31510"/>
                  <a:pt x="579962" y="31510"/>
                </a:cubicBezTo>
                <a:lnTo>
                  <a:pt x="527728" y="31510"/>
                </a:lnTo>
                <a:cubicBezTo>
                  <a:pt x="524840" y="31525"/>
                  <a:pt x="522484" y="29186"/>
                  <a:pt x="522469" y="26284"/>
                </a:cubicBezTo>
                <a:cubicBezTo>
                  <a:pt x="522469" y="26279"/>
                  <a:pt x="522469" y="26273"/>
                  <a:pt x="522469" y="26268"/>
                </a:cubicBezTo>
                <a:lnTo>
                  <a:pt x="522469" y="5271"/>
                </a:lnTo>
                <a:cubicBezTo>
                  <a:pt x="522465" y="2365"/>
                  <a:pt x="524810" y="5"/>
                  <a:pt x="527701" y="1"/>
                </a:cubicBezTo>
                <a:close/>
                <a:moveTo>
                  <a:pt x="376185" y="1"/>
                </a:moveTo>
                <a:lnTo>
                  <a:pt x="480695" y="1"/>
                </a:lnTo>
                <a:cubicBezTo>
                  <a:pt x="498001" y="28"/>
                  <a:pt x="512013" y="14128"/>
                  <a:pt x="512009" y="31510"/>
                </a:cubicBezTo>
                <a:lnTo>
                  <a:pt x="512009" y="36751"/>
                </a:lnTo>
                <a:cubicBezTo>
                  <a:pt x="512009" y="39638"/>
                  <a:pt x="509688" y="41982"/>
                  <a:pt x="506812" y="41995"/>
                </a:cubicBezTo>
                <a:lnTo>
                  <a:pt x="475436" y="41995"/>
                </a:lnTo>
                <a:cubicBezTo>
                  <a:pt x="472564" y="41982"/>
                  <a:pt x="470239" y="39638"/>
                  <a:pt x="470239" y="36751"/>
                </a:cubicBezTo>
                <a:cubicBezTo>
                  <a:pt x="470239" y="36735"/>
                  <a:pt x="470239" y="36720"/>
                  <a:pt x="470239" y="36704"/>
                </a:cubicBezTo>
                <a:cubicBezTo>
                  <a:pt x="470216" y="33811"/>
                  <a:pt x="467860" y="31486"/>
                  <a:pt x="464980" y="31510"/>
                </a:cubicBezTo>
                <a:lnTo>
                  <a:pt x="397082" y="31510"/>
                </a:lnTo>
                <a:cubicBezTo>
                  <a:pt x="397074" y="31510"/>
                  <a:pt x="397066" y="31510"/>
                  <a:pt x="397059" y="31510"/>
                </a:cubicBezTo>
                <a:cubicBezTo>
                  <a:pt x="391295" y="31511"/>
                  <a:pt x="386626" y="36205"/>
                  <a:pt x="386626" y="41995"/>
                </a:cubicBezTo>
                <a:lnTo>
                  <a:pt x="386626" y="52478"/>
                </a:lnTo>
                <a:cubicBezTo>
                  <a:pt x="386622" y="58281"/>
                  <a:pt x="391303" y="62988"/>
                  <a:pt x="397082" y="62991"/>
                </a:cubicBezTo>
                <a:lnTo>
                  <a:pt x="480695" y="62991"/>
                </a:lnTo>
                <a:cubicBezTo>
                  <a:pt x="497989" y="62991"/>
                  <a:pt x="512009" y="77071"/>
                  <a:pt x="512009" y="94440"/>
                </a:cubicBezTo>
                <a:lnTo>
                  <a:pt x="512009" y="125950"/>
                </a:lnTo>
                <a:cubicBezTo>
                  <a:pt x="512009" y="143325"/>
                  <a:pt x="497997" y="157415"/>
                  <a:pt x="480695" y="157430"/>
                </a:cubicBezTo>
                <a:lnTo>
                  <a:pt x="376185" y="157430"/>
                </a:lnTo>
                <a:cubicBezTo>
                  <a:pt x="376176" y="157430"/>
                  <a:pt x="376168" y="157430"/>
                  <a:pt x="376160" y="157430"/>
                </a:cubicBezTo>
                <a:cubicBezTo>
                  <a:pt x="358857" y="157423"/>
                  <a:pt x="344836" y="143330"/>
                  <a:pt x="344842" y="125950"/>
                </a:cubicBezTo>
                <a:lnTo>
                  <a:pt x="344842" y="120678"/>
                </a:lnTo>
                <a:cubicBezTo>
                  <a:pt x="344845" y="117790"/>
                  <a:pt x="347171" y="115447"/>
                  <a:pt x="350047" y="115437"/>
                </a:cubicBezTo>
                <a:lnTo>
                  <a:pt x="381413" y="115437"/>
                </a:lnTo>
                <a:cubicBezTo>
                  <a:pt x="384293" y="115444"/>
                  <a:pt x="386622" y="117787"/>
                  <a:pt x="386626" y="120678"/>
                </a:cubicBezTo>
                <a:cubicBezTo>
                  <a:pt x="386622" y="123583"/>
                  <a:pt x="388963" y="125941"/>
                  <a:pt x="391854" y="125950"/>
                </a:cubicBezTo>
                <a:lnTo>
                  <a:pt x="459783" y="125950"/>
                </a:lnTo>
                <a:cubicBezTo>
                  <a:pt x="459798" y="125950"/>
                  <a:pt x="459810" y="125950"/>
                  <a:pt x="459825" y="125950"/>
                </a:cubicBezTo>
                <a:cubicBezTo>
                  <a:pt x="465592" y="125936"/>
                  <a:pt x="470254" y="121229"/>
                  <a:pt x="470239" y="115437"/>
                </a:cubicBezTo>
                <a:lnTo>
                  <a:pt x="470239" y="104954"/>
                </a:lnTo>
                <a:cubicBezTo>
                  <a:pt x="470239" y="104951"/>
                  <a:pt x="470239" y="104949"/>
                  <a:pt x="470239" y="104947"/>
                </a:cubicBezTo>
                <a:cubicBezTo>
                  <a:pt x="470239" y="99145"/>
                  <a:pt x="465558" y="94441"/>
                  <a:pt x="459783" y="94440"/>
                </a:cubicBezTo>
                <a:lnTo>
                  <a:pt x="376185" y="94440"/>
                </a:lnTo>
                <a:cubicBezTo>
                  <a:pt x="376182" y="94440"/>
                  <a:pt x="376179" y="94440"/>
                  <a:pt x="376176" y="94440"/>
                </a:cubicBezTo>
                <a:cubicBezTo>
                  <a:pt x="358877" y="94447"/>
                  <a:pt x="344849" y="80366"/>
                  <a:pt x="344842" y="62991"/>
                </a:cubicBezTo>
                <a:lnTo>
                  <a:pt x="344842" y="31510"/>
                </a:lnTo>
                <a:cubicBezTo>
                  <a:pt x="344842" y="31508"/>
                  <a:pt x="344842" y="31507"/>
                  <a:pt x="344842" y="31505"/>
                </a:cubicBezTo>
                <a:cubicBezTo>
                  <a:pt x="344836" y="14112"/>
                  <a:pt x="358869" y="7"/>
                  <a:pt x="376185" y="1"/>
                </a:cubicBezTo>
                <a:close/>
                <a:moveTo>
                  <a:pt x="172420" y="1"/>
                </a:moveTo>
                <a:cubicBezTo>
                  <a:pt x="172421" y="1"/>
                  <a:pt x="172422" y="1"/>
                  <a:pt x="172424" y="1"/>
                </a:cubicBezTo>
                <a:lnTo>
                  <a:pt x="329162" y="1"/>
                </a:lnTo>
                <a:cubicBezTo>
                  <a:pt x="332052" y="11"/>
                  <a:pt x="334391" y="2368"/>
                  <a:pt x="334390" y="5271"/>
                </a:cubicBezTo>
                <a:lnTo>
                  <a:pt x="334390" y="26268"/>
                </a:lnTo>
                <a:cubicBezTo>
                  <a:pt x="334379" y="29162"/>
                  <a:pt x="332043" y="31504"/>
                  <a:pt x="329162" y="31510"/>
                </a:cubicBezTo>
                <a:lnTo>
                  <a:pt x="214223" y="31510"/>
                </a:lnTo>
                <a:cubicBezTo>
                  <a:pt x="211347" y="31499"/>
                  <a:pt x="209006" y="33832"/>
                  <a:pt x="208995" y="36722"/>
                </a:cubicBezTo>
                <a:cubicBezTo>
                  <a:pt x="208995" y="36732"/>
                  <a:pt x="208995" y="36741"/>
                  <a:pt x="208995" y="36751"/>
                </a:cubicBezTo>
                <a:lnTo>
                  <a:pt x="208995" y="57748"/>
                </a:lnTo>
                <a:cubicBezTo>
                  <a:pt x="208999" y="60645"/>
                  <a:pt x="211339" y="62991"/>
                  <a:pt x="214223" y="62991"/>
                </a:cubicBezTo>
                <a:lnTo>
                  <a:pt x="318706" y="62991"/>
                </a:lnTo>
                <a:cubicBezTo>
                  <a:pt x="321590" y="62987"/>
                  <a:pt x="323931" y="65332"/>
                  <a:pt x="323935" y="68228"/>
                </a:cubicBezTo>
                <a:cubicBezTo>
                  <a:pt x="323935" y="68230"/>
                  <a:pt x="323935" y="68231"/>
                  <a:pt x="323935" y="68232"/>
                </a:cubicBezTo>
                <a:lnTo>
                  <a:pt x="323935" y="89229"/>
                </a:lnTo>
                <a:cubicBezTo>
                  <a:pt x="323920" y="92117"/>
                  <a:pt x="321581" y="94448"/>
                  <a:pt x="318706" y="94440"/>
                </a:cubicBezTo>
                <a:lnTo>
                  <a:pt x="214223" y="94440"/>
                </a:lnTo>
                <a:cubicBezTo>
                  <a:pt x="211333" y="94443"/>
                  <a:pt x="208992" y="96799"/>
                  <a:pt x="208995" y="99703"/>
                </a:cubicBezTo>
                <a:cubicBezTo>
                  <a:pt x="208995" y="99706"/>
                  <a:pt x="208995" y="99709"/>
                  <a:pt x="208995" y="99712"/>
                </a:cubicBezTo>
                <a:lnTo>
                  <a:pt x="208995" y="120678"/>
                </a:lnTo>
                <a:cubicBezTo>
                  <a:pt x="208987" y="123582"/>
                  <a:pt x="211323" y="125942"/>
                  <a:pt x="214214" y="125950"/>
                </a:cubicBezTo>
                <a:cubicBezTo>
                  <a:pt x="214217" y="125950"/>
                  <a:pt x="214220" y="125950"/>
                  <a:pt x="214223" y="125950"/>
                </a:cubicBezTo>
                <a:lnTo>
                  <a:pt x="329162" y="125950"/>
                </a:lnTo>
                <a:cubicBezTo>
                  <a:pt x="332046" y="125946"/>
                  <a:pt x="334387" y="128291"/>
                  <a:pt x="334390" y="131188"/>
                </a:cubicBezTo>
                <a:cubicBezTo>
                  <a:pt x="334390" y="131189"/>
                  <a:pt x="334390" y="131191"/>
                  <a:pt x="334390" y="131192"/>
                </a:cubicBezTo>
                <a:lnTo>
                  <a:pt x="334390" y="152157"/>
                </a:lnTo>
                <a:cubicBezTo>
                  <a:pt x="334391" y="155061"/>
                  <a:pt x="332053" y="157418"/>
                  <a:pt x="329162" y="157428"/>
                </a:cubicBezTo>
                <a:lnTo>
                  <a:pt x="172424" y="157428"/>
                </a:lnTo>
                <a:cubicBezTo>
                  <a:pt x="169532" y="157424"/>
                  <a:pt x="167191" y="155066"/>
                  <a:pt x="167195" y="152162"/>
                </a:cubicBezTo>
                <a:cubicBezTo>
                  <a:pt x="167195" y="152160"/>
                  <a:pt x="167195" y="152159"/>
                  <a:pt x="167195" y="152157"/>
                </a:cubicBezTo>
                <a:lnTo>
                  <a:pt x="167195" y="5271"/>
                </a:lnTo>
                <a:cubicBezTo>
                  <a:pt x="167189" y="2367"/>
                  <a:pt x="169528" y="7"/>
                  <a:pt x="172420" y="1"/>
                </a:cubicBezTo>
                <a:close/>
                <a:moveTo>
                  <a:pt x="5229" y="1"/>
                </a:moveTo>
                <a:lnTo>
                  <a:pt x="151513" y="1"/>
                </a:lnTo>
                <a:cubicBezTo>
                  <a:pt x="154404" y="5"/>
                  <a:pt x="156745" y="2363"/>
                  <a:pt x="156742" y="5268"/>
                </a:cubicBezTo>
                <a:cubicBezTo>
                  <a:pt x="156742" y="5269"/>
                  <a:pt x="156742" y="5270"/>
                  <a:pt x="156742" y="5271"/>
                </a:cubicBezTo>
                <a:lnTo>
                  <a:pt x="156742" y="26268"/>
                </a:lnTo>
                <a:cubicBezTo>
                  <a:pt x="156736" y="29164"/>
                  <a:pt x="154397" y="31509"/>
                  <a:pt x="151513" y="31510"/>
                </a:cubicBezTo>
                <a:lnTo>
                  <a:pt x="47030" y="31510"/>
                </a:lnTo>
                <a:cubicBezTo>
                  <a:pt x="44146" y="31509"/>
                  <a:pt x="41806" y="33854"/>
                  <a:pt x="41801" y="36751"/>
                </a:cubicBezTo>
                <a:lnTo>
                  <a:pt x="41801" y="57748"/>
                </a:lnTo>
                <a:cubicBezTo>
                  <a:pt x="41815" y="60641"/>
                  <a:pt x="44149" y="62981"/>
                  <a:pt x="47030" y="62991"/>
                </a:cubicBezTo>
                <a:lnTo>
                  <a:pt x="141083" y="62991"/>
                </a:lnTo>
                <a:cubicBezTo>
                  <a:pt x="143967" y="62989"/>
                  <a:pt x="146307" y="65335"/>
                  <a:pt x="146312" y="68232"/>
                </a:cubicBezTo>
                <a:lnTo>
                  <a:pt x="146284" y="89229"/>
                </a:lnTo>
                <a:cubicBezTo>
                  <a:pt x="146279" y="92111"/>
                  <a:pt x="143951" y="94443"/>
                  <a:pt x="141082" y="94440"/>
                </a:cubicBezTo>
                <a:lnTo>
                  <a:pt x="47028" y="94440"/>
                </a:lnTo>
                <a:cubicBezTo>
                  <a:pt x="44139" y="94454"/>
                  <a:pt x="41802" y="96810"/>
                  <a:pt x="41801" y="99712"/>
                </a:cubicBezTo>
                <a:lnTo>
                  <a:pt x="41801" y="152157"/>
                </a:lnTo>
                <a:cubicBezTo>
                  <a:pt x="41808" y="155061"/>
                  <a:pt x="39470" y="157421"/>
                  <a:pt x="36579" y="157428"/>
                </a:cubicBezTo>
                <a:cubicBezTo>
                  <a:pt x="36577" y="157428"/>
                  <a:pt x="36574" y="157428"/>
                  <a:pt x="36572" y="157428"/>
                </a:cubicBezTo>
                <a:lnTo>
                  <a:pt x="5229" y="157430"/>
                </a:lnTo>
                <a:cubicBezTo>
                  <a:pt x="2338" y="157417"/>
                  <a:pt x="1" y="155060"/>
                  <a:pt x="0" y="152157"/>
                </a:cubicBezTo>
                <a:lnTo>
                  <a:pt x="0" y="5271"/>
                </a:lnTo>
                <a:cubicBezTo>
                  <a:pt x="2" y="2369"/>
                  <a:pt x="2339" y="14"/>
                  <a:pt x="5229" y="1"/>
                </a:cubicBezTo>
                <a:close/>
              </a:path>
            </a:pathLst>
          </a:custGeom>
          <a:solidFill xmlns:a="http://schemas.openxmlformats.org/drawingml/2006/main">
            <a:srgbClr val="0091DC"/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BAB8F567-49D7-E9AF-BD1F-6C6AB7B457F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4549526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Gerader Verbinder 2">
            <a:extLst xmlns:a="http://schemas.openxmlformats.org/drawingml/2006/main">
              <a:ext uri="{FF2B5EF4-FFF2-40B4-BE49-F238E27FC236}">
                <a16:creationId xmlns:a16="http://schemas.microsoft.com/office/drawing/2014/main" id="{39E470EA-C04F-4DBC-84F8-B44F64231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2" name="Datumsplatzhalter 11">
            <a:extLst xmlns:a="http://schemas.openxmlformats.org/drawingml/2006/main">
              <a:ext uri="{FF2B5EF4-FFF2-40B4-BE49-F238E27FC236}">
                <a16:creationId xmlns:a16="http://schemas.microsoft.com/office/drawing/2014/main" id="{0308DEE5-F78B-7950-3365-5C6261FCA25D}"/>
              </a:ext>
            </a:extLst>
          </p:cNvPr>
          <p:cNvSpPr>
            <a:spLocks xmlns:a="http://schemas.openxmlformats.org/drawingml/2006/main" noGrp="1"/>
          </p:cNvSpPr>
          <p:nvPr>
            <p:ph type="dt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3" name="Fußzeilenplatzhalter 12">
            <a:extLst xmlns:a="http://schemas.openxmlformats.org/drawingml/2006/main">
              <a:ext uri="{FF2B5EF4-FFF2-40B4-BE49-F238E27FC236}">
                <a16:creationId xmlns:a16="http://schemas.microsoft.com/office/drawing/2014/main" id="{B9D3EF29-B860-1F30-9675-8A6C2A7032BF}"/>
              </a:ext>
            </a:extLst>
          </p:cNvPr>
          <p:cNvSpPr>
            <a:spLocks xmlns:a="http://schemas.openxmlformats.org/drawingml/2006/main" noGrp="1"/>
          </p:cNvSpPr>
          <p:nvPr>
            <p:ph type="ftr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5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576DAF30-5DD9-E102-B624-FF55D8424CB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54.xml><?xml version="1.0" encoding="utf-8"?>
<p:sldLayout xmlns:p="http://schemas.openxmlformats.org/presentationml/2006/main" preserve="1">
  <p:cSld name="Text + 2x Picture medium - without ribb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8" y="2475287"/>
            <a:ext cx="3522156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6096000" y="1"/>
            <a:ext cx="6096000" cy="651178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Untertitel 2">
            <a:extLst xmlns:a="http://schemas.openxmlformats.org/drawingml/2006/main">
              <a:ext uri="{FF2B5EF4-FFF2-40B4-BE49-F238E27FC236}">
                <a16:creationId xmlns:a16="http://schemas.microsoft.com/office/drawing/2014/main" id="{DF33D803-4825-6BFE-432E-1F1BCB174CED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649620" y="893160"/>
            <a:ext cx="895233" cy="162409"/>
          </a:xfrm>
          <a:custGeom xmlns:a="http://schemas.openxmlformats.org/drawingml/2006/main">
            <a:gdLst>
              <a:gd name="connsiteX0" fmla="*/ 752298 w 867271"/>
              <a:gd name="connsiteY0" fmla="*/ 31510 h 157430"/>
              <a:gd name="connsiteX1" fmla="*/ 741899 w 867271"/>
              <a:gd name="connsiteY1" fmla="*/ 41995 h 157430"/>
              <a:gd name="connsiteX2" fmla="*/ 741899 w 867271"/>
              <a:gd name="connsiteY2" fmla="*/ 115437 h 157430"/>
              <a:gd name="connsiteX3" fmla="*/ 741899 w 867271"/>
              <a:gd name="connsiteY3" fmla="*/ 115481 h 157430"/>
              <a:gd name="connsiteX4" fmla="*/ 752359 w 867271"/>
              <a:gd name="connsiteY4" fmla="*/ 125950 h 157430"/>
              <a:gd name="connsiteX5" fmla="*/ 815045 w 867271"/>
              <a:gd name="connsiteY5" fmla="*/ 125950 h 157430"/>
              <a:gd name="connsiteX6" fmla="*/ 815087 w 867271"/>
              <a:gd name="connsiteY6" fmla="*/ 125950 h 157430"/>
              <a:gd name="connsiteX7" fmla="*/ 825501 w 867271"/>
              <a:gd name="connsiteY7" fmla="*/ 115437 h 157430"/>
              <a:gd name="connsiteX8" fmla="*/ 825497 w 867271"/>
              <a:gd name="connsiteY8" fmla="*/ 41997 h 157430"/>
              <a:gd name="connsiteX9" fmla="*/ 825497 w 867271"/>
              <a:gd name="connsiteY9" fmla="*/ 41934 h 157430"/>
              <a:gd name="connsiteX10" fmla="*/ 815041 w 867271"/>
              <a:gd name="connsiteY10" fmla="*/ 31510 h 157430"/>
              <a:gd name="connsiteX11" fmla="*/ 752355 w 867271"/>
              <a:gd name="connsiteY11" fmla="*/ 31510 h 157430"/>
              <a:gd name="connsiteX12" fmla="*/ 752298 w 867271"/>
              <a:gd name="connsiteY12" fmla="*/ 31510 h 157430"/>
              <a:gd name="connsiteX13" fmla="*/ 731443 w 867271"/>
              <a:gd name="connsiteY13" fmla="*/ 1 h 157430"/>
              <a:gd name="connsiteX14" fmla="*/ 835957 w 867271"/>
              <a:gd name="connsiteY14" fmla="*/ 1 h 157430"/>
              <a:gd name="connsiteX15" fmla="*/ 835991 w 867271"/>
              <a:gd name="connsiteY15" fmla="*/ 1 h 157430"/>
              <a:gd name="connsiteX16" fmla="*/ 867271 w 867271"/>
              <a:gd name="connsiteY16" fmla="*/ 31510 h 157430"/>
              <a:gd name="connsiteX17" fmla="*/ 867271 w 867271"/>
              <a:gd name="connsiteY17" fmla="*/ 125950 h 157430"/>
              <a:gd name="connsiteX18" fmla="*/ 867271 w 867271"/>
              <a:gd name="connsiteY18" fmla="*/ 126003 h 157430"/>
              <a:gd name="connsiteX19" fmla="*/ 835957 w 867271"/>
              <a:gd name="connsiteY19" fmla="*/ 157430 h 157430"/>
              <a:gd name="connsiteX20" fmla="*/ 731443 w 867271"/>
              <a:gd name="connsiteY20" fmla="*/ 157430 h 157430"/>
              <a:gd name="connsiteX21" fmla="*/ 700129 w 867271"/>
              <a:gd name="connsiteY21" fmla="*/ 125950 h 157430"/>
              <a:gd name="connsiteX22" fmla="*/ 700129 w 867271"/>
              <a:gd name="connsiteY22" fmla="*/ 31510 h 157430"/>
              <a:gd name="connsiteX23" fmla="*/ 731443 w 867271"/>
              <a:gd name="connsiteY23" fmla="*/ 1 h 157430"/>
              <a:gd name="connsiteX24" fmla="*/ 527701 w 867271"/>
              <a:gd name="connsiteY24" fmla="*/ 1 h 157430"/>
              <a:gd name="connsiteX25" fmla="*/ 527728 w 867271"/>
              <a:gd name="connsiteY25" fmla="*/ 1 h 157430"/>
              <a:gd name="connsiteX26" fmla="*/ 684414 w 867271"/>
              <a:gd name="connsiteY26" fmla="*/ 1 h 157430"/>
              <a:gd name="connsiteX27" fmla="*/ 689673 w 867271"/>
              <a:gd name="connsiteY27" fmla="*/ 5244 h 157430"/>
              <a:gd name="connsiteX28" fmla="*/ 689673 w 867271"/>
              <a:gd name="connsiteY28" fmla="*/ 5271 h 157430"/>
              <a:gd name="connsiteX29" fmla="*/ 689673 w 867271"/>
              <a:gd name="connsiteY29" fmla="*/ 26268 h 157430"/>
              <a:gd name="connsiteX30" fmla="*/ 684426 w 867271"/>
              <a:gd name="connsiteY30" fmla="*/ 31510 h 157430"/>
              <a:gd name="connsiteX31" fmla="*/ 684414 w 867271"/>
              <a:gd name="connsiteY31" fmla="*/ 31510 h 157430"/>
              <a:gd name="connsiteX32" fmla="*/ 632188 w 867271"/>
              <a:gd name="connsiteY32" fmla="*/ 31510 h 157430"/>
              <a:gd name="connsiteX33" fmla="*/ 626987 w 867271"/>
              <a:gd name="connsiteY33" fmla="*/ 36737 h 157430"/>
              <a:gd name="connsiteX34" fmla="*/ 626987 w 867271"/>
              <a:gd name="connsiteY34" fmla="*/ 36751 h 157430"/>
              <a:gd name="connsiteX35" fmla="*/ 626987 w 867271"/>
              <a:gd name="connsiteY35" fmla="*/ 152157 h 157430"/>
              <a:gd name="connsiteX36" fmla="*/ 621759 w 867271"/>
              <a:gd name="connsiteY36" fmla="*/ 157428 h 157430"/>
              <a:gd name="connsiteX37" fmla="*/ 621728 w 867271"/>
              <a:gd name="connsiteY37" fmla="*/ 157428 h 157430"/>
              <a:gd name="connsiteX38" fmla="*/ 590418 w 867271"/>
              <a:gd name="connsiteY38" fmla="*/ 157428 h 157430"/>
              <a:gd name="connsiteX39" fmla="*/ 585159 w 867271"/>
              <a:gd name="connsiteY39" fmla="*/ 152185 h 157430"/>
              <a:gd name="connsiteX40" fmla="*/ 585159 w 867271"/>
              <a:gd name="connsiteY40" fmla="*/ 152157 h 157430"/>
              <a:gd name="connsiteX41" fmla="*/ 585159 w 867271"/>
              <a:gd name="connsiteY41" fmla="*/ 36751 h 157430"/>
              <a:gd name="connsiteX42" fmla="*/ 579973 w 867271"/>
              <a:gd name="connsiteY42" fmla="*/ 31510 h 157430"/>
              <a:gd name="connsiteX43" fmla="*/ 579962 w 867271"/>
              <a:gd name="connsiteY43" fmla="*/ 31510 h 157430"/>
              <a:gd name="connsiteX44" fmla="*/ 527728 w 867271"/>
              <a:gd name="connsiteY44" fmla="*/ 31510 h 157430"/>
              <a:gd name="connsiteX45" fmla="*/ 522469 w 867271"/>
              <a:gd name="connsiteY45" fmla="*/ 26284 h 157430"/>
              <a:gd name="connsiteX46" fmla="*/ 522469 w 867271"/>
              <a:gd name="connsiteY46" fmla="*/ 26268 h 157430"/>
              <a:gd name="connsiteX47" fmla="*/ 522469 w 867271"/>
              <a:gd name="connsiteY47" fmla="*/ 5271 h 157430"/>
              <a:gd name="connsiteX48" fmla="*/ 527701 w 867271"/>
              <a:gd name="connsiteY48" fmla="*/ 1 h 157430"/>
              <a:gd name="connsiteX49" fmla="*/ 376185 w 867271"/>
              <a:gd name="connsiteY49" fmla="*/ 1 h 157430"/>
              <a:gd name="connsiteX50" fmla="*/ 480695 w 867271"/>
              <a:gd name="connsiteY50" fmla="*/ 1 h 157430"/>
              <a:gd name="connsiteX51" fmla="*/ 512009 w 867271"/>
              <a:gd name="connsiteY51" fmla="*/ 31510 h 157430"/>
              <a:gd name="connsiteX52" fmla="*/ 512009 w 867271"/>
              <a:gd name="connsiteY52" fmla="*/ 36751 h 157430"/>
              <a:gd name="connsiteX53" fmla="*/ 506812 w 867271"/>
              <a:gd name="connsiteY53" fmla="*/ 41995 h 157430"/>
              <a:gd name="connsiteX54" fmla="*/ 475436 w 867271"/>
              <a:gd name="connsiteY54" fmla="*/ 41995 h 157430"/>
              <a:gd name="connsiteX55" fmla="*/ 470239 w 867271"/>
              <a:gd name="connsiteY55" fmla="*/ 36751 h 157430"/>
              <a:gd name="connsiteX56" fmla="*/ 470239 w 867271"/>
              <a:gd name="connsiteY56" fmla="*/ 36704 h 157430"/>
              <a:gd name="connsiteX57" fmla="*/ 464980 w 867271"/>
              <a:gd name="connsiteY57" fmla="*/ 31510 h 157430"/>
              <a:gd name="connsiteX58" fmla="*/ 397082 w 867271"/>
              <a:gd name="connsiteY58" fmla="*/ 31510 h 157430"/>
              <a:gd name="connsiteX59" fmla="*/ 397059 w 867271"/>
              <a:gd name="connsiteY59" fmla="*/ 31510 h 157430"/>
              <a:gd name="connsiteX60" fmla="*/ 386626 w 867271"/>
              <a:gd name="connsiteY60" fmla="*/ 41995 h 157430"/>
              <a:gd name="connsiteX61" fmla="*/ 386626 w 867271"/>
              <a:gd name="connsiteY61" fmla="*/ 52478 h 157430"/>
              <a:gd name="connsiteX62" fmla="*/ 397082 w 867271"/>
              <a:gd name="connsiteY62" fmla="*/ 62991 h 157430"/>
              <a:gd name="connsiteX63" fmla="*/ 480695 w 867271"/>
              <a:gd name="connsiteY63" fmla="*/ 62991 h 157430"/>
              <a:gd name="connsiteX64" fmla="*/ 512009 w 867271"/>
              <a:gd name="connsiteY64" fmla="*/ 94440 h 157430"/>
              <a:gd name="connsiteX65" fmla="*/ 512009 w 867271"/>
              <a:gd name="connsiteY65" fmla="*/ 125950 h 157430"/>
              <a:gd name="connsiteX66" fmla="*/ 480695 w 867271"/>
              <a:gd name="connsiteY66" fmla="*/ 157430 h 157430"/>
              <a:gd name="connsiteX67" fmla="*/ 376185 w 867271"/>
              <a:gd name="connsiteY67" fmla="*/ 157430 h 157430"/>
              <a:gd name="connsiteX68" fmla="*/ 376160 w 867271"/>
              <a:gd name="connsiteY68" fmla="*/ 157430 h 157430"/>
              <a:gd name="connsiteX69" fmla="*/ 344842 w 867271"/>
              <a:gd name="connsiteY69" fmla="*/ 125950 h 157430"/>
              <a:gd name="connsiteX70" fmla="*/ 344842 w 867271"/>
              <a:gd name="connsiteY70" fmla="*/ 120678 h 157430"/>
              <a:gd name="connsiteX71" fmla="*/ 350047 w 867271"/>
              <a:gd name="connsiteY71" fmla="*/ 115437 h 157430"/>
              <a:gd name="connsiteX72" fmla="*/ 381413 w 867271"/>
              <a:gd name="connsiteY72" fmla="*/ 115437 h 157430"/>
              <a:gd name="connsiteX73" fmla="*/ 386626 w 867271"/>
              <a:gd name="connsiteY73" fmla="*/ 120678 h 157430"/>
              <a:gd name="connsiteX74" fmla="*/ 391854 w 867271"/>
              <a:gd name="connsiteY74" fmla="*/ 125950 h 157430"/>
              <a:gd name="connsiteX75" fmla="*/ 459783 w 867271"/>
              <a:gd name="connsiteY75" fmla="*/ 125950 h 157430"/>
              <a:gd name="connsiteX76" fmla="*/ 459825 w 867271"/>
              <a:gd name="connsiteY76" fmla="*/ 125950 h 157430"/>
              <a:gd name="connsiteX77" fmla="*/ 470239 w 867271"/>
              <a:gd name="connsiteY77" fmla="*/ 115437 h 157430"/>
              <a:gd name="connsiteX78" fmla="*/ 470239 w 867271"/>
              <a:gd name="connsiteY78" fmla="*/ 104954 h 157430"/>
              <a:gd name="connsiteX79" fmla="*/ 470239 w 867271"/>
              <a:gd name="connsiteY79" fmla="*/ 104947 h 157430"/>
              <a:gd name="connsiteX80" fmla="*/ 459783 w 867271"/>
              <a:gd name="connsiteY80" fmla="*/ 94440 h 157430"/>
              <a:gd name="connsiteX81" fmla="*/ 376185 w 867271"/>
              <a:gd name="connsiteY81" fmla="*/ 94440 h 157430"/>
              <a:gd name="connsiteX82" fmla="*/ 376176 w 867271"/>
              <a:gd name="connsiteY82" fmla="*/ 94440 h 157430"/>
              <a:gd name="connsiteX83" fmla="*/ 344842 w 867271"/>
              <a:gd name="connsiteY83" fmla="*/ 62991 h 157430"/>
              <a:gd name="connsiteX84" fmla="*/ 344842 w 867271"/>
              <a:gd name="connsiteY84" fmla="*/ 31510 h 157430"/>
              <a:gd name="connsiteX85" fmla="*/ 344842 w 867271"/>
              <a:gd name="connsiteY85" fmla="*/ 31505 h 157430"/>
              <a:gd name="connsiteX86" fmla="*/ 376185 w 867271"/>
              <a:gd name="connsiteY86" fmla="*/ 1 h 157430"/>
              <a:gd name="connsiteX87" fmla="*/ 172420 w 867271"/>
              <a:gd name="connsiteY87" fmla="*/ 1 h 157430"/>
              <a:gd name="connsiteX88" fmla="*/ 172424 w 867271"/>
              <a:gd name="connsiteY88" fmla="*/ 1 h 157430"/>
              <a:gd name="connsiteX89" fmla="*/ 329162 w 867271"/>
              <a:gd name="connsiteY89" fmla="*/ 1 h 157430"/>
              <a:gd name="connsiteX90" fmla="*/ 334390 w 867271"/>
              <a:gd name="connsiteY90" fmla="*/ 5271 h 157430"/>
              <a:gd name="connsiteX91" fmla="*/ 334390 w 867271"/>
              <a:gd name="connsiteY91" fmla="*/ 26268 h 157430"/>
              <a:gd name="connsiteX92" fmla="*/ 329162 w 867271"/>
              <a:gd name="connsiteY92" fmla="*/ 31510 h 157430"/>
              <a:gd name="connsiteX93" fmla="*/ 214223 w 867271"/>
              <a:gd name="connsiteY93" fmla="*/ 31510 h 157430"/>
              <a:gd name="connsiteX94" fmla="*/ 208995 w 867271"/>
              <a:gd name="connsiteY94" fmla="*/ 36722 h 157430"/>
              <a:gd name="connsiteX95" fmla="*/ 208995 w 867271"/>
              <a:gd name="connsiteY95" fmla="*/ 36751 h 157430"/>
              <a:gd name="connsiteX96" fmla="*/ 208995 w 867271"/>
              <a:gd name="connsiteY96" fmla="*/ 57748 h 157430"/>
              <a:gd name="connsiteX97" fmla="*/ 214223 w 867271"/>
              <a:gd name="connsiteY97" fmla="*/ 62991 h 157430"/>
              <a:gd name="connsiteX98" fmla="*/ 318706 w 867271"/>
              <a:gd name="connsiteY98" fmla="*/ 62991 h 157430"/>
              <a:gd name="connsiteX99" fmla="*/ 323935 w 867271"/>
              <a:gd name="connsiteY99" fmla="*/ 68228 h 157430"/>
              <a:gd name="connsiteX100" fmla="*/ 323935 w 867271"/>
              <a:gd name="connsiteY100" fmla="*/ 68232 h 157430"/>
              <a:gd name="connsiteX101" fmla="*/ 323935 w 867271"/>
              <a:gd name="connsiteY101" fmla="*/ 89229 h 157430"/>
              <a:gd name="connsiteX102" fmla="*/ 318706 w 867271"/>
              <a:gd name="connsiteY102" fmla="*/ 94440 h 157430"/>
              <a:gd name="connsiteX103" fmla="*/ 214223 w 867271"/>
              <a:gd name="connsiteY103" fmla="*/ 94440 h 157430"/>
              <a:gd name="connsiteX104" fmla="*/ 208995 w 867271"/>
              <a:gd name="connsiteY104" fmla="*/ 99703 h 157430"/>
              <a:gd name="connsiteX105" fmla="*/ 208995 w 867271"/>
              <a:gd name="connsiteY105" fmla="*/ 99712 h 157430"/>
              <a:gd name="connsiteX106" fmla="*/ 208995 w 867271"/>
              <a:gd name="connsiteY106" fmla="*/ 120678 h 157430"/>
              <a:gd name="connsiteX107" fmla="*/ 214214 w 867271"/>
              <a:gd name="connsiteY107" fmla="*/ 125950 h 157430"/>
              <a:gd name="connsiteX108" fmla="*/ 214223 w 867271"/>
              <a:gd name="connsiteY108" fmla="*/ 125950 h 157430"/>
              <a:gd name="connsiteX109" fmla="*/ 329162 w 867271"/>
              <a:gd name="connsiteY109" fmla="*/ 125950 h 157430"/>
              <a:gd name="connsiteX110" fmla="*/ 334390 w 867271"/>
              <a:gd name="connsiteY110" fmla="*/ 131188 h 157430"/>
              <a:gd name="connsiteX111" fmla="*/ 334390 w 867271"/>
              <a:gd name="connsiteY111" fmla="*/ 131192 h 157430"/>
              <a:gd name="connsiteX112" fmla="*/ 334390 w 867271"/>
              <a:gd name="connsiteY112" fmla="*/ 152157 h 157430"/>
              <a:gd name="connsiteX113" fmla="*/ 329162 w 867271"/>
              <a:gd name="connsiteY113" fmla="*/ 157428 h 157430"/>
              <a:gd name="connsiteX114" fmla="*/ 172424 w 867271"/>
              <a:gd name="connsiteY114" fmla="*/ 157428 h 157430"/>
              <a:gd name="connsiteX115" fmla="*/ 167195 w 867271"/>
              <a:gd name="connsiteY115" fmla="*/ 152162 h 157430"/>
              <a:gd name="connsiteX116" fmla="*/ 167195 w 867271"/>
              <a:gd name="connsiteY116" fmla="*/ 152157 h 157430"/>
              <a:gd name="connsiteX117" fmla="*/ 167195 w 867271"/>
              <a:gd name="connsiteY117" fmla="*/ 5271 h 157430"/>
              <a:gd name="connsiteX118" fmla="*/ 172420 w 867271"/>
              <a:gd name="connsiteY118" fmla="*/ 1 h 157430"/>
              <a:gd name="connsiteX119" fmla="*/ 5229 w 867271"/>
              <a:gd name="connsiteY119" fmla="*/ 1 h 157430"/>
              <a:gd name="connsiteX120" fmla="*/ 151513 w 867271"/>
              <a:gd name="connsiteY120" fmla="*/ 1 h 157430"/>
              <a:gd name="connsiteX121" fmla="*/ 156742 w 867271"/>
              <a:gd name="connsiteY121" fmla="*/ 5268 h 157430"/>
              <a:gd name="connsiteX122" fmla="*/ 156742 w 867271"/>
              <a:gd name="connsiteY122" fmla="*/ 5271 h 157430"/>
              <a:gd name="connsiteX123" fmla="*/ 156742 w 867271"/>
              <a:gd name="connsiteY123" fmla="*/ 26268 h 157430"/>
              <a:gd name="connsiteX124" fmla="*/ 151513 w 867271"/>
              <a:gd name="connsiteY124" fmla="*/ 31510 h 157430"/>
              <a:gd name="connsiteX125" fmla="*/ 47030 w 867271"/>
              <a:gd name="connsiteY125" fmla="*/ 31510 h 157430"/>
              <a:gd name="connsiteX126" fmla="*/ 41801 w 867271"/>
              <a:gd name="connsiteY126" fmla="*/ 36751 h 157430"/>
              <a:gd name="connsiteX127" fmla="*/ 41801 w 867271"/>
              <a:gd name="connsiteY127" fmla="*/ 57748 h 157430"/>
              <a:gd name="connsiteX128" fmla="*/ 47030 w 867271"/>
              <a:gd name="connsiteY128" fmla="*/ 62991 h 157430"/>
              <a:gd name="connsiteX129" fmla="*/ 141083 w 867271"/>
              <a:gd name="connsiteY129" fmla="*/ 62991 h 157430"/>
              <a:gd name="connsiteX130" fmla="*/ 146312 w 867271"/>
              <a:gd name="connsiteY130" fmla="*/ 68232 h 157430"/>
              <a:gd name="connsiteX131" fmla="*/ 146284 w 867271"/>
              <a:gd name="connsiteY131" fmla="*/ 89229 h 157430"/>
              <a:gd name="connsiteX132" fmla="*/ 141082 w 867271"/>
              <a:gd name="connsiteY132" fmla="*/ 94440 h 157430"/>
              <a:gd name="connsiteX133" fmla="*/ 47028 w 867271"/>
              <a:gd name="connsiteY133" fmla="*/ 94440 h 157430"/>
              <a:gd name="connsiteX134" fmla="*/ 41801 w 867271"/>
              <a:gd name="connsiteY134" fmla="*/ 99712 h 157430"/>
              <a:gd name="connsiteX135" fmla="*/ 41801 w 867271"/>
              <a:gd name="connsiteY135" fmla="*/ 152157 h 157430"/>
              <a:gd name="connsiteX136" fmla="*/ 36579 w 867271"/>
              <a:gd name="connsiteY136" fmla="*/ 157428 h 157430"/>
              <a:gd name="connsiteX137" fmla="*/ 36572 w 867271"/>
              <a:gd name="connsiteY137" fmla="*/ 157428 h 157430"/>
              <a:gd name="connsiteX138" fmla="*/ 5229 w 867271"/>
              <a:gd name="connsiteY138" fmla="*/ 157430 h 157430"/>
              <a:gd name="connsiteX139" fmla="*/ 0 w 867271"/>
              <a:gd name="connsiteY139" fmla="*/ 152157 h 157430"/>
              <a:gd name="connsiteX140" fmla="*/ 0 w 867271"/>
              <a:gd name="connsiteY140" fmla="*/ 5271 h 157430"/>
              <a:gd name="connsiteX141" fmla="*/ 5229 w 867271"/>
              <a:gd name="connsiteY141" fmla="*/ 1 h 157430"/>
            </a:gdLst>
            <a:rect l="l" t="t" r="r" b="b"/>
            <a:pathLst>
              <a:path w="867271" h="157430">
                <a:moveTo>
                  <a:pt x="752298" y="31510"/>
                </a:moveTo>
                <a:cubicBezTo>
                  <a:pt x="746542" y="31521"/>
                  <a:pt x="741888" y="36215"/>
                  <a:pt x="741899" y="41995"/>
                </a:cubicBezTo>
                <a:lnTo>
                  <a:pt x="741899" y="115437"/>
                </a:lnTo>
                <a:cubicBezTo>
                  <a:pt x="741899" y="115452"/>
                  <a:pt x="741899" y="115467"/>
                  <a:pt x="741899" y="115481"/>
                </a:cubicBezTo>
                <a:cubicBezTo>
                  <a:pt x="741910" y="121273"/>
                  <a:pt x="746592" y="125960"/>
                  <a:pt x="752359" y="125950"/>
                </a:cubicBezTo>
                <a:lnTo>
                  <a:pt x="815045" y="125950"/>
                </a:lnTo>
                <a:cubicBezTo>
                  <a:pt x="815056" y="125950"/>
                  <a:pt x="815072" y="125950"/>
                  <a:pt x="815087" y="125950"/>
                </a:cubicBezTo>
                <a:cubicBezTo>
                  <a:pt x="820854" y="125936"/>
                  <a:pt x="825516" y="121229"/>
                  <a:pt x="825501" y="115437"/>
                </a:cubicBezTo>
                <a:lnTo>
                  <a:pt x="825497" y="41997"/>
                </a:lnTo>
                <a:cubicBezTo>
                  <a:pt x="825497" y="41975"/>
                  <a:pt x="825497" y="41954"/>
                  <a:pt x="825497" y="41934"/>
                </a:cubicBezTo>
                <a:cubicBezTo>
                  <a:pt x="825478" y="36154"/>
                  <a:pt x="820793" y="31488"/>
                  <a:pt x="815041" y="31510"/>
                </a:cubicBezTo>
                <a:lnTo>
                  <a:pt x="752355" y="31510"/>
                </a:lnTo>
                <a:cubicBezTo>
                  <a:pt x="752336" y="31510"/>
                  <a:pt x="752317" y="31510"/>
                  <a:pt x="752298" y="31510"/>
                </a:cubicBezTo>
                <a:close/>
                <a:moveTo>
                  <a:pt x="731443" y="1"/>
                </a:moveTo>
                <a:lnTo>
                  <a:pt x="835957" y="1"/>
                </a:lnTo>
                <a:cubicBezTo>
                  <a:pt x="835968" y="1"/>
                  <a:pt x="835980" y="1"/>
                  <a:pt x="835991" y="1"/>
                </a:cubicBezTo>
                <a:cubicBezTo>
                  <a:pt x="853289" y="26"/>
                  <a:pt x="867294" y="14133"/>
                  <a:pt x="867271" y="31510"/>
                </a:cubicBezTo>
                <a:lnTo>
                  <a:pt x="867271" y="125950"/>
                </a:lnTo>
                <a:cubicBezTo>
                  <a:pt x="867271" y="125968"/>
                  <a:pt x="867271" y="125985"/>
                  <a:pt x="867271" y="126003"/>
                </a:cubicBezTo>
                <a:cubicBezTo>
                  <a:pt x="867263" y="143366"/>
                  <a:pt x="853243" y="157437"/>
                  <a:pt x="835957" y="157430"/>
                </a:cubicBezTo>
                <a:lnTo>
                  <a:pt x="731443" y="157430"/>
                </a:lnTo>
                <a:cubicBezTo>
                  <a:pt x="714145" y="157415"/>
                  <a:pt x="700129" y="143325"/>
                  <a:pt x="700129" y="125950"/>
                </a:cubicBezTo>
                <a:lnTo>
                  <a:pt x="700129" y="31510"/>
                </a:lnTo>
                <a:cubicBezTo>
                  <a:pt x="700129" y="14129"/>
                  <a:pt x="714138" y="29"/>
                  <a:pt x="731443" y="1"/>
                </a:cubicBezTo>
                <a:close/>
                <a:moveTo>
                  <a:pt x="527701" y="1"/>
                </a:moveTo>
                <a:cubicBezTo>
                  <a:pt x="527712" y="1"/>
                  <a:pt x="527720" y="1"/>
                  <a:pt x="527728" y="1"/>
                </a:cubicBezTo>
                <a:lnTo>
                  <a:pt x="684414" y="1"/>
                </a:lnTo>
                <a:cubicBezTo>
                  <a:pt x="687309" y="-10"/>
                  <a:pt x="689665" y="2338"/>
                  <a:pt x="689673" y="5244"/>
                </a:cubicBezTo>
                <a:cubicBezTo>
                  <a:pt x="689673" y="5253"/>
                  <a:pt x="689673" y="5262"/>
                  <a:pt x="689673" y="5271"/>
                </a:cubicBezTo>
                <a:lnTo>
                  <a:pt x="689673" y="26268"/>
                </a:lnTo>
                <a:cubicBezTo>
                  <a:pt x="689665" y="29171"/>
                  <a:pt x="687317" y="31518"/>
                  <a:pt x="684426" y="31510"/>
                </a:cubicBezTo>
                <a:cubicBezTo>
                  <a:pt x="684422" y="31510"/>
                  <a:pt x="684418" y="31510"/>
                  <a:pt x="684414" y="31510"/>
                </a:cubicBezTo>
                <a:lnTo>
                  <a:pt x="632188" y="31510"/>
                </a:lnTo>
                <a:cubicBezTo>
                  <a:pt x="629316" y="31511"/>
                  <a:pt x="626987" y="33851"/>
                  <a:pt x="626987" y="36737"/>
                </a:cubicBezTo>
                <a:cubicBezTo>
                  <a:pt x="626987" y="36741"/>
                  <a:pt x="626987" y="36746"/>
                  <a:pt x="626987" y="36751"/>
                </a:cubicBezTo>
                <a:lnTo>
                  <a:pt x="626987" y="152157"/>
                </a:lnTo>
                <a:cubicBezTo>
                  <a:pt x="626994" y="155063"/>
                  <a:pt x="624654" y="157423"/>
                  <a:pt x="621759" y="157428"/>
                </a:cubicBezTo>
                <a:cubicBezTo>
                  <a:pt x="621747" y="157428"/>
                  <a:pt x="621740" y="157428"/>
                  <a:pt x="621728" y="157428"/>
                </a:cubicBezTo>
                <a:lnTo>
                  <a:pt x="590418" y="157428"/>
                </a:lnTo>
                <a:cubicBezTo>
                  <a:pt x="587522" y="157439"/>
                  <a:pt x="585170" y="155091"/>
                  <a:pt x="585159" y="152185"/>
                </a:cubicBezTo>
                <a:cubicBezTo>
                  <a:pt x="585159" y="152175"/>
                  <a:pt x="585159" y="152166"/>
                  <a:pt x="585159" y="152157"/>
                </a:cubicBezTo>
                <a:lnTo>
                  <a:pt x="585159" y="36751"/>
                </a:lnTo>
                <a:cubicBezTo>
                  <a:pt x="585167" y="33866"/>
                  <a:pt x="582849" y="31519"/>
                  <a:pt x="579973" y="31510"/>
                </a:cubicBezTo>
                <a:cubicBezTo>
                  <a:pt x="579969" y="31510"/>
                  <a:pt x="579965" y="31510"/>
                  <a:pt x="579962" y="31510"/>
                </a:cubicBezTo>
                <a:lnTo>
                  <a:pt x="527728" y="31510"/>
                </a:lnTo>
                <a:cubicBezTo>
                  <a:pt x="524840" y="31525"/>
                  <a:pt x="522484" y="29186"/>
                  <a:pt x="522469" y="26284"/>
                </a:cubicBezTo>
                <a:cubicBezTo>
                  <a:pt x="522469" y="26279"/>
                  <a:pt x="522469" y="26273"/>
                  <a:pt x="522469" y="26268"/>
                </a:cubicBezTo>
                <a:lnTo>
                  <a:pt x="522469" y="5271"/>
                </a:lnTo>
                <a:cubicBezTo>
                  <a:pt x="522465" y="2365"/>
                  <a:pt x="524810" y="5"/>
                  <a:pt x="527701" y="1"/>
                </a:cubicBezTo>
                <a:close/>
                <a:moveTo>
                  <a:pt x="376185" y="1"/>
                </a:moveTo>
                <a:lnTo>
                  <a:pt x="480695" y="1"/>
                </a:lnTo>
                <a:cubicBezTo>
                  <a:pt x="498001" y="28"/>
                  <a:pt x="512013" y="14128"/>
                  <a:pt x="512009" y="31510"/>
                </a:cubicBezTo>
                <a:lnTo>
                  <a:pt x="512009" y="36751"/>
                </a:lnTo>
                <a:cubicBezTo>
                  <a:pt x="512009" y="39638"/>
                  <a:pt x="509688" y="41982"/>
                  <a:pt x="506812" y="41995"/>
                </a:cubicBezTo>
                <a:lnTo>
                  <a:pt x="475436" y="41995"/>
                </a:lnTo>
                <a:cubicBezTo>
                  <a:pt x="472564" y="41982"/>
                  <a:pt x="470239" y="39638"/>
                  <a:pt x="470239" y="36751"/>
                </a:cubicBezTo>
                <a:cubicBezTo>
                  <a:pt x="470239" y="36735"/>
                  <a:pt x="470239" y="36720"/>
                  <a:pt x="470239" y="36704"/>
                </a:cubicBezTo>
                <a:cubicBezTo>
                  <a:pt x="470216" y="33811"/>
                  <a:pt x="467860" y="31486"/>
                  <a:pt x="464980" y="31510"/>
                </a:cubicBezTo>
                <a:lnTo>
                  <a:pt x="397082" y="31510"/>
                </a:lnTo>
                <a:cubicBezTo>
                  <a:pt x="397074" y="31510"/>
                  <a:pt x="397066" y="31510"/>
                  <a:pt x="397059" y="31510"/>
                </a:cubicBezTo>
                <a:cubicBezTo>
                  <a:pt x="391295" y="31511"/>
                  <a:pt x="386626" y="36205"/>
                  <a:pt x="386626" y="41995"/>
                </a:cubicBezTo>
                <a:lnTo>
                  <a:pt x="386626" y="52478"/>
                </a:lnTo>
                <a:cubicBezTo>
                  <a:pt x="386622" y="58281"/>
                  <a:pt x="391303" y="62988"/>
                  <a:pt x="397082" y="62991"/>
                </a:cubicBezTo>
                <a:lnTo>
                  <a:pt x="480695" y="62991"/>
                </a:lnTo>
                <a:cubicBezTo>
                  <a:pt x="497989" y="62991"/>
                  <a:pt x="512009" y="77071"/>
                  <a:pt x="512009" y="94440"/>
                </a:cubicBezTo>
                <a:lnTo>
                  <a:pt x="512009" y="125950"/>
                </a:lnTo>
                <a:cubicBezTo>
                  <a:pt x="512009" y="143325"/>
                  <a:pt x="497997" y="157415"/>
                  <a:pt x="480695" y="157430"/>
                </a:cubicBezTo>
                <a:lnTo>
                  <a:pt x="376185" y="157430"/>
                </a:lnTo>
                <a:cubicBezTo>
                  <a:pt x="376176" y="157430"/>
                  <a:pt x="376168" y="157430"/>
                  <a:pt x="376160" y="157430"/>
                </a:cubicBezTo>
                <a:cubicBezTo>
                  <a:pt x="358857" y="157423"/>
                  <a:pt x="344836" y="143330"/>
                  <a:pt x="344842" y="125950"/>
                </a:cubicBezTo>
                <a:lnTo>
                  <a:pt x="344842" y="120678"/>
                </a:lnTo>
                <a:cubicBezTo>
                  <a:pt x="344845" y="117790"/>
                  <a:pt x="347171" y="115447"/>
                  <a:pt x="350047" y="115437"/>
                </a:cubicBezTo>
                <a:lnTo>
                  <a:pt x="381413" y="115437"/>
                </a:lnTo>
                <a:cubicBezTo>
                  <a:pt x="384293" y="115444"/>
                  <a:pt x="386622" y="117787"/>
                  <a:pt x="386626" y="120678"/>
                </a:cubicBezTo>
                <a:cubicBezTo>
                  <a:pt x="386622" y="123583"/>
                  <a:pt x="388963" y="125941"/>
                  <a:pt x="391854" y="125950"/>
                </a:cubicBezTo>
                <a:lnTo>
                  <a:pt x="459783" y="125950"/>
                </a:lnTo>
                <a:cubicBezTo>
                  <a:pt x="459798" y="125950"/>
                  <a:pt x="459810" y="125950"/>
                  <a:pt x="459825" y="125950"/>
                </a:cubicBezTo>
                <a:cubicBezTo>
                  <a:pt x="465592" y="125936"/>
                  <a:pt x="470254" y="121229"/>
                  <a:pt x="470239" y="115437"/>
                </a:cubicBezTo>
                <a:lnTo>
                  <a:pt x="470239" y="104954"/>
                </a:lnTo>
                <a:cubicBezTo>
                  <a:pt x="470239" y="104951"/>
                  <a:pt x="470239" y="104949"/>
                  <a:pt x="470239" y="104947"/>
                </a:cubicBezTo>
                <a:cubicBezTo>
                  <a:pt x="470239" y="99145"/>
                  <a:pt x="465558" y="94441"/>
                  <a:pt x="459783" y="94440"/>
                </a:cubicBezTo>
                <a:lnTo>
                  <a:pt x="376185" y="94440"/>
                </a:lnTo>
                <a:cubicBezTo>
                  <a:pt x="376182" y="94440"/>
                  <a:pt x="376179" y="94440"/>
                  <a:pt x="376176" y="94440"/>
                </a:cubicBezTo>
                <a:cubicBezTo>
                  <a:pt x="358877" y="94447"/>
                  <a:pt x="344849" y="80366"/>
                  <a:pt x="344842" y="62991"/>
                </a:cubicBezTo>
                <a:lnTo>
                  <a:pt x="344842" y="31510"/>
                </a:lnTo>
                <a:cubicBezTo>
                  <a:pt x="344842" y="31508"/>
                  <a:pt x="344842" y="31507"/>
                  <a:pt x="344842" y="31505"/>
                </a:cubicBezTo>
                <a:cubicBezTo>
                  <a:pt x="344836" y="14112"/>
                  <a:pt x="358869" y="7"/>
                  <a:pt x="376185" y="1"/>
                </a:cubicBezTo>
                <a:close/>
                <a:moveTo>
                  <a:pt x="172420" y="1"/>
                </a:moveTo>
                <a:cubicBezTo>
                  <a:pt x="172421" y="1"/>
                  <a:pt x="172422" y="1"/>
                  <a:pt x="172424" y="1"/>
                </a:cubicBezTo>
                <a:lnTo>
                  <a:pt x="329162" y="1"/>
                </a:lnTo>
                <a:cubicBezTo>
                  <a:pt x="332052" y="11"/>
                  <a:pt x="334391" y="2368"/>
                  <a:pt x="334390" y="5271"/>
                </a:cubicBezTo>
                <a:lnTo>
                  <a:pt x="334390" y="26268"/>
                </a:lnTo>
                <a:cubicBezTo>
                  <a:pt x="334379" y="29162"/>
                  <a:pt x="332043" y="31504"/>
                  <a:pt x="329162" y="31510"/>
                </a:cubicBezTo>
                <a:lnTo>
                  <a:pt x="214223" y="31510"/>
                </a:lnTo>
                <a:cubicBezTo>
                  <a:pt x="211347" y="31499"/>
                  <a:pt x="209006" y="33832"/>
                  <a:pt x="208995" y="36722"/>
                </a:cubicBezTo>
                <a:cubicBezTo>
                  <a:pt x="208995" y="36732"/>
                  <a:pt x="208995" y="36741"/>
                  <a:pt x="208995" y="36751"/>
                </a:cubicBezTo>
                <a:lnTo>
                  <a:pt x="208995" y="57748"/>
                </a:lnTo>
                <a:cubicBezTo>
                  <a:pt x="208999" y="60645"/>
                  <a:pt x="211339" y="62991"/>
                  <a:pt x="214223" y="62991"/>
                </a:cubicBezTo>
                <a:lnTo>
                  <a:pt x="318706" y="62991"/>
                </a:lnTo>
                <a:cubicBezTo>
                  <a:pt x="321590" y="62987"/>
                  <a:pt x="323931" y="65332"/>
                  <a:pt x="323935" y="68228"/>
                </a:cubicBezTo>
                <a:cubicBezTo>
                  <a:pt x="323935" y="68230"/>
                  <a:pt x="323935" y="68231"/>
                  <a:pt x="323935" y="68232"/>
                </a:cubicBezTo>
                <a:lnTo>
                  <a:pt x="323935" y="89229"/>
                </a:lnTo>
                <a:cubicBezTo>
                  <a:pt x="323920" y="92117"/>
                  <a:pt x="321581" y="94448"/>
                  <a:pt x="318706" y="94440"/>
                </a:cubicBezTo>
                <a:lnTo>
                  <a:pt x="214223" y="94440"/>
                </a:lnTo>
                <a:cubicBezTo>
                  <a:pt x="211333" y="94443"/>
                  <a:pt x="208992" y="96799"/>
                  <a:pt x="208995" y="99703"/>
                </a:cubicBezTo>
                <a:cubicBezTo>
                  <a:pt x="208995" y="99706"/>
                  <a:pt x="208995" y="99709"/>
                  <a:pt x="208995" y="99712"/>
                </a:cubicBezTo>
                <a:lnTo>
                  <a:pt x="208995" y="120678"/>
                </a:lnTo>
                <a:cubicBezTo>
                  <a:pt x="208987" y="123582"/>
                  <a:pt x="211323" y="125942"/>
                  <a:pt x="214214" y="125950"/>
                </a:cubicBezTo>
                <a:cubicBezTo>
                  <a:pt x="214217" y="125950"/>
                  <a:pt x="214220" y="125950"/>
                  <a:pt x="214223" y="125950"/>
                </a:cubicBezTo>
                <a:lnTo>
                  <a:pt x="329162" y="125950"/>
                </a:lnTo>
                <a:cubicBezTo>
                  <a:pt x="332046" y="125946"/>
                  <a:pt x="334387" y="128291"/>
                  <a:pt x="334390" y="131188"/>
                </a:cubicBezTo>
                <a:cubicBezTo>
                  <a:pt x="334390" y="131189"/>
                  <a:pt x="334390" y="131191"/>
                  <a:pt x="334390" y="131192"/>
                </a:cubicBezTo>
                <a:lnTo>
                  <a:pt x="334390" y="152157"/>
                </a:lnTo>
                <a:cubicBezTo>
                  <a:pt x="334391" y="155061"/>
                  <a:pt x="332053" y="157418"/>
                  <a:pt x="329162" y="157428"/>
                </a:cubicBezTo>
                <a:lnTo>
                  <a:pt x="172424" y="157428"/>
                </a:lnTo>
                <a:cubicBezTo>
                  <a:pt x="169532" y="157424"/>
                  <a:pt x="167191" y="155066"/>
                  <a:pt x="167195" y="152162"/>
                </a:cubicBezTo>
                <a:cubicBezTo>
                  <a:pt x="167195" y="152160"/>
                  <a:pt x="167195" y="152159"/>
                  <a:pt x="167195" y="152157"/>
                </a:cubicBezTo>
                <a:lnTo>
                  <a:pt x="167195" y="5271"/>
                </a:lnTo>
                <a:cubicBezTo>
                  <a:pt x="167189" y="2367"/>
                  <a:pt x="169528" y="7"/>
                  <a:pt x="172420" y="1"/>
                </a:cubicBezTo>
                <a:close/>
                <a:moveTo>
                  <a:pt x="5229" y="1"/>
                </a:moveTo>
                <a:lnTo>
                  <a:pt x="151513" y="1"/>
                </a:lnTo>
                <a:cubicBezTo>
                  <a:pt x="154404" y="5"/>
                  <a:pt x="156745" y="2363"/>
                  <a:pt x="156742" y="5268"/>
                </a:cubicBezTo>
                <a:cubicBezTo>
                  <a:pt x="156742" y="5269"/>
                  <a:pt x="156742" y="5270"/>
                  <a:pt x="156742" y="5271"/>
                </a:cubicBezTo>
                <a:lnTo>
                  <a:pt x="156742" y="26268"/>
                </a:lnTo>
                <a:cubicBezTo>
                  <a:pt x="156736" y="29164"/>
                  <a:pt x="154397" y="31509"/>
                  <a:pt x="151513" y="31510"/>
                </a:cubicBezTo>
                <a:lnTo>
                  <a:pt x="47030" y="31510"/>
                </a:lnTo>
                <a:cubicBezTo>
                  <a:pt x="44146" y="31509"/>
                  <a:pt x="41806" y="33854"/>
                  <a:pt x="41801" y="36751"/>
                </a:cubicBezTo>
                <a:lnTo>
                  <a:pt x="41801" y="57748"/>
                </a:lnTo>
                <a:cubicBezTo>
                  <a:pt x="41815" y="60641"/>
                  <a:pt x="44149" y="62981"/>
                  <a:pt x="47030" y="62991"/>
                </a:cubicBezTo>
                <a:lnTo>
                  <a:pt x="141083" y="62991"/>
                </a:lnTo>
                <a:cubicBezTo>
                  <a:pt x="143967" y="62989"/>
                  <a:pt x="146307" y="65335"/>
                  <a:pt x="146312" y="68232"/>
                </a:cubicBezTo>
                <a:lnTo>
                  <a:pt x="146284" y="89229"/>
                </a:lnTo>
                <a:cubicBezTo>
                  <a:pt x="146279" y="92111"/>
                  <a:pt x="143951" y="94443"/>
                  <a:pt x="141082" y="94440"/>
                </a:cubicBezTo>
                <a:lnTo>
                  <a:pt x="47028" y="94440"/>
                </a:lnTo>
                <a:cubicBezTo>
                  <a:pt x="44139" y="94454"/>
                  <a:pt x="41802" y="96810"/>
                  <a:pt x="41801" y="99712"/>
                </a:cubicBezTo>
                <a:lnTo>
                  <a:pt x="41801" y="152157"/>
                </a:lnTo>
                <a:cubicBezTo>
                  <a:pt x="41808" y="155061"/>
                  <a:pt x="39470" y="157421"/>
                  <a:pt x="36579" y="157428"/>
                </a:cubicBezTo>
                <a:cubicBezTo>
                  <a:pt x="36577" y="157428"/>
                  <a:pt x="36574" y="157428"/>
                  <a:pt x="36572" y="157428"/>
                </a:cubicBezTo>
                <a:lnTo>
                  <a:pt x="5229" y="157430"/>
                </a:lnTo>
                <a:cubicBezTo>
                  <a:pt x="2338" y="157417"/>
                  <a:pt x="1" y="155060"/>
                  <a:pt x="0" y="152157"/>
                </a:cubicBezTo>
                <a:lnTo>
                  <a:pt x="0" y="5271"/>
                </a:lnTo>
                <a:cubicBezTo>
                  <a:pt x="2" y="2369"/>
                  <a:pt x="2339" y="14"/>
                  <a:pt x="5229" y="1"/>
                </a:cubicBezTo>
                <a:close/>
              </a:path>
            </a:pathLst>
          </a:custGeom>
          <a:solidFill xmlns:a="http://schemas.openxmlformats.org/drawingml/2006/main">
            <a:srgbClr val="0091DC"/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3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2D2EC0F7-6E83-72CB-4F2D-F3052F91317F}"/>
              </a:ext>
            </a:extLst>
          </p:cNvPr>
          <p:cNvSpPr>
            <a:spLocks xmlns:a="http://schemas.openxmlformats.org/drawingml/2006/main" noGrp="1"/>
          </p:cNvSpPr>
          <p:nvPr>
            <p:ph type="pic" idx="23" hasCustomPrompt="1"/>
          </p:nvPr>
        </p:nvSpPr>
        <p:spPr>
          <a:xfrm xmlns:a="http://schemas.openxmlformats.org/drawingml/2006/main">
            <a:off x="5068676" y="4089456"/>
            <a:ext cx="3009172" cy="198184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  <a:ln xmlns:a="http://schemas.openxmlformats.org/drawingml/2006/main" w="69850">
            <a:solidFill>
              <a:schemeClr val="bg1"/>
            </a:solidFill>
          </a:ln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2" name="Gerader Verbinder 1">
            <a:extLst xmlns:a="http://schemas.openxmlformats.org/drawingml/2006/main">
              <a:ext uri="{FF2B5EF4-FFF2-40B4-BE49-F238E27FC236}">
                <a16:creationId xmlns:a16="http://schemas.microsoft.com/office/drawing/2014/main" id="{B2A7EAF0-8B34-4B9C-A099-030E071C9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Titel 8">
            <a:extLst xmlns:a="http://schemas.openxmlformats.org/drawingml/2006/main">
              <a:ext uri="{FF2B5EF4-FFF2-40B4-BE49-F238E27FC236}">
                <a16:creationId xmlns:a16="http://schemas.microsoft.com/office/drawing/2014/main" id="{63915F2E-313B-22E2-B725-D7C7DB6F446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4549553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11" name="Datumsplatzhalter 10">
            <a:extLst xmlns:a="http://schemas.openxmlformats.org/drawingml/2006/main">
              <a:ext uri="{FF2B5EF4-FFF2-40B4-BE49-F238E27FC236}">
                <a16:creationId xmlns:a16="http://schemas.microsoft.com/office/drawing/2014/main" id="{CF198929-C21B-03A7-833C-BC6D923D37F8}"/>
              </a:ext>
            </a:extLst>
          </p:cNvPr>
          <p:cNvSpPr>
            <a:spLocks xmlns:a="http://schemas.openxmlformats.org/drawingml/2006/main" noGrp="1"/>
          </p:cNvSpPr>
          <p:nvPr>
            <p:ph type="dt" idx="2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2" name="Fußzeilenplatzhalter 11">
            <a:extLst xmlns:a="http://schemas.openxmlformats.org/drawingml/2006/main">
              <a:ext uri="{FF2B5EF4-FFF2-40B4-BE49-F238E27FC236}">
                <a16:creationId xmlns:a16="http://schemas.microsoft.com/office/drawing/2014/main" id="{4706AD5D-0DB1-9FE4-AB72-2E75409C4B78}"/>
              </a:ext>
            </a:extLst>
          </p:cNvPr>
          <p:cNvSpPr>
            <a:spLocks xmlns:a="http://schemas.openxmlformats.org/drawingml/2006/main" noGrp="1"/>
          </p:cNvSpPr>
          <p:nvPr>
            <p:ph type="ftr" idx="2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5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B626A1A2-FE7A-6A06-5BF4-A97688A3FF0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55.xml><?xml version="1.0" encoding="utf-8"?>
<p:sldLayout xmlns:p="http://schemas.openxmlformats.org/presentationml/2006/main" preserve="1">
  <p:cSld name="Text + Picture big - without ribb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7" y="2475287"/>
            <a:ext cx="3522782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5069509" y="1"/>
            <a:ext cx="7122492" cy="651178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Untertitel 2">
            <a:extLst xmlns:a="http://schemas.openxmlformats.org/drawingml/2006/main">
              <a:ext uri="{FF2B5EF4-FFF2-40B4-BE49-F238E27FC236}">
                <a16:creationId xmlns:a16="http://schemas.microsoft.com/office/drawing/2014/main" id="{7D3C61D8-1A81-C702-27E8-1A7FF48D4998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649620" y="893160"/>
            <a:ext cx="895233" cy="162409"/>
          </a:xfrm>
          <a:custGeom xmlns:a="http://schemas.openxmlformats.org/drawingml/2006/main">
            <a:gdLst>
              <a:gd name="connsiteX0" fmla="*/ 752298 w 867271"/>
              <a:gd name="connsiteY0" fmla="*/ 31510 h 157430"/>
              <a:gd name="connsiteX1" fmla="*/ 741899 w 867271"/>
              <a:gd name="connsiteY1" fmla="*/ 41995 h 157430"/>
              <a:gd name="connsiteX2" fmla="*/ 741899 w 867271"/>
              <a:gd name="connsiteY2" fmla="*/ 115437 h 157430"/>
              <a:gd name="connsiteX3" fmla="*/ 741899 w 867271"/>
              <a:gd name="connsiteY3" fmla="*/ 115481 h 157430"/>
              <a:gd name="connsiteX4" fmla="*/ 752359 w 867271"/>
              <a:gd name="connsiteY4" fmla="*/ 125950 h 157430"/>
              <a:gd name="connsiteX5" fmla="*/ 815045 w 867271"/>
              <a:gd name="connsiteY5" fmla="*/ 125950 h 157430"/>
              <a:gd name="connsiteX6" fmla="*/ 815087 w 867271"/>
              <a:gd name="connsiteY6" fmla="*/ 125950 h 157430"/>
              <a:gd name="connsiteX7" fmla="*/ 825501 w 867271"/>
              <a:gd name="connsiteY7" fmla="*/ 115437 h 157430"/>
              <a:gd name="connsiteX8" fmla="*/ 825497 w 867271"/>
              <a:gd name="connsiteY8" fmla="*/ 41997 h 157430"/>
              <a:gd name="connsiteX9" fmla="*/ 825497 w 867271"/>
              <a:gd name="connsiteY9" fmla="*/ 41934 h 157430"/>
              <a:gd name="connsiteX10" fmla="*/ 815041 w 867271"/>
              <a:gd name="connsiteY10" fmla="*/ 31510 h 157430"/>
              <a:gd name="connsiteX11" fmla="*/ 752355 w 867271"/>
              <a:gd name="connsiteY11" fmla="*/ 31510 h 157430"/>
              <a:gd name="connsiteX12" fmla="*/ 752298 w 867271"/>
              <a:gd name="connsiteY12" fmla="*/ 31510 h 157430"/>
              <a:gd name="connsiteX13" fmla="*/ 731443 w 867271"/>
              <a:gd name="connsiteY13" fmla="*/ 1 h 157430"/>
              <a:gd name="connsiteX14" fmla="*/ 835957 w 867271"/>
              <a:gd name="connsiteY14" fmla="*/ 1 h 157430"/>
              <a:gd name="connsiteX15" fmla="*/ 835991 w 867271"/>
              <a:gd name="connsiteY15" fmla="*/ 1 h 157430"/>
              <a:gd name="connsiteX16" fmla="*/ 867271 w 867271"/>
              <a:gd name="connsiteY16" fmla="*/ 31510 h 157430"/>
              <a:gd name="connsiteX17" fmla="*/ 867271 w 867271"/>
              <a:gd name="connsiteY17" fmla="*/ 125950 h 157430"/>
              <a:gd name="connsiteX18" fmla="*/ 867271 w 867271"/>
              <a:gd name="connsiteY18" fmla="*/ 126003 h 157430"/>
              <a:gd name="connsiteX19" fmla="*/ 835957 w 867271"/>
              <a:gd name="connsiteY19" fmla="*/ 157430 h 157430"/>
              <a:gd name="connsiteX20" fmla="*/ 731443 w 867271"/>
              <a:gd name="connsiteY20" fmla="*/ 157430 h 157430"/>
              <a:gd name="connsiteX21" fmla="*/ 700129 w 867271"/>
              <a:gd name="connsiteY21" fmla="*/ 125950 h 157430"/>
              <a:gd name="connsiteX22" fmla="*/ 700129 w 867271"/>
              <a:gd name="connsiteY22" fmla="*/ 31510 h 157430"/>
              <a:gd name="connsiteX23" fmla="*/ 731443 w 867271"/>
              <a:gd name="connsiteY23" fmla="*/ 1 h 157430"/>
              <a:gd name="connsiteX24" fmla="*/ 527701 w 867271"/>
              <a:gd name="connsiteY24" fmla="*/ 1 h 157430"/>
              <a:gd name="connsiteX25" fmla="*/ 527728 w 867271"/>
              <a:gd name="connsiteY25" fmla="*/ 1 h 157430"/>
              <a:gd name="connsiteX26" fmla="*/ 684414 w 867271"/>
              <a:gd name="connsiteY26" fmla="*/ 1 h 157430"/>
              <a:gd name="connsiteX27" fmla="*/ 689673 w 867271"/>
              <a:gd name="connsiteY27" fmla="*/ 5244 h 157430"/>
              <a:gd name="connsiteX28" fmla="*/ 689673 w 867271"/>
              <a:gd name="connsiteY28" fmla="*/ 5271 h 157430"/>
              <a:gd name="connsiteX29" fmla="*/ 689673 w 867271"/>
              <a:gd name="connsiteY29" fmla="*/ 26268 h 157430"/>
              <a:gd name="connsiteX30" fmla="*/ 684426 w 867271"/>
              <a:gd name="connsiteY30" fmla="*/ 31510 h 157430"/>
              <a:gd name="connsiteX31" fmla="*/ 684414 w 867271"/>
              <a:gd name="connsiteY31" fmla="*/ 31510 h 157430"/>
              <a:gd name="connsiteX32" fmla="*/ 632188 w 867271"/>
              <a:gd name="connsiteY32" fmla="*/ 31510 h 157430"/>
              <a:gd name="connsiteX33" fmla="*/ 626987 w 867271"/>
              <a:gd name="connsiteY33" fmla="*/ 36737 h 157430"/>
              <a:gd name="connsiteX34" fmla="*/ 626987 w 867271"/>
              <a:gd name="connsiteY34" fmla="*/ 36751 h 157430"/>
              <a:gd name="connsiteX35" fmla="*/ 626987 w 867271"/>
              <a:gd name="connsiteY35" fmla="*/ 152157 h 157430"/>
              <a:gd name="connsiteX36" fmla="*/ 621759 w 867271"/>
              <a:gd name="connsiteY36" fmla="*/ 157428 h 157430"/>
              <a:gd name="connsiteX37" fmla="*/ 621728 w 867271"/>
              <a:gd name="connsiteY37" fmla="*/ 157428 h 157430"/>
              <a:gd name="connsiteX38" fmla="*/ 590418 w 867271"/>
              <a:gd name="connsiteY38" fmla="*/ 157428 h 157430"/>
              <a:gd name="connsiteX39" fmla="*/ 585159 w 867271"/>
              <a:gd name="connsiteY39" fmla="*/ 152185 h 157430"/>
              <a:gd name="connsiteX40" fmla="*/ 585159 w 867271"/>
              <a:gd name="connsiteY40" fmla="*/ 152157 h 157430"/>
              <a:gd name="connsiteX41" fmla="*/ 585159 w 867271"/>
              <a:gd name="connsiteY41" fmla="*/ 36751 h 157430"/>
              <a:gd name="connsiteX42" fmla="*/ 579973 w 867271"/>
              <a:gd name="connsiteY42" fmla="*/ 31510 h 157430"/>
              <a:gd name="connsiteX43" fmla="*/ 579962 w 867271"/>
              <a:gd name="connsiteY43" fmla="*/ 31510 h 157430"/>
              <a:gd name="connsiteX44" fmla="*/ 527728 w 867271"/>
              <a:gd name="connsiteY44" fmla="*/ 31510 h 157430"/>
              <a:gd name="connsiteX45" fmla="*/ 522469 w 867271"/>
              <a:gd name="connsiteY45" fmla="*/ 26284 h 157430"/>
              <a:gd name="connsiteX46" fmla="*/ 522469 w 867271"/>
              <a:gd name="connsiteY46" fmla="*/ 26268 h 157430"/>
              <a:gd name="connsiteX47" fmla="*/ 522469 w 867271"/>
              <a:gd name="connsiteY47" fmla="*/ 5271 h 157430"/>
              <a:gd name="connsiteX48" fmla="*/ 527701 w 867271"/>
              <a:gd name="connsiteY48" fmla="*/ 1 h 157430"/>
              <a:gd name="connsiteX49" fmla="*/ 376185 w 867271"/>
              <a:gd name="connsiteY49" fmla="*/ 1 h 157430"/>
              <a:gd name="connsiteX50" fmla="*/ 480695 w 867271"/>
              <a:gd name="connsiteY50" fmla="*/ 1 h 157430"/>
              <a:gd name="connsiteX51" fmla="*/ 512009 w 867271"/>
              <a:gd name="connsiteY51" fmla="*/ 31510 h 157430"/>
              <a:gd name="connsiteX52" fmla="*/ 512009 w 867271"/>
              <a:gd name="connsiteY52" fmla="*/ 36751 h 157430"/>
              <a:gd name="connsiteX53" fmla="*/ 506812 w 867271"/>
              <a:gd name="connsiteY53" fmla="*/ 41995 h 157430"/>
              <a:gd name="connsiteX54" fmla="*/ 475436 w 867271"/>
              <a:gd name="connsiteY54" fmla="*/ 41995 h 157430"/>
              <a:gd name="connsiteX55" fmla="*/ 470239 w 867271"/>
              <a:gd name="connsiteY55" fmla="*/ 36751 h 157430"/>
              <a:gd name="connsiteX56" fmla="*/ 470239 w 867271"/>
              <a:gd name="connsiteY56" fmla="*/ 36704 h 157430"/>
              <a:gd name="connsiteX57" fmla="*/ 464980 w 867271"/>
              <a:gd name="connsiteY57" fmla="*/ 31510 h 157430"/>
              <a:gd name="connsiteX58" fmla="*/ 397082 w 867271"/>
              <a:gd name="connsiteY58" fmla="*/ 31510 h 157430"/>
              <a:gd name="connsiteX59" fmla="*/ 397059 w 867271"/>
              <a:gd name="connsiteY59" fmla="*/ 31510 h 157430"/>
              <a:gd name="connsiteX60" fmla="*/ 386626 w 867271"/>
              <a:gd name="connsiteY60" fmla="*/ 41995 h 157430"/>
              <a:gd name="connsiteX61" fmla="*/ 386626 w 867271"/>
              <a:gd name="connsiteY61" fmla="*/ 52478 h 157430"/>
              <a:gd name="connsiteX62" fmla="*/ 397082 w 867271"/>
              <a:gd name="connsiteY62" fmla="*/ 62991 h 157430"/>
              <a:gd name="connsiteX63" fmla="*/ 480695 w 867271"/>
              <a:gd name="connsiteY63" fmla="*/ 62991 h 157430"/>
              <a:gd name="connsiteX64" fmla="*/ 512009 w 867271"/>
              <a:gd name="connsiteY64" fmla="*/ 94440 h 157430"/>
              <a:gd name="connsiteX65" fmla="*/ 512009 w 867271"/>
              <a:gd name="connsiteY65" fmla="*/ 125950 h 157430"/>
              <a:gd name="connsiteX66" fmla="*/ 480695 w 867271"/>
              <a:gd name="connsiteY66" fmla="*/ 157430 h 157430"/>
              <a:gd name="connsiteX67" fmla="*/ 376185 w 867271"/>
              <a:gd name="connsiteY67" fmla="*/ 157430 h 157430"/>
              <a:gd name="connsiteX68" fmla="*/ 376160 w 867271"/>
              <a:gd name="connsiteY68" fmla="*/ 157430 h 157430"/>
              <a:gd name="connsiteX69" fmla="*/ 344842 w 867271"/>
              <a:gd name="connsiteY69" fmla="*/ 125950 h 157430"/>
              <a:gd name="connsiteX70" fmla="*/ 344842 w 867271"/>
              <a:gd name="connsiteY70" fmla="*/ 120678 h 157430"/>
              <a:gd name="connsiteX71" fmla="*/ 350047 w 867271"/>
              <a:gd name="connsiteY71" fmla="*/ 115437 h 157430"/>
              <a:gd name="connsiteX72" fmla="*/ 381413 w 867271"/>
              <a:gd name="connsiteY72" fmla="*/ 115437 h 157430"/>
              <a:gd name="connsiteX73" fmla="*/ 386626 w 867271"/>
              <a:gd name="connsiteY73" fmla="*/ 120678 h 157430"/>
              <a:gd name="connsiteX74" fmla="*/ 391854 w 867271"/>
              <a:gd name="connsiteY74" fmla="*/ 125950 h 157430"/>
              <a:gd name="connsiteX75" fmla="*/ 459783 w 867271"/>
              <a:gd name="connsiteY75" fmla="*/ 125950 h 157430"/>
              <a:gd name="connsiteX76" fmla="*/ 459825 w 867271"/>
              <a:gd name="connsiteY76" fmla="*/ 125950 h 157430"/>
              <a:gd name="connsiteX77" fmla="*/ 470239 w 867271"/>
              <a:gd name="connsiteY77" fmla="*/ 115437 h 157430"/>
              <a:gd name="connsiteX78" fmla="*/ 470239 w 867271"/>
              <a:gd name="connsiteY78" fmla="*/ 104954 h 157430"/>
              <a:gd name="connsiteX79" fmla="*/ 470239 w 867271"/>
              <a:gd name="connsiteY79" fmla="*/ 104947 h 157430"/>
              <a:gd name="connsiteX80" fmla="*/ 459783 w 867271"/>
              <a:gd name="connsiteY80" fmla="*/ 94440 h 157430"/>
              <a:gd name="connsiteX81" fmla="*/ 376185 w 867271"/>
              <a:gd name="connsiteY81" fmla="*/ 94440 h 157430"/>
              <a:gd name="connsiteX82" fmla="*/ 376176 w 867271"/>
              <a:gd name="connsiteY82" fmla="*/ 94440 h 157430"/>
              <a:gd name="connsiteX83" fmla="*/ 344842 w 867271"/>
              <a:gd name="connsiteY83" fmla="*/ 62991 h 157430"/>
              <a:gd name="connsiteX84" fmla="*/ 344842 w 867271"/>
              <a:gd name="connsiteY84" fmla="*/ 31510 h 157430"/>
              <a:gd name="connsiteX85" fmla="*/ 344842 w 867271"/>
              <a:gd name="connsiteY85" fmla="*/ 31505 h 157430"/>
              <a:gd name="connsiteX86" fmla="*/ 376185 w 867271"/>
              <a:gd name="connsiteY86" fmla="*/ 1 h 157430"/>
              <a:gd name="connsiteX87" fmla="*/ 172420 w 867271"/>
              <a:gd name="connsiteY87" fmla="*/ 1 h 157430"/>
              <a:gd name="connsiteX88" fmla="*/ 172424 w 867271"/>
              <a:gd name="connsiteY88" fmla="*/ 1 h 157430"/>
              <a:gd name="connsiteX89" fmla="*/ 329162 w 867271"/>
              <a:gd name="connsiteY89" fmla="*/ 1 h 157430"/>
              <a:gd name="connsiteX90" fmla="*/ 334390 w 867271"/>
              <a:gd name="connsiteY90" fmla="*/ 5271 h 157430"/>
              <a:gd name="connsiteX91" fmla="*/ 334390 w 867271"/>
              <a:gd name="connsiteY91" fmla="*/ 26268 h 157430"/>
              <a:gd name="connsiteX92" fmla="*/ 329162 w 867271"/>
              <a:gd name="connsiteY92" fmla="*/ 31510 h 157430"/>
              <a:gd name="connsiteX93" fmla="*/ 214223 w 867271"/>
              <a:gd name="connsiteY93" fmla="*/ 31510 h 157430"/>
              <a:gd name="connsiteX94" fmla="*/ 208995 w 867271"/>
              <a:gd name="connsiteY94" fmla="*/ 36722 h 157430"/>
              <a:gd name="connsiteX95" fmla="*/ 208995 w 867271"/>
              <a:gd name="connsiteY95" fmla="*/ 36751 h 157430"/>
              <a:gd name="connsiteX96" fmla="*/ 208995 w 867271"/>
              <a:gd name="connsiteY96" fmla="*/ 57748 h 157430"/>
              <a:gd name="connsiteX97" fmla="*/ 214223 w 867271"/>
              <a:gd name="connsiteY97" fmla="*/ 62991 h 157430"/>
              <a:gd name="connsiteX98" fmla="*/ 318706 w 867271"/>
              <a:gd name="connsiteY98" fmla="*/ 62991 h 157430"/>
              <a:gd name="connsiteX99" fmla="*/ 323935 w 867271"/>
              <a:gd name="connsiteY99" fmla="*/ 68228 h 157430"/>
              <a:gd name="connsiteX100" fmla="*/ 323935 w 867271"/>
              <a:gd name="connsiteY100" fmla="*/ 68232 h 157430"/>
              <a:gd name="connsiteX101" fmla="*/ 323935 w 867271"/>
              <a:gd name="connsiteY101" fmla="*/ 89229 h 157430"/>
              <a:gd name="connsiteX102" fmla="*/ 318706 w 867271"/>
              <a:gd name="connsiteY102" fmla="*/ 94440 h 157430"/>
              <a:gd name="connsiteX103" fmla="*/ 214223 w 867271"/>
              <a:gd name="connsiteY103" fmla="*/ 94440 h 157430"/>
              <a:gd name="connsiteX104" fmla="*/ 208995 w 867271"/>
              <a:gd name="connsiteY104" fmla="*/ 99703 h 157430"/>
              <a:gd name="connsiteX105" fmla="*/ 208995 w 867271"/>
              <a:gd name="connsiteY105" fmla="*/ 99712 h 157430"/>
              <a:gd name="connsiteX106" fmla="*/ 208995 w 867271"/>
              <a:gd name="connsiteY106" fmla="*/ 120678 h 157430"/>
              <a:gd name="connsiteX107" fmla="*/ 214214 w 867271"/>
              <a:gd name="connsiteY107" fmla="*/ 125950 h 157430"/>
              <a:gd name="connsiteX108" fmla="*/ 214223 w 867271"/>
              <a:gd name="connsiteY108" fmla="*/ 125950 h 157430"/>
              <a:gd name="connsiteX109" fmla="*/ 329162 w 867271"/>
              <a:gd name="connsiteY109" fmla="*/ 125950 h 157430"/>
              <a:gd name="connsiteX110" fmla="*/ 334390 w 867271"/>
              <a:gd name="connsiteY110" fmla="*/ 131188 h 157430"/>
              <a:gd name="connsiteX111" fmla="*/ 334390 w 867271"/>
              <a:gd name="connsiteY111" fmla="*/ 131192 h 157430"/>
              <a:gd name="connsiteX112" fmla="*/ 334390 w 867271"/>
              <a:gd name="connsiteY112" fmla="*/ 152157 h 157430"/>
              <a:gd name="connsiteX113" fmla="*/ 329162 w 867271"/>
              <a:gd name="connsiteY113" fmla="*/ 157428 h 157430"/>
              <a:gd name="connsiteX114" fmla="*/ 172424 w 867271"/>
              <a:gd name="connsiteY114" fmla="*/ 157428 h 157430"/>
              <a:gd name="connsiteX115" fmla="*/ 167195 w 867271"/>
              <a:gd name="connsiteY115" fmla="*/ 152162 h 157430"/>
              <a:gd name="connsiteX116" fmla="*/ 167195 w 867271"/>
              <a:gd name="connsiteY116" fmla="*/ 152157 h 157430"/>
              <a:gd name="connsiteX117" fmla="*/ 167195 w 867271"/>
              <a:gd name="connsiteY117" fmla="*/ 5271 h 157430"/>
              <a:gd name="connsiteX118" fmla="*/ 172420 w 867271"/>
              <a:gd name="connsiteY118" fmla="*/ 1 h 157430"/>
              <a:gd name="connsiteX119" fmla="*/ 5229 w 867271"/>
              <a:gd name="connsiteY119" fmla="*/ 1 h 157430"/>
              <a:gd name="connsiteX120" fmla="*/ 151513 w 867271"/>
              <a:gd name="connsiteY120" fmla="*/ 1 h 157430"/>
              <a:gd name="connsiteX121" fmla="*/ 156742 w 867271"/>
              <a:gd name="connsiteY121" fmla="*/ 5268 h 157430"/>
              <a:gd name="connsiteX122" fmla="*/ 156742 w 867271"/>
              <a:gd name="connsiteY122" fmla="*/ 5271 h 157430"/>
              <a:gd name="connsiteX123" fmla="*/ 156742 w 867271"/>
              <a:gd name="connsiteY123" fmla="*/ 26268 h 157430"/>
              <a:gd name="connsiteX124" fmla="*/ 151513 w 867271"/>
              <a:gd name="connsiteY124" fmla="*/ 31510 h 157430"/>
              <a:gd name="connsiteX125" fmla="*/ 47030 w 867271"/>
              <a:gd name="connsiteY125" fmla="*/ 31510 h 157430"/>
              <a:gd name="connsiteX126" fmla="*/ 41801 w 867271"/>
              <a:gd name="connsiteY126" fmla="*/ 36751 h 157430"/>
              <a:gd name="connsiteX127" fmla="*/ 41801 w 867271"/>
              <a:gd name="connsiteY127" fmla="*/ 57748 h 157430"/>
              <a:gd name="connsiteX128" fmla="*/ 47030 w 867271"/>
              <a:gd name="connsiteY128" fmla="*/ 62991 h 157430"/>
              <a:gd name="connsiteX129" fmla="*/ 141083 w 867271"/>
              <a:gd name="connsiteY129" fmla="*/ 62991 h 157430"/>
              <a:gd name="connsiteX130" fmla="*/ 146312 w 867271"/>
              <a:gd name="connsiteY130" fmla="*/ 68232 h 157430"/>
              <a:gd name="connsiteX131" fmla="*/ 146284 w 867271"/>
              <a:gd name="connsiteY131" fmla="*/ 89229 h 157430"/>
              <a:gd name="connsiteX132" fmla="*/ 141082 w 867271"/>
              <a:gd name="connsiteY132" fmla="*/ 94440 h 157430"/>
              <a:gd name="connsiteX133" fmla="*/ 47028 w 867271"/>
              <a:gd name="connsiteY133" fmla="*/ 94440 h 157430"/>
              <a:gd name="connsiteX134" fmla="*/ 41801 w 867271"/>
              <a:gd name="connsiteY134" fmla="*/ 99712 h 157430"/>
              <a:gd name="connsiteX135" fmla="*/ 41801 w 867271"/>
              <a:gd name="connsiteY135" fmla="*/ 152157 h 157430"/>
              <a:gd name="connsiteX136" fmla="*/ 36579 w 867271"/>
              <a:gd name="connsiteY136" fmla="*/ 157428 h 157430"/>
              <a:gd name="connsiteX137" fmla="*/ 36572 w 867271"/>
              <a:gd name="connsiteY137" fmla="*/ 157428 h 157430"/>
              <a:gd name="connsiteX138" fmla="*/ 5229 w 867271"/>
              <a:gd name="connsiteY138" fmla="*/ 157430 h 157430"/>
              <a:gd name="connsiteX139" fmla="*/ 0 w 867271"/>
              <a:gd name="connsiteY139" fmla="*/ 152157 h 157430"/>
              <a:gd name="connsiteX140" fmla="*/ 0 w 867271"/>
              <a:gd name="connsiteY140" fmla="*/ 5271 h 157430"/>
              <a:gd name="connsiteX141" fmla="*/ 5229 w 867271"/>
              <a:gd name="connsiteY141" fmla="*/ 1 h 157430"/>
            </a:gdLst>
            <a:rect l="l" t="t" r="r" b="b"/>
            <a:pathLst>
              <a:path w="867271" h="157430">
                <a:moveTo>
                  <a:pt x="752298" y="31510"/>
                </a:moveTo>
                <a:cubicBezTo>
                  <a:pt x="746542" y="31521"/>
                  <a:pt x="741888" y="36215"/>
                  <a:pt x="741899" y="41995"/>
                </a:cubicBezTo>
                <a:lnTo>
                  <a:pt x="741899" y="115437"/>
                </a:lnTo>
                <a:cubicBezTo>
                  <a:pt x="741899" y="115452"/>
                  <a:pt x="741899" y="115467"/>
                  <a:pt x="741899" y="115481"/>
                </a:cubicBezTo>
                <a:cubicBezTo>
                  <a:pt x="741910" y="121273"/>
                  <a:pt x="746592" y="125960"/>
                  <a:pt x="752359" y="125950"/>
                </a:cubicBezTo>
                <a:lnTo>
                  <a:pt x="815045" y="125950"/>
                </a:lnTo>
                <a:cubicBezTo>
                  <a:pt x="815056" y="125950"/>
                  <a:pt x="815072" y="125950"/>
                  <a:pt x="815087" y="125950"/>
                </a:cubicBezTo>
                <a:cubicBezTo>
                  <a:pt x="820854" y="125936"/>
                  <a:pt x="825516" y="121229"/>
                  <a:pt x="825501" y="115437"/>
                </a:cubicBezTo>
                <a:lnTo>
                  <a:pt x="825497" y="41997"/>
                </a:lnTo>
                <a:cubicBezTo>
                  <a:pt x="825497" y="41975"/>
                  <a:pt x="825497" y="41954"/>
                  <a:pt x="825497" y="41934"/>
                </a:cubicBezTo>
                <a:cubicBezTo>
                  <a:pt x="825478" y="36154"/>
                  <a:pt x="820793" y="31488"/>
                  <a:pt x="815041" y="31510"/>
                </a:cubicBezTo>
                <a:lnTo>
                  <a:pt x="752355" y="31510"/>
                </a:lnTo>
                <a:cubicBezTo>
                  <a:pt x="752336" y="31510"/>
                  <a:pt x="752317" y="31510"/>
                  <a:pt x="752298" y="31510"/>
                </a:cubicBezTo>
                <a:close/>
                <a:moveTo>
                  <a:pt x="731443" y="1"/>
                </a:moveTo>
                <a:lnTo>
                  <a:pt x="835957" y="1"/>
                </a:lnTo>
                <a:cubicBezTo>
                  <a:pt x="835968" y="1"/>
                  <a:pt x="835980" y="1"/>
                  <a:pt x="835991" y="1"/>
                </a:cubicBezTo>
                <a:cubicBezTo>
                  <a:pt x="853289" y="26"/>
                  <a:pt x="867294" y="14133"/>
                  <a:pt x="867271" y="31510"/>
                </a:cubicBezTo>
                <a:lnTo>
                  <a:pt x="867271" y="125950"/>
                </a:lnTo>
                <a:cubicBezTo>
                  <a:pt x="867271" y="125968"/>
                  <a:pt x="867271" y="125985"/>
                  <a:pt x="867271" y="126003"/>
                </a:cubicBezTo>
                <a:cubicBezTo>
                  <a:pt x="867263" y="143366"/>
                  <a:pt x="853243" y="157437"/>
                  <a:pt x="835957" y="157430"/>
                </a:cubicBezTo>
                <a:lnTo>
                  <a:pt x="731443" y="157430"/>
                </a:lnTo>
                <a:cubicBezTo>
                  <a:pt x="714145" y="157415"/>
                  <a:pt x="700129" y="143325"/>
                  <a:pt x="700129" y="125950"/>
                </a:cubicBezTo>
                <a:lnTo>
                  <a:pt x="700129" y="31510"/>
                </a:lnTo>
                <a:cubicBezTo>
                  <a:pt x="700129" y="14129"/>
                  <a:pt x="714138" y="29"/>
                  <a:pt x="731443" y="1"/>
                </a:cubicBezTo>
                <a:close/>
                <a:moveTo>
                  <a:pt x="527701" y="1"/>
                </a:moveTo>
                <a:cubicBezTo>
                  <a:pt x="527712" y="1"/>
                  <a:pt x="527720" y="1"/>
                  <a:pt x="527728" y="1"/>
                </a:cubicBezTo>
                <a:lnTo>
                  <a:pt x="684414" y="1"/>
                </a:lnTo>
                <a:cubicBezTo>
                  <a:pt x="687309" y="-10"/>
                  <a:pt x="689665" y="2338"/>
                  <a:pt x="689673" y="5244"/>
                </a:cubicBezTo>
                <a:cubicBezTo>
                  <a:pt x="689673" y="5253"/>
                  <a:pt x="689673" y="5262"/>
                  <a:pt x="689673" y="5271"/>
                </a:cubicBezTo>
                <a:lnTo>
                  <a:pt x="689673" y="26268"/>
                </a:lnTo>
                <a:cubicBezTo>
                  <a:pt x="689665" y="29171"/>
                  <a:pt x="687317" y="31518"/>
                  <a:pt x="684426" y="31510"/>
                </a:cubicBezTo>
                <a:cubicBezTo>
                  <a:pt x="684422" y="31510"/>
                  <a:pt x="684418" y="31510"/>
                  <a:pt x="684414" y="31510"/>
                </a:cubicBezTo>
                <a:lnTo>
                  <a:pt x="632188" y="31510"/>
                </a:lnTo>
                <a:cubicBezTo>
                  <a:pt x="629316" y="31511"/>
                  <a:pt x="626987" y="33851"/>
                  <a:pt x="626987" y="36737"/>
                </a:cubicBezTo>
                <a:cubicBezTo>
                  <a:pt x="626987" y="36741"/>
                  <a:pt x="626987" y="36746"/>
                  <a:pt x="626987" y="36751"/>
                </a:cubicBezTo>
                <a:lnTo>
                  <a:pt x="626987" y="152157"/>
                </a:lnTo>
                <a:cubicBezTo>
                  <a:pt x="626994" y="155063"/>
                  <a:pt x="624654" y="157423"/>
                  <a:pt x="621759" y="157428"/>
                </a:cubicBezTo>
                <a:cubicBezTo>
                  <a:pt x="621747" y="157428"/>
                  <a:pt x="621740" y="157428"/>
                  <a:pt x="621728" y="157428"/>
                </a:cubicBezTo>
                <a:lnTo>
                  <a:pt x="590418" y="157428"/>
                </a:lnTo>
                <a:cubicBezTo>
                  <a:pt x="587522" y="157439"/>
                  <a:pt x="585170" y="155091"/>
                  <a:pt x="585159" y="152185"/>
                </a:cubicBezTo>
                <a:cubicBezTo>
                  <a:pt x="585159" y="152175"/>
                  <a:pt x="585159" y="152166"/>
                  <a:pt x="585159" y="152157"/>
                </a:cubicBezTo>
                <a:lnTo>
                  <a:pt x="585159" y="36751"/>
                </a:lnTo>
                <a:cubicBezTo>
                  <a:pt x="585167" y="33866"/>
                  <a:pt x="582849" y="31519"/>
                  <a:pt x="579973" y="31510"/>
                </a:cubicBezTo>
                <a:cubicBezTo>
                  <a:pt x="579969" y="31510"/>
                  <a:pt x="579965" y="31510"/>
                  <a:pt x="579962" y="31510"/>
                </a:cubicBezTo>
                <a:lnTo>
                  <a:pt x="527728" y="31510"/>
                </a:lnTo>
                <a:cubicBezTo>
                  <a:pt x="524840" y="31525"/>
                  <a:pt x="522484" y="29186"/>
                  <a:pt x="522469" y="26284"/>
                </a:cubicBezTo>
                <a:cubicBezTo>
                  <a:pt x="522469" y="26279"/>
                  <a:pt x="522469" y="26273"/>
                  <a:pt x="522469" y="26268"/>
                </a:cubicBezTo>
                <a:lnTo>
                  <a:pt x="522469" y="5271"/>
                </a:lnTo>
                <a:cubicBezTo>
                  <a:pt x="522465" y="2365"/>
                  <a:pt x="524810" y="5"/>
                  <a:pt x="527701" y="1"/>
                </a:cubicBezTo>
                <a:close/>
                <a:moveTo>
                  <a:pt x="376185" y="1"/>
                </a:moveTo>
                <a:lnTo>
                  <a:pt x="480695" y="1"/>
                </a:lnTo>
                <a:cubicBezTo>
                  <a:pt x="498001" y="28"/>
                  <a:pt x="512013" y="14128"/>
                  <a:pt x="512009" y="31510"/>
                </a:cubicBezTo>
                <a:lnTo>
                  <a:pt x="512009" y="36751"/>
                </a:lnTo>
                <a:cubicBezTo>
                  <a:pt x="512009" y="39638"/>
                  <a:pt x="509688" y="41982"/>
                  <a:pt x="506812" y="41995"/>
                </a:cubicBezTo>
                <a:lnTo>
                  <a:pt x="475436" y="41995"/>
                </a:lnTo>
                <a:cubicBezTo>
                  <a:pt x="472564" y="41982"/>
                  <a:pt x="470239" y="39638"/>
                  <a:pt x="470239" y="36751"/>
                </a:cubicBezTo>
                <a:cubicBezTo>
                  <a:pt x="470239" y="36735"/>
                  <a:pt x="470239" y="36720"/>
                  <a:pt x="470239" y="36704"/>
                </a:cubicBezTo>
                <a:cubicBezTo>
                  <a:pt x="470216" y="33811"/>
                  <a:pt x="467860" y="31486"/>
                  <a:pt x="464980" y="31510"/>
                </a:cubicBezTo>
                <a:lnTo>
                  <a:pt x="397082" y="31510"/>
                </a:lnTo>
                <a:cubicBezTo>
                  <a:pt x="397074" y="31510"/>
                  <a:pt x="397066" y="31510"/>
                  <a:pt x="397059" y="31510"/>
                </a:cubicBezTo>
                <a:cubicBezTo>
                  <a:pt x="391295" y="31511"/>
                  <a:pt x="386626" y="36205"/>
                  <a:pt x="386626" y="41995"/>
                </a:cubicBezTo>
                <a:lnTo>
                  <a:pt x="386626" y="52478"/>
                </a:lnTo>
                <a:cubicBezTo>
                  <a:pt x="386622" y="58281"/>
                  <a:pt x="391303" y="62988"/>
                  <a:pt x="397082" y="62991"/>
                </a:cubicBezTo>
                <a:lnTo>
                  <a:pt x="480695" y="62991"/>
                </a:lnTo>
                <a:cubicBezTo>
                  <a:pt x="497989" y="62991"/>
                  <a:pt x="512009" y="77071"/>
                  <a:pt x="512009" y="94440"/>
                </a:cubicBezTo>
                <a:lnTo>
                  <a:pt x="512009" y="125950"/>
                </a:lnTo>
                <a:cubicBezTo>
                  <a:pt x="512009" y="143325"/>
                  <a:pt x="497997" y="157415"/>
                  <a:pt x="480695" y="157430"/>
                </a:cubicBezTo>
                <a:lnTo>
                  <a:pt x="376185" y="157430"/>
                </a:lnTo>
                <a:cubicBezTo>
                  <a:pt x="376176" y="157430"/>
                  <a:pt x="376168" y="157430"/>
                  <a:pt x="376160" y="157430"/>
                </a:cubicBezTo>
                <a:cubicBezTo>
                  <a:pt x="358857" y="157423"/>
                  <a:pt x="344836" y="143330"/>
                  <a:pt x="344842" y="125950"/>
                </a:cubicBezTo>
                <a:lnTo>
                  <a:pt x="344842" y="120678"/>
                </a:lnTo>
                <a:cubicBezTo>
                  <a:pt x="344845" y="117790"/>
                  <a:pt x="347171" y="115447"/>
                  <a:pt x="350047" y="115437"/>
                </a:cubicBezTo>
                <a:lnTo>
                  <a:pt x="381413" y="115437"/>
                </a:lnTo>
                <a:cubicBezTo>
                  <a:pt x="384293" y="115444"/>
                  <a:pt x="386622" y="117787"/>
                  <a:pt x="386626" y="120678"/>
                </a:cubicBezTo>
                <a:cubicBezTo>
                  <a:pt x="386622" y="123583"/>
                  <a:pt x="388963" y="125941"/>
                  <a:pt x="391854" y="125950"/>
                </a:cubicBezTo>
                <a:lnTo>
                  <a:pt x="459783" y="125950"/>
                </a:lnTo>
                <a:cubicBezTo>
                  <a:pt x="459798" y="125950"/>
                  <a:pt x="459810" y="125950"/>
                  <a:pt x="459825" y="125950"/>
                </a:cubicBezTo>
                <a:cubicBezTo>
                  <a:pt x="465592" y="125936"/>
                  <a:pt x="470254" y="121229"/>
                  <a:pt x="470239" y="115437"/>
                </a:cubicBezTo>
                <a:lnTo>
                  <a:pt x="470239" y="104954"/>
                </a:lnTo>
                <a:cubicBezTo>
                  <a:pt x="470239" y="104951"/>
                  <a:pt x="470239" y="104949"/>
                  <a:pt x="470239" y="104947"/>
                </a:cubicBezTo>
                <a:cubicBezTo>
                  <a:pt x="470239" y="99145"/>
                  <a:pt x="465558" y="94441"/>
                  <a:pt x="459783" y="94440"/>
                </a:cubicBezTo>
                <a:lnTo>
                  <a:pt x="376185" y="94440"/>
                </a:lnTo>
                <a:cubicBezTo>
                  <a:pt x="376182" y="94440"/>
                  <a:pt x="376179" y="94440"/>
                  <a:pt x="376176" y="94440"/>
                </a:cubicBezTo>
                <a:cubicBezTo>
                  <a:pt x="358877" y="94447"/>
                  <a:pt x="344849" y="80366"/>
                  <a:pt x="344842" y="62991"/>
                </a:cubicBezTo>
                <a:lnTo>
                  <a:pt x="344842" y="31510"/>
                </a:lnTo>
                <a:cubicBezTo>
                  <a:pt x="344842" y="31508"/>
                  <a:pt x="344842" y="31507"/>
                  <a:pt x="344842" y="31505"/>
                </a:cubicBezTo>
                <a:cubicBezTo>
                  <a:pt x="344836" y="14112"/>
                  <a:pt x="358869" y="7"/>
                  <a:pt x="376185" y="1"/>
                </a:cubicBezTo>
                <a:close/>
                <a:moveTo>
                  <a:pt x="172420" y="1"/>
                </a:moveTo>
                <a:cubicBezTo>
                  <a:pt x="172421" y="1"/>
                  <a:pt x="172422" y="1"/>
                  <a:pt x="172424" y="1"/>
                </a:cubicBezTo>
                <a:lnTo>
                  <a:pt x="329162" y="1"/>
                </a:lnTo>
                <a:cubicBezTo>
                  <a:pt x="332052" y="11"/>
                  <a:pt x="334391" y="2368"/>
                  <a:pt x="334390" y="5271"/>
                </a:cubicBezTo>
                <a:lnTo>
                  <a:pt x="334390" y="26268"/>
                </a:lnTo>
                <a:cubicBezTo>
                  <a:pt x="334379" y="29162"/>
                  <a:pt x="332043" y="31504"/>
                  <a:pt x="329162" y="31510"/>
                </a:cubicBezTo>
                <a:lnTo>
                  <a:pt x="214223" y="31510"/>
                </a:lnTo>
                <a:cubicBezTo>
                  <a:pt x="211347" y="31499"/>
                  <a:pt x="209006" y="33832"/>
                  <a:pt x="208995" y="36722"/>
                </a:cubicBezTo>
                <a:cubicBezTo>
                  <a:pt x="208995" y="36732"/>
                  <a:pt x="208995" y="36741"/>
                  <a:pt x="208995" y="36751"/>
                </a:cubicBezTo>
                <a:lnTo>
                  <a:pt x="208995" y="57748"/>
                </a:lnTo>
                <a:cubicBezTo>
                  <a:pt x="208999" y="60645"/>
                  <a:pt x="211339" y="62991"/>
                  <a:pt x="214223" y="62991"/>
                </a:cubicBezTo>
                <a:lnTo>
                  <a:pt x="318706" y="62991"/>
                </a:lnTo>
                <a:cubicBezTo>
                  <a:pt x="321590" y="62987"/>
                  <a:pt x="323931" y="65332"/>
                  <a:pt x="323935" y="68228"/>
                </a:cubicBezTo>
                <a:cubicBezTo>
                  <a:pt x="323935" y="68230"/>
                  <a:pt x="323935" y="68231"/>
                  <a:pt x="323935" y="68232"/>
                </a:cubicBezTo>
                <a:lnTo>
                  <a:pt x="323935" y="89229"/>
                </a:lnTo>
                <a:cubicBezTo>
                  <a:pt x="323920" y="92117"/>
                  <a:pt x="321581" y="94448"/>
                  <a:pt x="318706" y="94440"/>
                </a:cubicBezTo>
                <a:lnTo>
                  <a:pt x="214223" y="94440"/>
                </a:lnTo>
                <a:cubicBezTo>
                  <a:pt x="211333" y="94443"/>
                  <a:pt x="208992" y="96799"/>
                  <a:pt x="208995" y="99703"/>
                </a:cubicBezTo>
                <a:cubicBezTo>
                  <a:pt x="208995" y="99706"/>
                  <a:pt x="208995" y="99709"/>
                  <a:pt x="208995" y="99712"/>
                </a:cubicBezTo>
                <a:lnTo>
                  <a:pt x="208995" y="120678"/>
                </a:lnTo>
                <a:cubicBezTo>
                  <a:pt x="208987" y="123582"/>
                  <a:pt x="211323" y="125942"/>
                  <a:pt x="214214" y="125950"/>
                </a:cubicBezTo>
                <a:cubicBezTo>
                  <a:pt x="214217" y="125950"/>
                  <a:pt x="214220" y="125950"/>
                  <a:pt x="214223" y="125950"/>
                </a:cubicBezTo>
                <a:lnTo>
                  <a:pt x="329162" y="125950"/>
                </a:lnTo>
                <a:cubicBezTo>
                  <a:pt x="332046" y="125946"/>
                  <a:pt x="334387" y="128291"/>
                  <a:pt x="334390" y="131188"/>
                </a:cubicBezTo>
                <a:cubicBezTo>
                  <a:pt x="334390" y="131189"/>
                  <a:pt x="334390" y="131191"/>
                  <a:pt x="334390" y="131192"/>
                </a:cubicBezTo>
                <a:lnTo>
                  <a:pt x="334390" y="152157"/>
                </a:lnTo>
                <a:cubicBezTo>
                  <a:pt x="334391" y="155061"/>
                  <a:pt x="332053" y="157418"/>
                  <a:pt x="329162" y="157428"/>
                </a:cubicBezTo>
                <a:lnTo>
                  <a:pt x="172424" y="157428"/>
                </a:lnTo>
                <a:cubicBezTo>
                  <a:pt x="169532" y="157424"/>
                  <a:pt x="167191" y="155066"/>
                  <a:pt x="167195" y="152162"/>
                </a:cubicBezTo>
                <a:cubicBezTo>
                  <a:pt x="167195" y="152160"/>
                  <a:pt x="167195" y="152159"/>
                  <a:pt x="167195" y="152157"/>
                </a:cubicBezTo>
                <a:lnTo>
                  <a:pt x="167195" y="5271"/>
                </a:lnTo>
                <a:cubicBezTo>
                  <a:pt x="167189" y="2367"/>
                  <a:pt x="169528" y="7"/>
                  <a:pt x="172420" y="1"/>
                </a:cubicBezTo>
                <a:close/>
                <a:moveTo>
                  <a:pt x="5229" y="1"/>
                </a:moveTo>
                <a:lnTo>
                  <a:pt x="151513" y="1"/>
                </a:lnTo>
                <a:cubicBezTo>
                  <a:pt x="154404" y="5"/>
                  <a:pt x="156745" y="2363"/>
                  <a:pt x="156742" y="5268"/>
                </a:cubicBezTo>
                <a:cubicBezTo>
                  <a:pt x="156742" y="5269"/>
                  <a:pt x="156742" y="5270"/>
                  <a:pt x="156742" y="5271"/>
                </a:cubicBezTo>
                <a:lnTo>
                  <a:pt x="156742" y="26268"/>
                </a:lnTo>
                <a:cubicBezTo>
                  <a:pt x="156736" y="29164"/>
                  <a:pt x="154397" y="31509"/>
                  <a:pt x="151513" y="31510"/>
                </a:cubicBezTo>
                <a:lnTo>
                  <a:pt x="47030" y="31510"/>
                </a:lnTo>
                <a:cubicBezTo>
                  <a:pt x="44146" y="31509"/>
                  <a:pt x="41806" y="33854"/>
                  <a:pt x="41801" y="36751"/>
                </a:cubicBezTo>
                <a:lnTo>
                  <a:pt x="41801" y="57748"/>
                </a:lnTo>
                <a:cubicBezTo>
                  <a:pt x="41815" y="60641"/>
                  <a:pt x="44149" y="62981"/>
                  <a:pt x="47030" y="62991"/>
                </a:cubicBezTo>
                <a:lnTo>
                  <a:pt x="141083" y="62991"/>
                </a:lnTo>
                <a:cubicBezTo>
                  <a:pt x="143967" y="62989"/>
                  <a:pt x="146307" y="65335"/>
                  <a:pt x="146312" y="68232"/>
                </a:cubicBezTo>
                <a:lnTo>
                  <a:pt x="146284" y="89229"/>
                </a:lnTo>
                <a:cubicBezTo>
                  <a:pt x="146279" y="92111"/>
                  <a:pt x="143951" y="94443"/>
                  <a:pt x="141082" y="94440"/>
                </a:cubicBezTo>
                <a:lnTo>
                  <a:pt x="47028" y="94440"/>
                </a:lnTo>
                <a:cubicBezTo>
                  <a:pt x="44139" y="94454"/>
                  <a:pt x="41802" y="96810"/>
                  <a:pt x="41801" y="99712"/>
                </a:cubicBezTo>
                <a:lnTo>
                  <a:pt x="41801" y="152157"/>
                </a:lnTo>
                <a:cubicBezTo>
                  <a:pt x="41808" y="155061"/>
                  <a:pt x="39470" y="157421"/>
                  <a:pt x="36579" y="157428"/>
                </a:cubicBezTo>
                <a:cubicBezTo>
                  <a:pt x="36577" y="157428"/>
                  <a:pt x="36574" y="157428"/>
                  <a:pt x="36572" y="157428"/>
                </a:cubicBezTo>
                <a:lnTo>
                  <a:pt x="5229" y="157430"/>
                </a:lnTo>
                <a:cubicBezTo>
                  <a:pt x="2338" y="157417"/>
                  <a:pt x="1" y="155060"/>
                  <a:pt x="0" y="152157"/>
                </a:cubicBezTo>
                <a:lnTo>
                  <a:pt x="0" y="5271"/>
                </a:lnTo>
                <a:cubicBezTo>
                  <a:pt x="2" y="2369"/>
                  <a:pt x="2339" y="14"/>
                  <a:pt x="5229" y="1"/>
                </a:cubicBezTo>
                <a:close/>
              </a:path>
            </a:pathLst>
          </a:custGeom>
          <a:solidFill xmlns:a="http://schemas.openxmlformats.org/drawingml/2006/main">
            <a:srgbClr val="0091DC"/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2" name="Gerader Verbinder 1">
            <a:extLst xmlns:a="http://schemas.openxmlformats.org/drawingml/2006/main">
              <a:ext uri="{FF2B5EF4-FFF2-40B4-BE49-F238E27FC236}">
                <a16:creationId xmlns:a16="http://schemas.microsoft.com/office/drawing/2014/main" id="{CE867703-0948-4BD1-B969-28B4F0551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" name="Titel 2">
            <a:extLst xmlns:a="http://schemas.openxmlformats.org/drawingml/2006/main">
              <a:ext uri="{FF2B5EF4-FFF2-40B4-BE49-F238E27FC236}">
                <a16:creationId xmlns:a16="http://schemas.microsoft.com/office/drawing/2014/main" id="{5E73FE6B-EE21-283F-1C70-928CF491F6F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3522782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12" name="Datumsplatzhalter 11">
            <a:extLst xmlns:a="http://schemas.openxmlformats.org/drawingml/2006/main">
              <a:ext uri="{FF2B5EF4-FFF2-40B4-BE49-F238E27FC236}">
                <a16:creationId xmlns:a16="http://schemas.microsoft.com/office/drawing/2014/main" id="{93B008C4-1437-8E29-7AFE-DFA190F63A09}"/>
              </a:ext>
            </a:extLst>
          </p:cNvPr>
          <p:cNvSpPr>
            <a:spLocks xmlns:a="http://schemas.openxmlformats.org/drawingml/2006/main" noGrp="1"/>
          </p:cNvSpPr>
          <p:nvPr>
            <p:ph type="dt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3" name="Fußzeilenplatzhalter 12">
            <a:extLst xmlns:a="http://schemas.openxmlformats.org/drawingml/2006/main">
              <a:ext uri="{FF2B5EF4-FFF2-40B4-BE49-F238E27FC236}">
                <a16:creationId xmlns:a16="http://schemas.microsoft.com/office/drawing/2014/main" id="{D4E6CC33-67C0-F23D-D144-DF5BAB8CE4A3}"/>
              </a:ext>
            </a:extLst>
          </p:cNvPr>
          <p:cNvSpPr>
            <a:spLocks xmlns:a="http://schemas.openxmlformats.org/drawingml/2006/main" noGrp="1"/>
          </p:cNvSpPr>
          <p:nvPr>
            <p:ph type="ftr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5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9F6E9490-25D4-89D2-BE60-86751A6ADBE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56.xml><?xml version="1.0" encoding="utf-8"?>
<p:sldLayout xmlns:p="http://schemas.openxmlformats.org/presentationml/2006/main" preserve="1">
  <p:cSld name="Text + 2x Picture - without ribb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8" y="2475287"/>
            <a:ext cx="4550157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6096001" y="1"/>
            <a:ext cx="6096001" cy="342819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9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2268D100-F933-64E8-4D4D-8EBAD66A7A4A}"/>
              </a:ext>
            </a:extLst>
          </p:cNvPr>
          <p:cNvSpPr>
            <a:spLocks xmlns:a="http://schemas.openxmlformats.org/drawingml/2006/main" noGrp="1"/>
          </p:cNvSpPr>
          <p:nvPr>
            <p:ph type="pic" idx="15" hasCustomPrompt="1"/>
          </p:nvPr>
        </p:nvSpPr>
        <p:spPr>
          <a:xfrm xmlns:a="http://schemas.openxmlformats.org/drawingml/2006/main">
            <a:off x="6096001" y="3502613"/>
            <a:ext cx="6096001" cy="300917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Untertitel 2">
            <a:extLst xmlns:a="http://schemas.openxmlformats.org/drawingml/2006/main">
              <a:ext uri="{FF2B5EF4-FFF2-40B4-BE49-F238E27FC236}">
                <a16:creationId xmlns:a16="http://schemas.microsoft.com/office/drawing/2014/main" id="{45E280E5-98FE-997D-EB4F-4C85B35CA2B5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649620" y="893160"/>
            <a:ext cx="895233" cy="162409"/>
          </a:xfrm>
          <a:custGeom xmlns:a="http://schemas.openxmlformats.org/drawingml/2006/main">
            <a:gdLst>
              <a:gd name="connsiteX0" fmla="*/ 752298 w 867271"/>
              <a:gd name="connsiteY0" fmla="*/ 31510 h 157430"/>
              <a:gd name="connsiteX1" fmla="*/ 741899 w 867271"/>
              <a:gd name="connsiteY1" fmla="*/ 41995 h 157430"/>
              <a:gd name="connsiteX2" fmla="*/ 741899 w 867271"/>
              <a:gd name="connsiteY2" fmla="*/ 115437 h 157430"/>
              <a:gd name="connsiteX3" fmla="*/ 741899 w 867271"/>
              <a:gd name="connsiteY3" fmla="*/ 115481 h 157430"/>
              <a:gd name="connsiteX4" fmla="*/ 752359 w 867271"/>
              <a:gd name="connsiteY4" fmla="*/ 125950 h 157430"/>
              <a:gd name="connsiteX5" fmla="*/ 815045 w 867271"/>
              <a:gd name="connsiteY5" fmla="*/ 125950 h 157430"/>
              <a:gd name="connsiteX6" fmla="*/ 815087 w 867271"/>
              <a:gd name="connsiteY6" fmla="*/ 125950 h 157430"/>
              <a:gd name="connsiteX7" fmla="*/ 825501 w 867271"/>
              <a:gd name="connsiteY7" fmla="*/ 115437 h 157430"/>
              <a:gd name="connsiteX8" fmla="*/ 825497 w 867271"/>
              <a:gd name="connsiteY8" fmla="*/ 41997 h 157430"/>
              <a:gd name="connsiteX9" fmla="*/ 825497 w 867271"/>
              <a:gd name="connsiteY9" fmla="*/ 41934 h 157430"/>
              <a:gd name="connsiteX10" fmla="*/ 815041 w 867271"/>
              <a:gd name="connsiteY10" fmla="*/ 31510 h 157430"/>
              <a:gd name="connsiteX11" fmla="*/ 752355 w 867271"/>
              <a:gd name="connsiteY11" fmla="*/ 31510 h 157430"/>
              <a:gd name="connsiteX12" fmla="*/ 752298 w 867271"/>
              <a:gd name="connsiteY12" fmla="*/ 31510 h 157430"/>
              <a:gd name="connsiteX13" fmla="*/ 731443 w 867271"/>
              <a:gd name="connsiteY13" fmla="*/ 1 h 157430"/>
              <a:gd name="connsiteX14" fmla="*/ 835957 w 867271"/>
              <a:gd name="connsiteY14" fmla="*/ 1 h 157430"/>
              <a:gd name="connsiteX15" fmla="*/ 835991 w 867271"/>
              <a:gd name="connsiteY15" fmla="*/ 1 h 157430"/>
              <a:gd name="connsiteX16" fmla="*/ 867271 w 867271"/>
              <a:gd name="connsiteY16" fmla="*/ 31510 h 157430"/>
              <a:gd name="connsiteX17" fmla="*/ 867271 w 867271"/>
              <a:gd name="connsiteY17" fmla="*/ 125950 h 157430"/>
              <a:gd name="connsiteX18" fmla="*/ 867271 w 867271"/>
              <a:gd name="connsiteY18" fmla="*/ 126003 h 157430"/>
              <a:gd name="connsiteX19" fmla="*/ 835957 w 867271"/>
              <a:gd name="connsiteY19" fmla="*/ 157430 h 157430"/>
              <a:gd name="connsiteX20" fmla="*/ 731443 w 867271"/>
              <a:gd name="connsiteY20" fmla="*/ 157430 h 157430"/>
              <a:gd name="connsiteX21" fmla="*/ 700129 w 867271"/>
              <a:gd name="connsiteY21" fmla="*/ 125950 h 157430"/>
              <a:gd name="connsiteX22" fmla="*/ 700129 w 867271"/>
              <a:gd name="connsiteY22" fmla="*/ 31510 h 157430"/>
              <a:gd name="connsiteX23" fmla="*/ 731443 w 867271"/>
              <a:gd name="connsiteY23" fmla="*/ 1 h 157430"/>
              <a:gd name="connsiteX24" fmla="*/ 527701 w 867271"/>
              <a:gd name="connsiteY24" fmla="*/ 1 h 157430"/>
              <a:gd name="connsiteX25" fmla="*/ 527728 w 867271"/>
              <a:gd name="connsiteY25" fmla="*/ 1 h 157430"/>
              <a:gd name="connsiteX26" fmla="*/ 684414 w 867271"/>
              <a:gd name="connsiteY26" fmla="*/ 1 h 157430"/>
              <a:gd name="connsiteX27" fmla="*/ 689673 w 867271"/>
              <a:gd name="connsiteY27" fmla="*/ 5244 h 157430"/>
              <a:gd name="connsiteX28" fmla="*/ 689673 w 867271"/>
              <a:gd name="connsiteY28" fmla="*/ 5271 h 157430"/>
              <a:gd name="connsiteX29" fmla="*/ 689673 w 867271"/>
              <a:gd name="connsiteY29" fmla="*/ 26268 h 157430"/>
              <a:gd name="connsiteX30" fmla="*/ 684426 w 867271"/>
              <a:gd name="connsiteY30" fmla="*/ 31510 h 157430"/>
              <a:gd name="connsiteX31" fmla="*/ 684414 w 867271"/>
              <a:gd name="connsiteY31" fmla="*/ 31510 h 157430"/>
              <a:gd name="connsiteX32" fmla="*/ 632188 w 867271"/>
              <a:gd name="connsiteY32" fmla="*/ 31510 h 157430"/>
              <a:gd name="connsiteX33" fmla="*/ 626987 w 867271"/>
              <a:gd name="connsiteY33" fmla="*/ 36737 h 157430"/>
              <a:gd name="connsiteX34" fmla="*/ 626987 w 867271"/>
              <a:gd name="connsiteY34" fmla="*/ 36751 h 157430"/>
              <a:gd name="connsiteX35" fmla="*/ 626987 w 867271"/>
              <a:gd name="connsiteY35" fmla="*/ 152157 h 157430"/>
              <a:gd name="connsiteX36" fmla="*/ 621759 w 867271"/>
              <a:gd name="connsiteY36" fmla="*/ 157428 h 157430"/>
              <a:gd name="connsiteX37" fmla="*/ 621728 w 867271"/>
              <a:gd name="connsiteY37" fmla="*/ 157428 h 157430"/>
              <a:gd name="connsiteX38" fmla="*/ 590418 w 867271"/>
              <a:gd name="connsiteY38" fmla="*/ 157428 h 157430"/>
              <a:gd name="connsiteX39" fmla="*/ 585159 w 867271"/>
              <a:gd name="connsiteY39" fmla="*/ 152185 h 157430"/>
              <a:gd name="connsiteX40" fmla="*/ 585159 w 867271"/>
              <a:gd name="connsiteY40" fmla="*/ 152157 h 157430"/>
              <a:gd name="connsiteX41" fmla="*/ 585159 w 867271"/>
              <a:gd name="connsiteY41" fmla="*/ 36751 h 157430"/>
              <a:gd name="connsiteX42" fmla="*/ 579973 w 867271"/>
              <a:gd name="connsiteY42" fmla="*/ 31510 h 157430"/>
              <a:gd name="connsiteX43" fmla="*/ 579962 w 867271"/>
              <a:gd name="connsiteY43" fmla="*/ 31510 h 157430"/>
              <a:gd name="connsiteX44" fmla="*/ 527728 w 867271"/>
              <a:gd name="connsiteY44" fmla="*/ 31510 h 157430"/>
              <a:gd name="connsiteX45" fmla="*/ 522469 w 867271"/>
              <a:gd name="connsiteY45" fmla="*/ 26284 h 157430"/>
              <a:gd name="connsiteX46" fmla="*/ 522469 w 867271"/>
              <a:gd name="connsiteY46" fmla="*/ 26268 h 157430"/>
              <a:gd name="connsiteX47" fmla="*/ 522469 w 867271"/>
              <a:gd name="connsiteY47" fmla="*/ 5271 h 157430"/>
              <a:gd name="connsiteX48" fmla="*/ 527701 w 867271"/>
              <a:gd name="connsiteY48" fmla="*/ 1 h 157430"/>
              <a:gd name="connsiteX49" fmla="*/ 376185 w 867271"/>
              <a:gd name="connsiteY49" fmla="*/ 1 h 157430"/>
              <a:gd name="connsiteX50" fmla="*/ 480695 w 867271"/>
              <a:gd name="connsiteY50" fmla="*/ 1 h 157430"/>
              <a:gd name="connsiteX51" fmla="*/ 512009 w 867271"/>
              <a:gd name="connsiteY51" fmla="*/ 31510 h 157430"/>
              <a:gd name="connsiteX52" fmla="*/ 512009 w 867271"/>
              <a:gd name="connsiteY52" fmla="*/ 36751 h 157430"/>
              <a:gd name="connsiteX53" fmla="*/ 506812 w 867271"/>
              <a:gd name="connsiteY53" fmla="*/ 41995 h 157430"/>
              <a:gd name="connsiteX54" fmla="*/ 475436 w 867271"/>
              <a:gd name="connsiteY54" fmla="*/ 41995 h 157430"/>
              <a:gd name="connsiteX55" fmla="*/ 470239 w 867271"/>
              <a:gd name="connsiteY55" fmla="*/ 36751 h 157430"/>
              <a:gd name="connsiteX56" fmla="*/ 470239 w 867271"/>
              <a:gd name="connsiteY56" fmla="*/ 36704 h 157430"/>
              <a:gd name="connsiteX57" fmla="*/ 464980 w 867271"/>
              <a:gd name="connsiteY57" fmla="*/ 31510 h 157430"/>
              <a:gd name="connsiteX58" fmla="*/ 397082 w 867271"/>
              <a:gd name="connsiteY58" fmla="*/ 31510 h 157430"/>
              <a:gd name="connsiteX59" fmla="*/ 397059 w 867271"/>
              <a:gd name="connsiteY59" fmla="*/ 31510 h 157430"/>
              <a:gd name="connsiteX60" fmla="*/ 386626 w 867271"/>
              <a:gd name="connsiteY60" fmla="*/ 41995 h 157430"/>
              <a:gd name="connsiteX61" fmla="*/ 386626 w 867271"/>
              <a:gd name="connsiteY61" fmla="*/ 52478 h 157430"/>
              <a:gd name="connsiteX62" fmla="*/ 397082 w 867271"/>
              <a:gd name="connsiteY62" fmla="*/ 62991 h 157430"/>
              <a:gd name="connsiteX63" fmla="*/ 480695 w 867271"/>
              <a:gd name="connsiteY63" fmla="*/ 62991 h 157430"/>
              <a:gd name="connsiteX64" fmla="*/ 512009 w 867271"/>
              <a:gd name="connsiteY64" fmla="*/ 94440 h 157430"/>
              <a:gd name="connsiteX65" fmla="*/ 512009 w 867271"/>
              <a:gd name="connsiteY65" fmla="*/ 125950 h 157430"/>
              <a:gd name="connsiteX66" fmla="*/ 480695 w 867271"/>
              <a:gd name="connsiteY66" fmla="*/ 157430 h 157430"/>
              <a:gd name="connsiteX67" fmla="*/ 376185 w 867271"/>
              <a:gd name="connsiteY67" fmla="*/ 157430 h 157430"/>
              <a:gd name="connsiteX68" fmla="*/ 376160 w 867271"/>
              <a:gd name="connsiteY68" fmla="*/ 157430 h 157430"/>
              <a:gd name="connsiteX69" fmla="*/ 344842 w 867271"/>
              <a:gd name="connsiteY69" fmla="*/ 125950 h 157430"/>
              <a:gd name="connsiteX70" fmla="*/ 344842 w 867271"/>
              <a:gd name="connsiteY70" fmla="*/ 120678 h 157430"/>
              <a:gd name="connsiteX71" fmla="*/ 350047 w 867271"/>
              <a:gd name="connsiteY71" fmla="*/ 115437 h 157430"/>
              <a:gd name="connsiteX72" fmla="*/ 381413 w 867271"/>
              <a:gd name="connsiteY72" fmla="*/ 115437 h 157430"/>
              <a:gd name="connsiteX73" fmla="*/ 386626 w 867271"/>
              <a:gd name="connsiteY73" fmla="*/ 120678 h 157430"/>
              <a:gd name="connsiteX74" fmla="*/ 391854 w 867271"/>
              <a:gd name="connsiteY74" fmla="*/ 125950 h 157430"/>
              <a:gd name="connsiteX75" fmla="*/ 459783 w 867271"/>
              <a:gd name="connsiteY75" fmla="*/ 125950 h 157430"/>
              <a:gd name="connsiteX76" fmla="*/ 459825 w 867271"/>
              <a:gd name="connsiteY76" fmla="*/ 125950 h 157430"/>
              <a:gd name="connsiteX77" fmla="*/ 470239 w 867271"/>
              <a:gd name="connsiteY77" fmla="*/ 115437 h 157430"/>
              <a:gd name="connsiteX78" fmla="*/ 470239 w 867271"/>
              <a:gd name="connsiteY78" fmla="*/ 104954 h 157430"/>
              <a:gd name="connsiteX79" fmla="*/ 470239 w 867271"/>
              <a:gd name="connsiteY79" fmla="*/ 104947 h 157430"/>
              <a:gd name="connsiteX80" fmla="*/ 459783 w 867271"/>
              <a:gd name="connsiteY80" fmla="*/ 94440 h 157430"/>
              <a:gd name="connsiteX81" fmla="*/ 376185 w 867271"/>
              <a:gd name="connsiteY81" fmla="*/ 94440 h 157430"/>
              <a:gd name="connsiteX82" fmla="*/ 376176 w 867271"/>
              <a:gd name="connsiteY82" fmla="*/ 94440 h 157430"/>
              <a:gd name="connsiteX83" fmla="*/ 344842 w 867271"/>
              <a:gd name="connsiteY83" fmla="*/ 62991 h 157430"/>
              <a:gd name="connsiteX84" fmla="*/ 344842 w 867271"/>
              <a:gd name="connsiteY84" fmla="*/ 31510 h 157430"/>
              <a:gd name="connsiteX85" fmla="*/ 344842 w 867271"/>
              <a:gd name="connsiteY85" fmla="*/ 31505 h 157430"/>
              <a:gd name="connsiteX86" fmla="*/ 376185 w 867271"/>
              <a:gd name="connsiteY86" fmla="*/ 1 h 157430"/>
              <a:gd name="connsiteX87" fmla="*/ 172420 w 867271"/>
              <a:gd name="connsiteY87" fmla="*/ 1 h 157430"/>
              <a:gd name="connsiteX88" fmla="*/ 172424 w 867271"/>
              <a:gd name="connsiteY88" fmla="*/ 1 h 157430"/>
              <a:gd name="connsiteX89" fmla="*/ 329162 w 867271"/>
              <a:gd name="connsiteY89" fmla="*/ 1 h 157430"/>
              <a:gd name="connsiteX90" fmla="*/ 334390 w 867271"/>
              <a:gd name="connsiteY90" fmla="*/ 5271 h 157430"/>
              <a:gd name="connsiteX91" fmla="*/ 334390 w 867271"/>
              <a:gd name="connsiteY91" fmla="*/ 26268 h 157430"/>
              <a:gd name="connsiteX92" fmla="*/ 329162 w 867271"/>
              <a:gd name="connsiteY92" fmla="*/ 31510 h 157430"/>
              <a:gd name="connsiteX93" fmla="*/ 214223 w 867271"/>
              <a:gd name="connsiteY93" fmla="*/ 31510 h 157430"/>
              <a:gd name="connsiteX94" fmla="*/ 208995 w 867271"/>
              <a:gd name="connsiteY94" fmla="*/ 36722 h 157430"/>
              <a:gd name="connsiteX95" fmla="*/ 208995 w 867271"/>
              <a:gd name="connsiteY95" fmla="*/ 36751 h 157430"/>
              <a:gd name="connsiteX96" fmla="*/ 208995 w 867271"/>
              <a:gd name="connsiteY96" fmla="*/ 57748 h 157430"/>
              <a:gd name="connsiteX97" fmla="*/ 214223 w 867271"/>
              <a:gd name="connsiteY97" fmla="*/ 62991 h 157430"/>
              <a:gd name="connsiteX98" fmla="*/ 318706 w 867271"/>
              <a:gd name="connsiteY98" fmla="*/ 62991 h 157430"/>
              <a:gd name="connsiteX99" fmla="*/ 323935 w 867271"/>
              <a:gd name="connsiteY99" fmla="*/ 68228 h 157430"/>
              <a:gd name="connsiteX100" fmla="*/ 323935 w 867271"/>
              <a:gd name="connsiteY100" fmla="*/ 68232 h 157430"/>
              <a:gd name="connsiteX101" fmla="*/ 323935 w 867271"/>
              <a:gd name="connsiteY101" fmla="*/ 89229 h 157430"/>
              <a:gd name="connsiteX102" fmla="*/ 318706 w 867271"/>
              <a:gd name="connsiteY102" fmla="*/ 94440 h 157430"/>
              <a:gd name="connsiteX103" fmla="*/ 214223 w 867271"/>
              <a:gd name="connsiteY103" fmla="*/ 94440 h 157430"/>
              <a:gd name="connsiteX104" fmla="*/ 208995 w 867271"/>
              <a:gd name="connsiteY104" fmla="*/ 99703 h 157430"/>
              <a:gd name="connsiteX105" fmla="*/ 208995 w 867271"/>
              <a:gd name="connsiteY105" fmla="*/ 99712 h 157430"/>
              <a:gd name="connsiteX106" fmla="*/ 208995 w 867271"/>
              <a:gd name="connsiteY106" fmla="*/ 120678 h 157430"/>
              <a:gd name="connsiteX107" fmla="*/ 214214 w 867271"/>
              <a:gd name="connsiteY107" fmla="*/ 125950 h 157430"/>
              <a:gd name="connsiteX108" fmla="*/ 214223 w 867271"/>
              <a:gd name="connsiteY108" fmla="*/ 125950 h 157430"/>
              <a:gd name="connsiteX109" fmla="*/ 329162 w 867271"/>
              <a:gd name="connsiteY109" fmla="*/ 125950 h 157430"/>
              <a:gd name="connsiteX110" fmla="*/ 334390 w 867271"/>
              <a:gd name="connsiteY110" fmla="*/ 131188 h 157430"/>
              <a:gd name="connsiteX111" fmla="*/ 334390 w 867271"/>
              <a:gd name="connsiteY111" fmla="*/ 131192 h 157430"/>
              <a:gd name="connsiteX112" fmla="*/ 334390 w 867271"/>
              <a:gd name="connsiteY112" fmla="*/ 152157 h 157430"/>
              <a:gd name="connsiteX113" fmla="*/ 329162 w 867271"/>
              <a:gd name="connsiteY113" fmla="*/ 157428 h 157430"/>
              <a:gd name="connsiteX114" fmla="*/ 172424 w 867271"/>
              <a:gd name="connsiteY114" fmla="*/ 157428 h 157430"/>
              <a:gd name="connsiteX115" fmla="*/ 167195 w 867271"/>
              <a:gd name="connsiteY115" fmla="*/ 152162 h 157430"/>
              <a:gd name="connsiteX116" fmla="*/ 167195 w 867271"/>
              <a:gd name="connsiteY116" fmla="*/ 152157 h 157430"/>
              <a:gd name="connsiteX117" fmla="*/ 167195 w 867271"/>
              <a:gd name="connsiteY117" fmla="*/ 5271 h 157430"/>
              <a:gd name="connsiteX118" fmla="*/ 172420 w 867271"/>
              <a:gd name="connsiteY118" fmla="*/ 1 h 157430"/>
              <a:gd name="connsiteX119" fmla="*/ 5229 w 867271"/>
              <a:gd name="connsiteY119" fmla="*/ 1 h 157430"/>
              <a:gd name="connsiteX120" fmla="*/ 151513 w 867271"/>
              <a:gd name="connsiteY120" fmla="*/ 1 h 157430"/>
              <a:gd name="connsiteX121" fmla="*/ 156742 w 867271"/>
              <a:gd name="connsiteY121" fmla="*/ 5268 h 157430"/>
              <a:gd name="connsiteX122" fmla="*/ 156742 w 867271"/>
              <a:gd name="connsiteY122" fmla="*/ 5271 h 157430"/>
              <a:gd name="connsiteX123" fmla="*/ 156742 w 867271"/>
              <a:gd name="connsiteY123" fmla="*/ 26268 h 157430"/>
              <a:gd name="connsiteX124" fmla="*/ 151513 w 867271"/>
              <a:gd name="connsiteY124" fmla="*/ 31510 h 157430"/>
              <a:gd name="connsiteX125" fmla="*/ 47030 w 867271"/>
              <a:gd name="connsiteY125" fmla="*/ 31510 h 157430"/>
              <a:gd name="connsiteX126" fmla="*/ 41801 w 867271"/>
              <a:gd name="connsiteY126" fmla="*/ 36751 h 157430"/>
              <a:gd name="connsiteX127" fmla="*/ 41801 w 867271"/>
              <a:gd name="connsiteY127" fmla="*/ 57748 h 157430"/>
              <a:gd name="connsiteX128" fmla="*/ 47030 w 867271"/>
              <a:gd name="connsiteY128" fmla="*/ 62991 h 157430"/>
              <a:gd name="connsiteX129" fmla="*/ 141083 w 867271"/>
              <a:gd name="connsiteY129" fmla="*/ 62991 h 157430"/>
              <a:gd name="connsiteX130" fmla="*/ 146312 w 867271"/>
              <a:gd name="connsiteY130" fmla="*/ 68232 h 157430"/>
              <a:gd name="connsiteX131" fmla="*/ 146284 w 867271"/>
              <a:gd name="connsiteY131" fmla="*/ 89229 h 157430"/>
              <a:gd name="connsiteX132" fmla="*/ 141082 w 867271"/>
              <a:gd name="connsiteY132" fmla="*/ 94440 h 157430"/>
              <a:gd name="connsiteX133" fmla="*/ 47028 w 867271"/>
              <a:gd name="connsiteY133" fmla="*/ 94440 h 157430"/>
              <a:gd name="connsiteX134" fmla="*/ 41801 w 867271"/>
              <a:gd name="connsiteY134" fmla="*/ 99712 h 157430"/>
              <a:gd name="connsiteX135" fmla="*/ 41801 w 867271"/>
              <a:gd name="connsiteY135" fmla="*/ 152157 h 157430"/>
              <a:gd name="connsiteX136" fmla="*/ 36579 w 867271"/>
              <a:gd name="connsiteY136" fmla="*/ 157428 h 157430"/>
              <a:gd name="connsiteX137" fmla="*/ 36572 w 867271"/>
              <a:gd name="connsiteY137" fmla="*/ 157428 h 157430"/>
              <a:gd name="connsiteX138" fmla="*/ 5229 w 867271"/>
              <a:gd name="connsiteY138" fmla="*/ 157430 h 157430"/>
              <a:gd name="connsiteX139" fmla="*/ 0 w 867271"/>
              <a:gd name="connsiteY139" fmla="*/ 152157 h 157430"/>
              <a:gd name="connsiteX140" fmla="*/ 0 w 867271"/>
              <a:gd name="connsiteY140" fmla="*/ 5271 h 157430"/>
              <a:gd name="connsiteX141" fmla="*/ 5229 w 867271"/>
              <a:gd name="connsiteY141" fmla="*/ 1 h 157430"/>
            </a:gdLst>
            <a:rect l="l" t="t" r="r" b="b"/>
            <a:pathLst>
              <a:path w="867271" h="157430">
                <a:moveTo>
                  <a:pt x="752298" y="31510"/>
                </a:moveTo>
                <a:cubicBezTo>
                  <a:pt x="746542" y="31521"/>
                  <a:pt x="741888" y="36215"/>
                  <a:pt x="741899" y="41995"/>
                </a:cubicBezTo>
                <a:lnTo>
                  <a:pt x="741899" y="115437"/>
                </a:lnTo>
                <a:cubicBezTo>
                  <a:pt x="741899" y="115452"/>
                  <a:pt x="741899" y="115467"/>
                  <a:pt x="741899" y="115481"/>
                </a:cubicBezTo>
                <a:cubicBezTo>
                  <a:pt x="741910" y="121273"/>
                  <a:pt x="746592" y="125960"/>
                  <a:pt x="752359" y="125950"/>
                </a:cubicBezTo>
                <a:lnTo>
                  <a:pt x="815045" y="125950"/>
                </a:lnTo>
                <a:cubicBezTo>
                  <a:pt x="815056" y="125950"/>
                  <a:pt x="815072" y="125950"/>
                  <a:pt x="815087" y="125950"/>
                </a:cubicBezTo>
                <a:cubicBezTo>
                  <a:pt x="820854" y="125936"/>
                  <a:pt x="825516" y="121229"/>
                  <a:pt x="825501" y="115437"/>
                </a:cubicBezTo>
                <a:lnTo>
                  <a:pt x="825497" y="41997"/>
                </a:lnTo>
                <a:cubicBezTo>
                  <a:pt x="825497" y="41975"/>
                  <a:pt x="825497" y="41954"/>
                  <a:pt x="825497" y="41934"/>
                </a:cubicBezTo>
                <a:cubicBezTo>
                  <a:pt x="825478" y="36154"/>
                  <a:pt x="820793" y="31488"/>
                  <a:pt x="815041" y="31510"/>
                </a:cubicBezTo>
                <a:lnTo>
                  <a:pt x="752355" y="31510"/>
                </a:lnTo>
                <a:cubicBezTo>
                  <a:pt x="752336" y="31510"/>
                  <a:pt x="752317" y="31510"/>
                  <a:pt x="752298" y="31510"/>
                </a:cubicBezTo>
                <a:close/>
                <a:moveTo>
                  <a:pt x="731443" y="1"/>
                </a:moveTo>
                <a:lnTo>
                  <a:pt x="835957" y="1"/>
                </a:lnTo>
                <a:cubicBezTo>
                  <a:pt x="835968" y="1"/>
                  <a:pt x="835980" y="1"/>
                  <a:pt x="835991" y="1"/>
                </a:cubicBezTo>
                <a:cubicBezTo>
                  <a:pt x="853289" y="26"/>
                  <a:pt x="867294" y="14133"/>
                  <a:pt x="867271" y="31510"/>
                </a:cubicBezTo>
                <a:lnTo>
                  <a:pt x="867271" y="125950"/>
                </a:lnTo>
                <a:cubicBezTo>
                  <a:pt x="867271" y="125968"/>
                  <a:pt x="867271" y="125985"/>
                  <a:pt x="867271" y="126003"/>
                </a:cubicBezTo>
                <a:cubicBezTo>
                  <a:pt x="867263" y="143366"/>
                  <a:pt x="853243" y="157437"/>
                  <a:pt x="835957" y="157430"/>
                </a:cubicBezTo>
                <a:lnTo>
                  <a:pt x="731443" y="157430"/>
                </a:lnTo>
                <a:cubicBezTo>
                  <a:pt x="714145" y="157415"/>
                  <a:pt x="700129" y="143325"/>
                  <a:pt x="700129" y="125950"/>
                </a:cubicBezTo>
                <a:lnTo>
                  <a:pt x="700129" y="31510"/>
                </a:lnTo>
                <a:cubicBezTo>
                  <a:pt x="700129" y="14129"/>
                  <a:pt x="714138" y="29"/>
                  <a:pt x="731443" y="1"/>
                </a:cubicBezTo>
                <a:close/>
                <a:moveTo>
                  <a:pt x="527701" y="1"/>
                </a:moveTo>
                <a:cubicBezTo>
                  <a:pt x="527712" y="1"/>
                  <a:pt x="527720" y="1"/>
                  <a:pt x="527728" y="1"/>
                </a:cubicBezTo>
                <a:lnTo>
                  <a:pt x="684414" y="1"/>
                </a:lnTo>
                <a:cubicBezTo>
                  <a:pt x="687309" y="-10"/>
                  <a:pt x="689665" y="2338"/>
                  <a:pt x="689673" y="5244"/>
                </a:cubicBezTo>
                <a:cubicBezTo>
                  <a:pt x="689673" y="5253"/>
                  <a:pt x="689673" y="5262"/>
                  <a:pt x="689673" y="5271"/>
                </a:cubicBezTo>
                <a:lnTo>
                  <a:pt x="689673" y="26268"/>
                </a:lnTo>
                <a:cubicBezTo>
                  <a:pt x="689665" y="29171"/>
                  <a:pt x="687317" y="31518"/>
                  <a:pt x="684426" y="31510"/>
                </a:cubicBezTo>
                <a:cubicBezTo>
                  <a:pt x="684422" y="31510"/>
                  <a:pt x="684418" y="31510"/>
                  <a:pt x="684414" y="31510"/>
                </a:cubicBezTo>
                <a:lnTo>
                  <a:pt x="632188" y="31510"/>
                </a:lnTo>
                <a:cubicBezTo>
                  <a:pt x="629316" y="31511"/>
                  <a:pt x="626987" y="33851"/>
                  <a:pt x="626987" y="36737"/>
                </a:cubicBezTo>
                <a:cubicBezTo>
                  <a:pt x="626987" y="36741"/>
                  <a:pt x="626987" y="36746"/>
                  <a:pt x="626987" y="36751"/>
                </a:cubicBezTo>
                <a:lnTo>
                  <a:pt x="626987" y="152157"/>
                </a:lnTo>
                <a:cubicBezTo>
                  <a:pt x="626994" y="155063"/>
                  <a:pt x="624654" y="157423"/>
                  <a:pt x="621759" y="157428"/>
                </a:cubicBezTo>
                <a:cubicBezTo>
                  <a:pt x="621747" y="157428"/>
                  <a:pt x="621740" y="157428"/>
                  <a:pt x="621728" y="157428"/>
                </a:cubicBezTo>
                <a:lnTo>
                  <a:pt x="590418" y="157428"/>
                </a:lnTo>
                <a:cubicBezTo>
                  <a:pt x="587522" y="157439"/>
                  <a:pt x="585170" y="155091"/>
                  <a:pt x="585159" y="152185"/>
                </a:cubicBezTo>
                <a:cubicBezTo>
                  <a:pt x="585159" y="152175"/>
                  <a:pt x="585159" y="152166"/>
                  <a:pt x="585159" y="152157"/>
                </a:cubicBezTo>
                <a:lnTo>
                  <a:pt x="585159" y="36751"/>
                </a:lnTo>
                <a:cubicBezTo>
                  <a:pt x="585167" y="33866"/>
                  <a:pt x="582849" y="31519"/>
                  <a:pt x="579973" y="31510"/>
                </a:cubicBezTo>
                <a:cubicBezTo>
                  <a:pt x="579969" y="31510"/>
                  <a:pt x="579965" y="31510"/>
                  <a:pt x="579962" y="31510"/>
                </a:cubicBezTo>
                <a:lnTo>
                  <a:pt x="527728" y="31510"/>
                </a:lnTo>
                <a:cubicBezTo>
                  <a:pt x="524840" y="31525"/>
                  <a:pt x="522484" y="29186"/>
                  <a:pt x="522469" y="26284"/>
                </a:cubicBezTo>
                <a:cubicBezTo>
                  <a:pt x="522469" y="26279"/>
                  <a:pt x="522469" y="26273"/>
                  <a:pt x="522469" y="26268"/>
                </a:cubicBezTo>
                <a:lnTo>
                  <a:pt x="522469" y="5271"/>
                </a:lnTo>
                <a:cubicBezTo>
                  <a:pt x="522465" y="2365"/>
                  <a:pt x="524810" y="5"/>
                  <a:pt x="527701" y="1"/>
                </a:cubicBezTo>
                <a:close/>
                <a:moveTo>
                  <a:pt x="376185" y="1"/>
                </a:moveTo>
                <a:lnTo>
                  <a:pt x="480695" y="1"/>
                </a:lnTo>
                <a:cubicBezTo>
                  <a:pt x="498001" y="28"/>
                  <a:pt x="512013" y="14128"/>
                  <a:pt x="512009" y="31510"/>
                </a:cubicBezTo>
                <a:lnTo>
                  <a:pt x="512009" y="36751"/>
                </a:lnTo>
                <a:cubicBezTo>
                  <a:pt x="512009" y="39638"/>
                  <a:pt x="509688" y="41982"/>
                  <a:pt x="506812" y="41995"/>
                </a:cubicBezTo>
                <a:lnTo>
                  <a:pt x="475436" y="41995"/>
                </a:lnTo>
                <a:cubicBezTo>
                  <a:pt x="472564" y="41982"/>
                  <a:pt x="470239" y="39638"/>
                  <a:pt x="470239" y="36751"/>
                </a:cubicBezTo>
                <a:cubicBezTo>
                  <a:pt x="470239" y="36735"/>
                  <a:pt x="470239" y="36720"/>
                  <a:pt x="470239" y="36704"/>
                </a:cubicBezTo>
                <a:cubicBezTo>
                  <a:pt x="470216" y="33811"/>
                  <a:pt x="467860" y="31486"/>
                  <a:pt x="464980" y="31510"/>
                </a:cubicBezTo>
                <a:lnTo>
                  <a:pt x="397082" y="31510"/>
                </a:lnTo>
                <a:cubicBezTo>
                  <a:pt x="397074" y="31510"/>
                  <a:pt x="397066" y="31510"/>
                  <a:pt x="397059" y="31510"/>
                </a:cubicBezTo>
                <a:cubicBezTo>
                  <a:pt x="391295" y="31511"/>
                  <a:pt x="386626" y="36205"/>
                  <a:pt x="386626" y="41995"/>
                </a:cubicBezTo>
                <a:lnTo>
                  <a:pt x="386626" y="52478"/>
                </a:lnTo>
                <a:cubicBezTo>
                  <a:pt x="386622" y="58281"/>
                  <a:pt x="391303" y="62988"/>
                  <a:pt x="397082" y="62991"/>
                </a:cubicBezTo>
                <a:lnTo>
                  <a:pt x="480695" y="62991"/>
                </a:lnTo>
                <a:cubicBezTo>
                  <a:pt x="497989" y="62991"/>
                  <a:pt x="512009" y="77071"/>
                  <a:pt x="512009" y="94440"/>
                </a:cubicBezTo>
                <a:lnTo>
                  <a:pt x="512009" y="125950"/>
                </a:lnTo>
                <a:cubicBezTo>
                  <a:pt x="512009" y="143325"/>
                  <a:pt x="497997" y="157415"/>
                  <a:pt x="480695" y="157430"/>
                </a:cubicBezTo>
                <a:lnTo>
                  <a:pt x="376185" y="157430"/>
                </a:lnTo>
                <a:cubicBezTo>
                  <a:pt x="376176" y="157430"/>
                  <a:pt x="376168" y="157430"/>
                  <a:pt x="376160" y="157430"/>
                </a:cubicBezTo>
                <a:cubicBezTo>
                  <a:pt x="358857" y="157423"/>
                  <a:pt x="344836" y="143330"/>
                  <a:pt x="344842" y="125950"/>
                </a:cubicBezTo>
                <a:lnTo>
                  <a:pt x="344842" y="120678"/>
                </a:lnTo>
                <a:cubicBezTo>
                  <a:pt x="344845" y="117790"/>
                  <a:pt x="347171" y="115447"/>
                  <a:pt x="350047" y="115437"/>
                </a:cubicBezTo>
                <a:lnTo>
                  <a:pt x="381413" y="115437"/>
                </a:lnTo>
                <a:cubicBezTo>
                  <a:pt x="384293" y="115444"/>
                  <a:pt x="386622" y="117787"/>
                  <a:pt x="386626" y="120678"/>
                </a:cubicBezTo>
                <a:cubicBezTo>
                  <a:pt x="386622" y="123583"/>
                  <a:pt x="388963" y="125941"/>
                  <a:pt x="391854" y="125950"/>
                </a:cubicBezTo>
                <a:lnTo>
                  <a:pt x="459783" y="125950"/>
                </a:lnTo>
                <a:cubicBezTo>
                  <a:pt x="459798" y="125950"/>
                  <a:pt x="459810" y="125950"/>
                  <a:pt x="459825" y="125950"/>
                </a:cubicBezTo>
                <a:cubicBezTo>
                  <a:pt x="465592" y="125936"/>
                  <a:pt x="470254" y="121229"/>
                  <a:pt x="470239" y="115437"/>
                </a:cubicBezTo>
                <a:lnTo>
                  <a:pt x="470239" y="104954"/>
                </a:lnTo>
                <a:cubicBezTo>
                  <a:pt x="470239" y="104951"/>
                  <a:pt x="470239" y="104949"/>
                  <a:pt x="470239" y="104947"/>
                </a:cubicBezTo>
                <a:cubicBezTo>
                  <a:pt x="470239" y="99145"/>
                  <a:pt x="465558" y="94441"/>
                  <a:pt x="459783" y="94440"/>
                </a:cubicBezTo>
                <a:lnTo>
                  <a:pt x="376185" y="94440"/>
                </a:lnTo>
                <a:cubicBezTo>
                  <a:pt x="376182" y="94440"/>
                  <a:pt x="376179" y="94440"/>
                  <a:pt x="376176" y="94440"/>
                </a:cubicBezTo>
                <a:cubicBezTo>
                  <a:pt x="358877" y="94447"/>
                  <a:pt x="344849" y="80366"/>
                  <a:pt x="344842" y="62991"/>
                </a:cubicBezTo>
                <a:lnTo>
                  <a:pt x="344842" y="31510"/>
                </a:lnTo>
                <a:cubicBezTo>
                  <a:pt x="344842" y="31508"/>
                  <a:pt x="344842" y="31507"/>
                  <a:pt x="344842" y="31505"/>
                </a:cubicBezTo>
                <a:cubicBezTo>
                  <a:pt x="344836" y="14112"/>
                  <a:pt x="358869" y="7"/>
                  <a:pt x="376185" y="1"/>
                </a:cubicBezTo>
                <a:close/>
                <a:moveTo>
                  <a:pt x="172420" y="1"/>
                </a:moveTo>
                <a:cubicBezTo>
                  <a:pt x="172421" y="1"/>
                  <a:pt x="172422" y="1"/>
                  <a:pt x="172424" y="1"/>
                </a:cubicBezTo>
                <a:lnTo>
                  <a:pt x="329162" y="1"/>
                </a:lnTo>
                <a:cubicBezTo>
                  <a:pt x="332052" y="11"/>
                  <a:pt x="334391" y="2368"/>
                  <a:pt x="334390" y="5271"/>
                </a:cubicBezTo>
                <a:lnTo>
                  <a:pt x="334390" y="26268"/>
                </a:lnTo>
                <a:cubicBezTo>
                  <a:pt x="334379" y="29162"/>
                  <a:pt x="332043" y="31504"/>
                  <a:pt x="329162" y="31510"/>
                </a:cubicBezTo>
                <a:lnTo>
                  <a:pt x="214223" y="31510"/>
                </a:lnTo>
                <a:cubicBezTo>
                  <a:pt x="211347" y="31499"/>
                  <a:pt x="209006" y="33832"/>
                  <a:pt x="208995" y="36722"/>
                </a:cubicBezTo>
                <a:cubicBezTo>
                  <a:pt x="208995" y="36732"/>
                  <a:pt x="208995" y="36741"/>
                  <a:pt x="208995" y="36751"/>
                </a:cubicBezTo>
                <a:lnTo>
                  <a:pt x="208995" y="57748"/>
                </a:lnTo>
                <a:cubicBezTo>
                  <a:pt x="208999" y="60645"/>
                  <a:pt x="211339" y="62991"/>
                  <a:pt x="214223" y="62991"/>
                </a:cubicBezTo>
                <a:lnTo>
                  <a:pt x="318706" y="62991"/>
                </a:lnTo>
                <a:cubicBezTo>
                  <a:pt x="321590" y="62987"/>
                  <a:pt x="323931" y="65332"/>
                  <a:pt x="323935" y="68228"/>
                </a:cubicBezTo>
                <a:cubicBezTo>
                  <a:pt x="323935" y="68230"/>
                  <a:pt x="323935" y="68231"/>
                  <a:pt x="323935" y="68232"/>
                </a:cubicBezTo>
                <a:lnTo>
                  <a:pt x="323935" y="89229"/>
                </a:lnTo>
                <a:cubicBezTo>
                  <a:pt x="323920" y="92117"/>
                  <a:pt x="321581" y="94448"/>
                  <a:pt x="318706" y="94440"/>
                </a:cubicBezTo>
                <a:lnTo>
                  <a:pt x="214223" y="94440"/>
                </a:lnTo>
                <a:cubicBezTo>
                  <a:pt x="211333" y="94443"/>
                  <a:pt x="208992" y="96799"/>
                  <a:pt x="208995" y="99703"/>
                </a:cubicBezTo>
                <a:cubicBezTo>
                  <a:pt x="208995" y="99706"/>
                  <a:pt x="208995" y="99709"/>
                  <a:pt x="208995" y="99712"/>
                </a:cubicBezTo>
                <a:lnTo>
                  <a:pt x="208995" y="120678"/>
                </a:lnTo>
                <a:cubicBezTo>
                  <a:pt x="208987" y="123582"/>
                  <a:pt x="211323" y="125942"/>
                  <a:pt x="214214" y="125950"/>
                </a:cubicBezTo>
                <a:cubicBezTo>
                  <a:pt x="214217" y="125950"/>
                  <a:pt x="214220" y="125950"/>
                  <a:pt x="214223" y="125950"/>
                </a:cubicBezTo>
                <a:lnTo>
                  <a:pt x="329162" y="125950"/>
                </a:lnTo>
                <a:cubicBezTo>
                  <a:pt x="332046" y="125946"/>
                  <a:pt x="334387" y="128291"/>
                  <a:pt x="334390" y="131188"/>
                </a:cubicBezTo>
                <a:cubicBezTo>
                  <a:pt x="334390" y="131189"/>
                  <a:pt x="334390" y="131191"/>
                  <a:pt x="334390" y="131192"/>
                </a:cubicBezTo>
                <a:lnTo>
                  <a:pt x="334390" y="152157"/>
                </a:lnTo>
                <a:cubicBezTo>
                  <a:pt x="334391" y="155061"/>
                  <a:pt x="332053" y="157418"/>
                  <a:pt x="329162" y="157428"/>
                </a:cubicBezTo>
                <a:lnTo>
                  <a:pt x="172424" y="157428"/>
                </a:lnTo>
                <a:cubicBezTo>
                  <a:pt x="169532" y="157424"/>
                  <a:pt x="167191" y="155066"/>
                  <a:pt x="167195" y="152162"/>
                </a:cubicBezTo>
                <a:cubicBezTo>
                  <a:pt x="167195" y="152160"/>
                  <a:pt x="167195" y="152159"/>
                  <a:pt x="167195" y="152157"/>
                </a:cubicBezTo>
                <a:lnTo>
                  <a:pt x="167195" y="5271"/>
                </a:lnTo>
                <a:cubicBezTo>
                  <a:pt x="167189" y="2367"/>
                  <a:pt x="169528" y="7"/>
                  <a:pt x="172420" y="1"/>
                </a:cubicBezTo>
                <a:close/>
                <a:moveTo>
                  <a:pt x="5229" y="1"/>
                </a:moveTo>
                <a:lnTo>
                  <a:pt x="151513" y="1"/>
                </a:lnTo>
                <a:cubicBezTo>
                  <a:pt x="154404" y="5"/>
                  <a:pt x="156745" y="2363"/>
                  <a:pt x="156742" y="5268"/>
                </a:cubicBezTo>
                <a:cubicBezTo>
                  <a:pt x="156742" y="5269"/>
                  <a:pt x="156742" y="5270"/>
                  <a:pt x="156742" y="5271"/>
                </a:cubicBezTo>
                <a:lnTo>
                  <a:pt x="156742" y="26268"/>
                </a:lnTo>
                <a:cubicBezTo>
                  <a:pt x="156736" y="29164"/>
                  <a:pt x="154397" y="31509"/>
                  <a:pt x="151513" y="31510"/>
                </a:cubicBezTo>
                <a:lnTo>
                  <a:pt x="47030" y="31510"/>
                </a:lnTo>
                <a:cubicBezTo>
                  <a:pt x="44146" y="31509"/>
                  <a:pt x="41806" y="33854"/>
                  <a:pt x="41801" y="36751"/>
                </a:cubicBezTo>
                <a:lnTo>
                  <a:pt x="41801" y="57748"/>
                </a:lnTo>
                <a:cubicBezTo>
                  <a:pt x="41815" y="60641"/>
                  <a:pt x="44149" y="62981"/>
                  <a:pt x="47030" y="62991"/>
                </a:cubicBezTo>
                <a:lnTo>
                  <a:pt x="141083" y="62991"/>
                </a:lnTo>
                <a:cubicBezTo>
                  <a:pt x="143967" y="62989"/>
                  <a:pt x="146307" y="65335"/>
                  <a:pt x="146312" y="68232"/>
                </a:cubicBezTo>
                <a:lnTo>
                  <a:pt x="146284" y="89229"/>
                </a:lnTo>
                <a:cubicBezTo>
                  <a:pt x="146279" y="92111"/>
                  <a:pt x="143951" y="94443"/>
                  <a:pt x="141082" y="94440"/>
                </a:cubicBezTo>
                <a:lnTo>
                  <a:pt x="47028" y="94440"/>
                </a:lnTo>
                <a:cubicBezTo>
                  <a:pt x="44139" y="94454"/>
                  <a:pt x="41802" y="96810"/>
                  <a:pt x="41801" y="99712"/>
                </a:cubicBezTo>
                <a:lnTo>
                  <a:pt x="41801" y="152157"/>
                </a:lnTo>
                <a:cubicBezTo>
                  <a:pt x="41808" y="155061"/>
                  <a:pt x="39470" y="157421"/>
                  <a:pt x="36579" y="157428"/>
                </a:cubicBezTo>
                <a:cubicBezTo>
                  <a:pt x="36577" y="157428"/>
                  <a:pt x="36574" y="157428"/>
                  <a:pt x="36572" y="157428"/>
                </a:cubicBezTo>
                <a:lnTo>
                  <a:pt x="5229" y="157430"/>
                </a:lnTo>
                <a:cubicBezTo>
                  <a:pt x="2338" y="157417"/>
                  <a:pt x="1" y="155060"/>
                  <a:pt x="0" y="152157"/>
                </a:cubicBezTo>
                <a:lnTo>
                  <a:pt x="0" y="5271"/>
                </a:lnTo>
                <a:cubicBezTo>
                  <a:pt x="2" y="2369"/>
                  <a:pt x="2339" y="14"/>
                  <a:pt x="5229" y="1"/>
                </a:cubicBezTo>
                <a:close/>
              </a:path>
            </a:pathLst>
          </a:custGeom>
          <a:solidFill xmlns:a="http://schemas.openxmlformats.org/drawingml/2006/main">
            <a:srgbClr val="0091DC"/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F3DC1A36-2FE9-37C1-3F75-F214FFA6B89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7" y="933490"/>
            <a:ext cx="4550157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Gerader Verbinder 2">
            <a:extLst xmlns:a="http://schemas.openxmlformats.org/drawingml/2006/main">
              <a:ext uri="{FF2B5EF4-FFF2-40B4-BE49-F238E27FC236}">
                <a16:creationId xmlns:a16="http://schemas.microsoft.com/office/drawing/2014/main" id="{D69E5E94-F6BE-45DD-B8A1-D767DFF1F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" name="Datumsplatzhalter 12">
            <a:extLst xmlns:a="http://schemas.openxmlformats.org/drawingml/2006/main">
              <a:ext uri="{FF2B5EF4-FFF2-40B4-BE49-F238E27FC236}">
                <a16:creationId xmlns:a16="http://schemas.microsoft.com/office/drawing/2014/main" id="{68609EF9-83E1-3551-E8BF-24CDFB5C476E}"/>
              </a:ext>
            </a:extLst>
          </p:cNvPr>
          <p:cNvSpPr>
            <a:spLocks xmlns:a="http://schemas.openxmlformats.org/drawingml/2006/main" noGrp="1"/>
          </p:cNvSpPr>
          <p:nvPr>
            <p:ph type="dt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4" name="Fußzeilenplatzhalter 13">
            <a:extLst xmlns:a="http://schemas.openxmlformats.org/drawingml/2006/main">
              <a:ext uri="{FF2B5EF4-FFF2-40B4-BE49-F238E27FC236}">
                <a16:creationId xmlns:a16="http://schemas.microsoft.com/office/drawing/2014/main" id="{28145D90-CBE4-8F91-8AFE-E68128A82C6E}"/>
              </a:ext>
            </a:extLst>
          </p:cNvPr>
          <p:cNvSpPr>
            <a:spLocks xmlns:a="http://schemas.openxmlformats.org/drawingml/2006/main" noGrp="1"/>
          </p:cNvSpPr>
          <p:nvPr>
            <p:ph type="ftr" idx="1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5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2393E937-D47C-705B-493A-D76A77F6C09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57.xml><?xml version="1.0" encoding="utf-8"?>
<p:sldLayout xmlns:p="http://schemas.openxmlformats.org/presentationml/2006/main" preserve="1">
  <p:cSld name="Text + 3x Picture - without ribb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8" y="2475287"/>
            <a:ext cx="4550157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6096001" y="1"/>
            <a:ext cx="6096001" cy="342819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9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2268D100-F933-64E8-4D4D-8EBAD66A7A4A}"/>
              </a:ext>
            </a:extLst>
          </p:cNvPr>
          <p:cNvSpPr>
            <a:spLocks xmlns:a="http://schemas.openxmlformats.org/drawingml/2006/main" noGrp="1"/>
          </p:cNvSpPr>
          <p:nvPr>
            <p:ph type="pic" idx="15" hasCustomPrompt="1"/>
          </p:nvPr>
        </p:nvSpPr>
        <p:spPr>
          <a:xfrm xmlns:a="http://schemas.openxmlformats.org/drawingml/2006/main">
            <a:off x="6096001" y="3502613"/>
            <a:ext cx="3009172" cy="300917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324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0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566D261F-B94D-E890-D9ED-A8EC50316E1F}"/>
              </a:ext>
            </a:extLst>
          </p:cNvPr>
          <p:cNvSpPr>
            <a:spLocks xmlns:a="http://schemas.openxmlformats.org/drawingml/2006/main" noGrp="1"/>
          </p:cNvSpPr>
          <p:nvPr>
            <p:ph type="pic" idx="16" hasCustomPrompt="1"/>
          </p:nvPr>
        </p:nvSpPr>
        <p:spPr>
          <a:xfrm xmlns:a="http://schemas.openxmlformats.org/drawingml/2006/main">
            <a:off x="9182828" y="3502613"/>
            <a:ext cx="3009172" cy="300917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324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Untertitel 2">
            <a:extLst xmlns:a="http://schemas.openxmlformats.org/drawingml/2006/main">
              <a:ext uri="{FF2B5EF4-FFF2-40B4-BE49-F238E27FC236}">
                <a16:creationId xmlns:a16="http://schemas.microsoft.com/office/drawing/2014/main" id="{F263925F-A50E-34A4-DA49-E31FEA8898B3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649620" y="893160"/>
            <a:ext cx="895233" cy="162409"/>
          </a:xfrm>
          <a:custGeom xmlns:a="http://schemas.openxmlformats.org/drawingml/2006/main">
            <a:gdLst>
              <a:gd name="connsiteX0" fmla="*/ 752298 w 867271"/>
              <a:gd name="connsiteY0" fmla="*/ 31510 h 157430"/>
              <a:gd name="connsiteX1" fmla="*/ 741899 w 867271"/>
              <a:gd name="connsiteY1" fmla="*/ 41995 h 157430"/>
              <a:gd name="connsiteX2" fmla="*/ 741899 w 867271"/>
              <a:gd name="connsiteY2" fmla="*/ 115437 h 157430"/>
              <a:gd name="connsiteX3" fmla="*/ 741899 w 867271"/>
              <a:gd name="connsiteY3" fmla="*/ 115481 h 157430"/>
              <a:gd name="connsiteX4" fmla="*/ 752359 w 867271"/>
              <a:gd name="connsiteY4" fmla="*/ 125950 h 157430"/>
              <a:gd name="connsiteX5" fmla="*/ 815045 w 867271"/>
              <a:gd name="connsiteY5" fmla="*/ 125950 h 157430"/>
              <a:gd name="connsiteX6" fmla="*/ 815087 w 867271"/>
              <a:gd name="connsiteY6" fmla="*/ 125950 h 157430"/>
              <a:gd name="connsiteX7" fmla="*/ 825501 w 867271"/>
              <a:gd name="connsiteY7" fmla="*/ 115437 h 157430"/>
              <a:gd name="connsiteX8" fmla="*/ 825497 w 867271"/>
              <a:gd name="connsiteY8" fmla="*/ 41997 h 157430"/>
              <a:gd name="connsiteX9" fmla="*/ 825497 w 867271"/>
              <a:gd name="connsiteY9" fmla="*/ 41934 h 157430"/>
              <a:gd name="connsiteX10" fmla="*/ 815041 w 867271"/>
              <a:gd name="connsiteY10" fmla="*/ 31510 h 157430"/>
              <a:gd name="connsiteX11" fmla="*/ 752355 w 867271"/>
              <a:gd name="connsiteY11" fmla="*/ 31510 h 157430"/>
              <a:gd name="connsiteX12" fmla="*/ 752298 w 867271"/>
              <a:gd name="connsiteY12" fmla="*/ 31510 h 157430"/>
              <a:gd name="connsiteX13" fmla="*/ 731443 w 867271"/>
              <a:gd name="connsiteY13" fmla="*/ 1 h 157430"/>
              <a:gd name="connsiteX14" fmla="*/ 835957 w 867271"/>
              <a:gd name="connsiteY14" fmla="*/ 1 h 157430"/>
              <a:gd name="connsiteX15" fmla="*/ 835991 w 867271"/>
              <a:gd name="connsiteY15" fmla="*/ 1 h 157430"/>
              <a:gd name="connsiteX16" fmla="*/ 867271 w 867271"/>
              <a:gd name="connsiteY16" fmla="*/ 31510 h 157430"/>
              <a:gd name="connsiteX17" fmla="*/ 867271 w 867271"/>
              <a:gd name="connsiteY17" fmla="*/ 125950 h 157430"/>
              <a:gd name="connsiteX18" fmla="*/ 867271 w 867271"/>
              <a:gd name="connsiteY18" fmla="*/ 126003 h 157430"/>
              <a:gd name="connsiteX19" fmla="*/ 835957 w 867271"/>
              <a:gd name="connsiteY19" fmla="*/ 157430 h 157430"/>
              <a:gd name="connsiteX20" fmla="*/ 731443 w 867271"/>
              <a:gd name="connsiteY20" fmla="*/ 157430 h 157430"/>
              <a:gd name="connsiteX21" fmla="*/ 700129 w 867271"/>
              <a:gd name="connsiteY21" fmla="*/ 125950 h 157430"/>
              <a:gd name="connsiteX22" fmla="*/ 700129 w 867271"/>
              <a:gd name="connsiteY22" fmla="*/ 31510 h 157430"/>
              <a:gd name="connsiteX23" fmla="*/ 731443 w 867271"/>
              <a:gd name="connsiteY23" fmla="*/ 1 h 157430"/>
              <a:gd name="connsiteX24" fmla="*/ 527701 w 867271"/>
              <a:gd name="connsiteY24" fmla="*/ 1 h 157430"/>
              <a:gd name="connsiteX25" fmla="*/ 527728 w 867271"/>
              <a:gd name="connsiteY25" fmla="*/ 1 h 157430"/>
              <a:gd name="connsiteX26" fmla="*/ 684414 w 867271"/>
              <a:gd name="connsiteY26" fmla="*/ 1 h 157430"/>
              <a:gd name="connsiteX27" fmla="*/ 689673 w 867271"/>
              <a:gd name="connsiteY27" fmla="*/ 5244 h 157430"/>
              <a:gd name="connsiteX28" fmla="*/ 689673 w 867271"/>
              <a:gd name="connsiteY28" fmla="*/ 5271 h 157430"/>
              <a:gd name="connsiteX29" fmla="*/ 689673 w 867271"/>
              <a:gd name="connsiteY29" fmla="*/ 26268 h 157430"/>
              <a:gd name="connsiteX30" fmla="*/ 684426 w 867271"/>
              <a:gd name="connsiteY30" fmla="*/ 31510 h 157430"/>
              <a:gd name="connsiteX31" fmla="*/ 684414 w 867271"/>
              <a:gd name="connsiteY31" fmla="*/ 31510 h 157430"/>
              <a:gd name="connsiteX32" fmla="*/ 632188 w 867271"/>
              <a:gd name="connsiteY32" fmla="*/ 31510 h 157430"/>
              <a:gd name="connsiteX33" fmla="*/ 626987 w 867271"/>
              <a:gd name="connsiteY33" fmla="*/ 36737 h 157430"/>
              <a:gd name="connsiteX34" fmla="*/ 626987 w 867271"/>
              <a:gd name="connsiteY34" fmla="*/ 36751 h 157430"/>
              <a:gd name="connsiteX35" fmla="*/ 626987 w 867271"/>
              <a:gd name="connsiteY35" fmla="*/ 152157 h 157430"/>
              <a:gd name="connsiteX36" fmla="*/ 621759 w 867271"/>
              <a:gd name="connsiteY36" fmla="*/ 157428 h 157430"/>
              <a:gd name="connsiteX37" fmla="*/ 621728 w 867271"/>
              <a:gd name="connsiteY37" fmla="*/ 157428 h 157430"/>
              <a:gd name="connsiteX38" fmla="*/ 590418 w 867271"/>
              <a:gd name="connsiteY38" fmla="*/ 157428 h 157430"/>
              <a:gd name="connsiteX39" fmla="*/ 585159 w 867271"/>
              <a:gd name="connsiteY39" fmla="*/ 152185 h 157430"/>
              <a:gd name="connsiteX40" fmla="*/ 585159 w 867271"/>
              <a:gd name="connsiteY40" fmla="*/ 152157 h 157430"/>
              <a:gd name="connsiteX41" fmla="*/ 585159 w 867271"/>
              <a:gd name="connsiteY41" fmla="*/ 36751 h 157430"/>
              <a:gd name="connsiteX42" fmla="*/ 579973 w 867271"/>
              <a:gd name="connsiteY42" fmla="*/ 31510 h 157430"/>
              <a:gd name="connsiteX43" fmla="*/ 579962 w 867271"/>
              <a:gd name="connsiteY43" fmla="*/ 31510 h 157430"/>
              <a:gd name="connsiteX44" fmla="*/ 527728 w 867271"/>
              <a:gd name="connsiteY44" fmla="*/ 31510 h 157430"/>
              <a:gd name="connsiteX45" fmla="*/ 522469 w 867271"/>
              <a:gd name="connsiteY45" fmla="*/ 26284 h 157430"/>
              <a:gd name="connsiteX46" fmla="*/ 522469 w 867271"/>
              <a:gd name="connsiteY46" fmla="*/ 26268 h 157430"/>
              <a:gd name="connsiteX47" fmla="*/ 522469 w 867271"/>
              <a:gd name="connsiteY47" fmla="*/ 5271 h 157430"/>
              <a:gd name="connsiteX48" fmla="*/ 527701 w 867271"/>
              <a:gd name="connsiteY48" fmla="*/ 1 h 157430"/>
              <a:gd name="connsiteX49" fmla="*/ 376185 w 867271"/>
              <a:gd name="connsiteY49" fmla="*/ 1 h 157430"/>
              <a:gd name="connsiteX50" fmla="*/ 480695 w 867271"/>
              <a:gd name="connsiteY50" fmla="*/ 1 h 157430"/>
              <a:gd name="connsiteX51" fmla="*/ 512009 w 867271"/>
              <a:gd name="connsiteY51" fmla="*/ 31510 h 157430"/>
              <a:gd name="connsiteX52" fmla="*/ 512009 w 867271"/>
              <a:gd name="connsiteY52" fmla="*/ 36751 h 157430"/>
              <a:gd name="connsiteX53" fmla="*/ 506812 w 867271"/>
              <a:gd name="connsiteY53" fmla="*/ 41995 h 157430"/>
              <a:gd name="connsiteX54" fmla="*/ 475436 w 867271"/>
              <a:gd name="connsiteY54" fmla="*/ 41995 h 157430"/>
              <a:gd name="connsiteX55" fmla="*/ 470239 w 867271"/>
              <a:gd name="connsiteY55" fmla="*/ 36751 h 157430"/>
              <a:gd name="connsiteX56" fmla="*/ 470239 w 867271"/>
              <a:gd name="connsiteY56" fmla="*/ 36704 h 157430"/>
              <a:gd name="connsiteX57" fmla="*/ 464980 w 867271"/>
              <a:gd name="connsiteY57" fmla="*/ 31510 h 157430"/>
              <a:gd name="connsiteX58" fmla="*/ 397082 w 867271"/>
              <a:gd name="connsiteY58" fmla="*/ 31510 h 157430"/>
              <a:gd name="connsiteX59" fmla="*/ 397059 w 867271"/>
              <a:gd name="connsiteY59" fmla="*/ 31510 h 157430"/>
              <a:gd name="connsiteX60" fmla="*/ 386626 w 867271"/>
              <a:gd name="connsiteY60" fmla="*/ 41995 h 157430"/>
              <a:gd name="connsiteX61" fmla="*/ 386626 w 867271"/>
              <a:gd name="connsiteY61" fmla="*/ 52478 h 157430"/>
              <a:gd name="connsiteX62" fmla="*/ 397082 w 867271"/>
              <a:gd name="connsiteY62" fmla="*/ 62991 h 157430"/>
              <a:gd name="connsiteX63" fmla="*/ 480695 w 867271"/>
              <a:gd name="connsiteY63" fmla="*/ 62991 h 157430"/>
              <a:gd name="connsiteX64" fmla="*/ 512009 w 867271"/>
              <a:gd name="connsiteY64" fmla="*/ 94440 h 157430"/>
              <a:gd name="connsiteX65" fmla="*/ 512009 w 867271"/>
              <a:gd name="connsiteY65" fmla="*/ 125950 h 157430"/>
              <a:gd name="connsiteX66" fmla="*/ 480695 w 867271"/>
              <a:gd name="connsiteY66" fmla="*/ 157430 h 157430"/>
              <a:gd name="connsiteX67" fmla="*/ 376185 w 867271"/>
              <a:gd name="connsiteY67" fmla="*/ 157430 h 157430"/>
              <a:gd name="connsiteX68" fmla="*/ 376160 w 867271"/>
              <a:gd name="connsiteY68" fmla="*/ 157430 h 157430"/>
              <a:gd name="connsiteX69" fmla="*/ 344842 w 867271"/>
              <a:gd name="connsiteY69" fmla="*/ 125950 h 157430"/>
              <a:gd name="connsiteX70" fmla="*/ 344842 w 867271"/>
              <a:gd name="connsiteY70" fmla="*/ 120678 h 157430"/>
              <a:gd name="connsiteX71" fmla="*/ 350047 w 867271"/>
              <a:gd name="connsiteY71" fmla="*/ 115437 h 157430"/>
              <a:gd name="connsiteX72" fmla="*/ 381413 w 867271"/>
              <a:gd name="connsiteY72" fmla="*/ 115437 h 157430"/>
              <a:gd name="connsiteX73" fmla="*/ 386626 w 867271"/>
              <a:gd name="connsiteY73" fmla="*/ 120678 h 157430"/>
              <a:gd name="connsiteX74" fmla="*/ 391854 w 867271"/>
              <a:gd name="connsiteY74" fmla="*/ 125950 h 157430"/>
              <a:gd name="connsiteX75" fmla="*/ 459783 w 867271"/>
              <a:gd name="connsiteY75" fmla="*/ 125950 h 157430"/>
              <a:gd name="connsiteX76" fmla="*/ 459825 w 867271"/>
              <a:gd name="connsiteY76" fmla="*/ 125950 h 157430"/>
              <a:gd name="connsiteX77" fmla="*/ 470239 w 867271"/>
              <a:gd name="connsiteY77" fmla="*/ 115437 h 157430"/>
              <a:gd name="connsiteX78" fmla="*/ 470239 w 867271"/>
              <a:gd name="connsiteY78" fmla="*/ 104954 h 157430"/>
              <a:gd name="connsiteX79" fmla="*/ 470239 w 867271"/>
              <a:gd name="connsiteY79" fmla="*/ 104947 h 157430"/>
              <a:gd name="connsiteX80" fmla="*/ 459783 w 867271"/>
              <a:gd name="connsiteY80" fmla="*/ 94440 h 157430"/>
              <a:gd name="connsiteX81" fmla="*/ 376185 w 867271"/>
              <a:gd name="connsiteY81" fmla="*/ 94440 h 157430"/>
              <a:gd name="connsiteX82" fmla="*/ 376176 w 867271"/>
              <a:gd name="connsiteY82" fmla="*/ 94440 h 157430"/>
              <a:gd name="connsiteX83" fmla="*/ 344842 w 867271"/>
              <a:gd name="connsiteY83" fmla="*/ 62991 h 157430"/>
              <a:gd name="connsiteX84" fmla="*/ 344842 w 867271"/>
              <a:gd name="connsiteY84" fmla="*/ 31510 h 157430"/>
              <a:gd name="connsiteX85" fmla="*/ 344842 w 867271"/>
              <a:gd name="connsiteY85" fmla="*/ 31505 h 157430"/>
              <a:gd name="connsiteX86" fmla="*/ 376185 w 867271"/>
              <a:gd name="connsiteY86" fmla="*/ 1 h 157430"/>
              <a:gd name="connsiteX87" fmla="*/ 172420 w 867271"/>
              <a:gd name="connsiteY87" fmla="*/ 1 h 157430"/>
              <a:gd name="connsiteX88" fmla="*/ 172424 w 867271"/>
              <a:gd name="connsiteY88" fmla="*/ 1 h 157430"/>
              <a:gd name="connsiteX89" fmla="*/ 329162 w 867271"/>
              <a:gd name="connsiteY89" fmla="*/ 1 h 157430"/>
              <a:gd name="connsiteX90" fmla="*/ 334390 w 867271"/>
              <a:gd name="connsiteY90" fmla="*/ 5271 h 157430"/>
              <a:gd name="connsiteX91" fmla="*/ 334390 w 867271"/>
              <a:gd name="connsiteY91" fmla="*/ 26268 h 157430"/>
              <a:gd name="connsiteX92" fmla="*/ 329162 w 867271"/>
              <a:gd name="connsiteY92" fmla="*/ 31510 h 157430"/>
              <a:gd name="connsiteX93" fmla="*/ 214223 w 867271"/>
              <a:gd name="connsiteY93" fmla="*/ 31510 h 157430"/>
              <a:gd name="connsiteX94" fmla="*/ 208995 w 867271"/>
              <a:gd name="connsiteY94" fmla="*/ 36722 h 157430"/>
              <a:gd name="connsiteX95" fmla="*/ 208995 w 867271"/>
              <a:gd name="connsiteY95" fmla="*/ 36751 h 157430"/>
              <a:gd name="connsiteX96" fmla="*/ 208995 w 867271"/>
              <a:gd name="connsiteY96" fmla="*/ 57748 h 157430"/>
              <a:gd name="connsiteX97" fmla="*/ 214223 w 867271"/>
              <a:gd name="connsiteY97" fmla="*/ 62991 h 157430"/>
              <a:gd name="connsiteX98" fmla="*/ 318706 w 867271"/>
              <a:gd name="connsiteY98" fmla="*/ 62991 h 157430"/>
              <a:gd name="connsiteX99" fmla="*/ 323935 w 867271"/>
              <a:gd name="connsiteY99" fmla="*/ 68228 h 157430"/>
              <a:gd name="connsiteX100" fmla="*/ 323935 w 867271"/>
              <a:gd name="connsiteY100" fmla="*/ 68232 h 157430"/>
              <a:gd name="connsiteX101" fmla="*/ 323935 w 867271"/>
              <a:gd name="connsiteY101" fmla="*/ 89229 h 157430"/>
              <a:gd name="connsiteX102" fmla="*/ 318706 w 867271"/>
              <a:gd name="connsiteY102" fmla="*/ 94440 h 157430"/>
              <a:gd name="connsiteX103" fmla="*/ 214223 w 867271"/>
              <a:gd name="connsiteY103" fmla="*/ 94440 h 157430"/>
              <a:gd name="connsiteX104" fmla="*/ 208995 w 867271"/>
              <a:gd name="connsiteY104" fmla="*/ 99703 h 157430"/>
              <a:gd name="connsiteX105" fmla="*/ 208995 w 867271"/>
              <a:gd name="connsiteY105" fmla="*/ 99712 h 157430"/>
              <a:gd name="connsiteX106" fmla="*/ 208995 w 867271"/>
              <a:gd name="connsiteY106" fmla="*/ 120678 h 157430"/>
              <a:gd name="connsiteX107" fmla="*/ 214214 w 867271"/>
              <a:gd name="connsiteY107" fmla="*/ 125950 h 157430"/>
              <a:gd name="connsiteX108" fmla="*/ 214223 w 867271"/>
              <a:gd name="connsiteY108" fmla="*/ 125950 h 157430"/>
              <a:gd name="connsiteX109" fmla="*/ 329162 w 867271"/>
              <a:gd name="connsiteY109" fmla="*/ 125950 h 157430"/>
              <a:gd name="connsiteX110" fmla="*/ 334390 w 867271"/>
              <a:gd name="connsiteY110" fmla="*/ 131188 h 157430"/>
              <a:gd name="connsiteX111" fmla="*/ 334390 w 867271"/>
              <a:gd name="connsiteY111" fmla="*/ 131192 h 157430"/>
              <a:gd name="connsiteX112" fmla="*/ 334390 w 867271"/>
              <a:gd name="connsiteY112" fmla="*/ 152157 h 157430"/>
              <a:gd name="connsiteX113" fmla="*/ 329162 w 867271"/>
              <a:gd name="connsiteY113" fmla="*/ 157428 h 157430"/>
              <a:gd name="connsiteX114" fmla="*/ 172424 w 867271"/>
              <a:gd name="connsiteY114" fmla="*/ 157428 h 157430"/>
              <a:gd name="connsiteX115" fmla="*/ 167195 w 867271"/>
              <a:gd name="connsiteY115" fmla="*/ 152162 h 157430"/>
              <a:gd name="connsiteX116" fmla="*/ 167195 w 867271"/>
              <a:gd name="connsiteY116" fmla="*/ 152157 h 157430"/>
              <a:gd name="connsiteX117" fmla="*/ 167195 w 867271"/>
              <a:gd name="connsiteY117" fmla="*/ 5271 h 157430"/>
              <a:gd name="connsiteX118" fmla="*/ 172420 w 867271"/>
              <a:gd name="connsiteY118" fmla="*/ 1 h 157430"/>
              <a:gd name="connsiteX119" fmla="*/ 5229 w 867271"/>
              <a:gd name="connsiteY119" fmla="*/ 1 h 157430"/>
              <a:gd name="connsiteX120" fmla="*/ 151513 w 867271"/>
              <a:gd name="connsiteY120" fmla="*/ 1 h 157430"/>
              <a:gd name="connsiteX121" fmla="*/ 156742 w 867271"/>
              <a:gd name="connsiteY121" fmla="*/ 5268 h 157430"/>
              <a:gd name="connsiteX122" fmla="*/ 156742 w 867271"/>
              <a:gd name="connsiteY122" fmla="*/ 5271 h 157430"/>
              <a:gd name="connsiteX123" fmla="*/ 156742 w 867271"/>
              <a:gd name="connsiteY123" fmla="*/ 26268 h 157430"/>
              <a:gd name="connsiteX124" fmla="*/ 151513 w 867271"/>
              <a:gd name="connsiteY124" fmla="*/ 31510 h 157430"/>
              <a:gd name="connsiteX125" fmla="*/ 47030 w 867271"/>
              <a:gd name="connsiteY125" fmla="*/ 31510 h 157430"/>
              <a:gd name="connsiteX126" fmla="*/ 41801 w 867271"/>
              <a:gd name="connsiteY126" fmla="*/ 36751 h 157430"/>
              <a:gd name="connsiteX127" fmla="*/ 41801 w 867271"/>
              <a:gd name="connsiteY127" fmla="*/ 57748 h 157430"/>
              <a:gd name="connsiteX128" fmla="*/ 47030 w 867271"/>
              <a:gd name="connsiteY128" fmla="*/ 62991 h 157430"/>
              <a:gd name="connsiteX129" fmla="*/ 141083 w 867271"/>
              <a:gd name="connsiteY129" fmla="*/ 62991 h 157430"/>
              <a:gd name="connsiteX130" fmla="*/ 146312 w 867271"/>
              <a:gd name="connsiteY130" fmla="*/ 68232 h 157430"/>
              <a:gd name="connsiteX131" fmla="*/ 146284 w 867271"/>
              <a:gd name="connsiteY131" fmla="*/ 89229 h 157430"/>
              <a:gd name="connsiteX132" fmla="*/ 141082 w 867271"/>
              <a:gd name="connsiteY132" fmla="*/ 94440 h 157430"/>
              <a:gd name="connsiteX133" fmla="*/ 47028 w 867271"/>
              <a:gd name="connsiteY133" fmla="*/ 94440 h 157430"/>
              <a:gd name="connsiteX134" fmla="*/ 41801 w 867271"/>
              <a:gd name="connsiteY134" fmla="*/ 99712 h 157430"/>
              <a:gd name="connsiteX135" fmla="*/ 41801 w 867271"/>
              <a:gd name="connsiteY135" fmla="*/ 152157 h 157430"/>
              <a:gd name="connsiteX136" fmla="*/ 36579 w 867271"/>
              <a:gd name="connsiteY136" fmla="*/ 157428 h 157430"/>
              <a:gd name="connsiteX137" fmla="*/ 36572 w 867271"/>
              <a:gd name="connsiteY137" fmla="*/ 157428 h 157430"/>
              <a:gd name="connsiteX138" fmla="*/ 5229 w 867271"/>
              <a:gd name="connsiteY138" fmla="*/ 157430 h 157430"/>
              <a:gd name="connsiteX139" fmla="*/ 0 w 867271"/>
              <a:gd name="connsiteY139" fmla="*/ 152157 h 157430"/>
              <a:gd name="connsiteX140" fmla="*/ 0 w 867271"/>
              <a:gd name="connsiteY140" fmla="*/ 5271 h 157430"/>
              <a:gd name="connsiteX141" fmla="*/ 5229 w 867271"/>
              <a:gd name="connsiteY141" fmla="*/ 1 h 157430"/>
            </a:gdLst>
            <a:rect l="l" t="t" r="r" b="b"/>
            <a:pathLst>
              <a:path w="867271" h="157430">
                <a:moveTo>
                  <a:pt x="752298" y="31510"/>
                </a:moveTo>
                <a:cubicBezTo>
                  <a:pt x="746542" y="31521"/>
                  <a:pt x="741888" y="36215"/>
                  <a:pt x="741899" y="41995"/>
                </a:cubicBezTo>
                <a:lnTo>
                  <a:pt x="741899" y="115437"/>
                </a:lnTo>
                <a:cubicBezTo>
                  <a:pt x="741899" y="115452"/>
                  <a:pt x="741899" y="115467"/>
                  <a:pt x="741899" y="115481"/>
                </a:cubicBezTo>
                <a:cubicBezTo>
                  <a:pt x="741910" y="121273"/>
                  <a:pt x="746592" y="125960"/>
                  <a:pt x="752359" y="125950"/>
                </a:cubicBezTo>
                <a:lnTo>
                  <a:pt x="815045" y="125950"/>
                </a:lnTo>
                <a:cubicBezTo>
                  <a:pt x="815056" y="125950"/>
                  <a:pt x="815072" y="125950"/>
                  <a:pt x="815087" y="125950"/>
                </a:cubicBezTo>
                <a:cubicBezTo>
                  <a:pt x="820854" y="125936"/>
                  <a:pt x="825516" y="121229"/>
                  <a:pt x="825501" y="115437"/>
                </a:cubicBezTo>
                <a:lnTo>
                  <a:pt x="825497" y="41997"/>
                </a:lnTo>
                <a:cubicBezTo>
                  <a:pt x="825497" y="41975"/>
                  <a:pt x="825497" y="41954"/>
                  <a:pt x="825497" y="41934"/>
                </a:cubicBezTo>
                <a:cubicBezTo>
                  <a:pt x="825478" y="36154"/>
                  <a:pt x="820793" y="31488"/>
                  <a:pt x="815041" y="31510"/>
                </a:cubicBezTo>
                <a:lnTo>
                  <a:pt x="752355" y="31510"/>
                </a:lnTo>
                <a:cubicBezTo>
                  <a:pt x="752336" y="31510"/>
                  <a:pt x="752317" y="31510"/>
                  <a:pt x="752298" y="31510"/>
                </a:cubicBezTo>
                <a:close/>
                <a:moveTo>
                  <a:pt x="731443" y="1"/>
                </a:moveTo>
                <a:lnTo>
                  <a:pt x="835957" y="1"/>
                </a:lnTo>
                <a:cubicBezTo>
                  <a:pt x="835968" y="1"/>
                  <a:pt x="835980" y="1"/>
                  <a:pt x="835991" y="1"/>
                </a:cubicBezTo>
                <a:cubicBezTo>
                  <a:pt x="853289" y="26"/>
                  <a:pt x="867294" y="14133"/>
                  <a:pt x="867271" y="31510"/>
                </a:cubicBezTo>
                <a:lnTo>
                  <a:pt x="867271" y="125950"/>
                </a:lnTo>
                <a:cubicBezTo>
                  <a:pt x="867271" y="125968"/>
                  <a:pt x="867271" y="125985"/>
                  <a:pt x="867271" y="126003"/>
                </a:cubicBezTo>
                <a:cubicBezTo>
                  <a:pt x="867263" y="143366"/>
                  <a:pt x="853243" y="157437"/>
                  <a:pt x="835957" y="157430"/>
                </a:cubicBezTo>
                <a:lnTo>
                  <a:pt x="731443" y="157430"/>
                </a:lnTo>
                <a:cubicBezTo>
                  <a:pt x="714145" y="157415"/>
                  <a:pt x="700129" y="143325"/>
                  <a:pt x="700129" y="125950"/>
                </a:cubicBezTo>
                <a:lnTo>
                  <a:pt x="700129" y="31510"/>
                </a:lnTo>
                <a:cubicBezTo>
                  <a:pt x="700129" y="14129"/>
                  <a:pt x="714138" y="29"/>
                  <a:pt x="731443" y="1"/>
                </a:cubicBezTo>
                <a:close/>
                <a:moveTo>
                  <a:pt x="527701" y="1"/>
                </a:moveTo>
                <a:cubicBezTo>
                  <a:pt x="527712" y="1"/>
                  <a:pt x="527720" y="1"/>
                  <a:pt x="527728" y="1"/>
                </a:cubicBezTo>
                <a:lnTo>
                  <a:pt x="684414" y="1"/>
                </a:lnTo>
                <a:cubicBezTo>
                  <a:pt x="687309" y="-10"/>
                  <a:pt x="689665" y="2338"/>
                  <a:pt x="689673" y="5244"/>
                </a:cubicBezTo>
                <a:cubicBezTo>
                  <a:pt x="689673" y="5253"/>
                  <a:pt x="689673" y="5262"/>
                  <a:pt x="689673" y="5271"/>
                </a:cubicBezTo>
                <a:lnTo>
                  <a:pt x="689673" y="26268"/>
                </a:lnTo>
                <a:cubicBezTo>
                  <a:pt x="689665" y="29171"/>
                  <a:pt x="687317" y="31518"/>
                  <a:pt x="684426" y="31510"/>
                </a:cubicBezTo>
                <a:cubicBezTo>
                  <a:pt x="684422" y="31510"/>
                  <a:pt x="684418" y="31510"/>
                  <a:pt x="684414" y="31510"/>
                </a:cubicBezTo>
                <a:lnTo>
                  <a:pt x="632188" y="31510"/>
                </a:lnTo>
                <a:cubicBezTo>
                  <a:pt x="629316" y="31511"/>
                  <a:pt x="626987" y="33851"/>
                  <a:pt x="626987" y="36737"/>
                </a:cubicBezTo>
                <a:cubicBezTo>
                  <a:pt x="626987" y="36741"/>
                  <a:pt x="626987" y="36746"/>
                  <a:pt x="626987" y="36751"/>
                </a:cubicBezTo>
                <a:lnTo>
                  <a:pt x="626987" y="152157"/>
                </a:lnTo>
                <a:cubicBezTo>
                  <a:pt x="626994" y="155063"/>
                  <a:pt x="624654" y="157423"/>
                  <a:pt x="621759" y="157428"/>
                </a:cubicBezTo>
                <a:cubicBezTo>
                  <a:pt x="621747" y="157428"/>
                  <a:pt x="621740" y="157428"/>
                  <a:pt x="621728" y="157428"/>
                </a:cubicBezTo>
                <a:lnTo>
                  <a:pt x="590418" y="157428"/>
                </a:lnTo>
                <a:cubicBezTo>
                  <a:pt x="587522" y="157439"/>
                  <a:pt x="585170" y="155091"/>
                  <a:pt x="585159" y="152185"/>
                </a:cubicBezTo>
                <a:cubicBezTo>
                  <a:pt x="585159" y="152175"/>
                  <a:pt x="585159" y="152166"/>
                  <a:pt x="585159" y="152157"/>
                </a:cubicBezTo>
                <a:lnTo>
                  <a:pt x="585159" y="36751"/>
                </a:lnTo>
                <a:cubicBezTo>
                  <a:pt x="585167" y="33866"/>
                  <a:pt x="582849" y="31519"/>
                  <a:pt x="579973" y="31510"/>
                </a:cubicBezTo>
                <a:cubicBezTo>
                  <a:pt x="579969" y="31510"/>
                  <a:pt x="579965" y="31510"/>
                  <a:pt x="579962" y="31510"/>
                </a:cubicBezTo>
                <a:lnTo>
                  <a:pt x="527728" y="31510"/>
                </a:lnTo>
                <a:cubicBezTo>
                  <a:pt x="524840" y="31525"/>
                  <a:pt x="522484" y="29186"/>
                  <a:pt x="522469" y="26284"/>
                </a:cubicBezTo>
                <a:cubicBezTo>
                  <a:pt x="522469" y="26279"/>
                  <a:pt x="522469" y="26273"/>
                  <a:pt x="522469" y="26268"/>
                </a:cubicBezTo>
                <a:lnTo>
                  <a:pt x="522469" y="5271"/>
                </a:lnTo>
                <a:cubicBezTo>
                  <a:pt x="522465" y="2365"/>
                  <a:pt x="524810" y="5"/>
                  <a:pt x="527701" y="1"/>
                </a:cubicBezTo>
                <a:close/>
                <a:moveTo>
                  <a:pt x="376185" y="1"/>
                </a:moveTo>
                <a:lnTo>
                  <a:pt x="480695" y="1"/>
                </a:lnTo>
                <a:cubicBezTo>
                  <a:pt x="498001" y="28"/>
                  <a:pt x="512013" y="14128"/>
                  <a:pt x="512009" y="31510"/>
                </a:cubicBezTo>
                <a:lnTo>
                  <a:pt x="512009" y="36751"/>
                </a:lnTo>
                <a:cubicBezTo>
                  <a:pt x="512009" y="39638"/>
                  <a:pt x="509688" y="41982"/>
                  <a:pt x="506812" y="41995"/>
                </a:cubicBezTo>
                <a:lnTo>
                  <a:pt x="475436" y="41995"/>
                </a:lnTo>
                <a:cubicBezTo>
                  <a:pt x="472564" y="41982"/>
                  <a:pt x="470239" y="39638"/>
                  <a:pt x="470239" y="36751"/>
                </a:cubicBezTo>
                <a:cubicBezTo>
                  <a:pt x="470239" y="36735"/>
                  <a:pt x="470239" y="36720"/>
                  <a:pt x="470239" y="36704"/>
                </a:cubicBezTo>
                <a:cubicBezTo>
                  <a:pt x="470216" y="33811"/>
                  <a:pt x="467860" y="31486"/>
                  <a:pt x="464980" y="31510"/>
                </a:cubicBezTo>
                <a:lnTo>
                  <a:pt x="397082" y="31510"/>
                </a:lnTo>
                <a:cubicBezTo>
                  <a:pt x="397074" y="31510"/>
                  <a:pt x="397066" y="31510"/>
                  <a:pt x="397059" y="31510"/>
                </a:cubicBezTo>
                <a:cubicBezTo>
                  <a:pt x="391295" y="31511"/>
                  <a:pt x="386626" y="36205"/>
                  <a:pt x="386626" y="41995"/>
                </a:cubicBezTo>
                <a:lnTo>
                  <a:pt x="386626" y="52478"/>
                </a:lnTo>
                <a:cubicBezTo>
                  <a:pt x="386622" y="58281"/>
                  <a:pt x="391303" y="62988"/>
                  <a:pt x="397082" y="62991"/>
                </a:cubicBezTo>
                <a:lnTo>
                  <a:pt x="480695" y="62991"/>
                </a:lnTo>
                <a:cubicBezTo>
                  <a:pt x="497989" y="62991"/>
                  <a:pt x="512009" y="77071"/>
                  <a:pt x="512009" y="94440"/>
                </a:cubicBezTo>
                <a:lnTo>
                  <a:pt x="512009" y="125950"/>
                </a:lnTo>
                <a:cubicBezTo>
                  <a:pt x="512009" y="143325"/>
                  <a:pt x="497997" y="157415"/>
                  <a:pt x="480695" y="157430"/>
                </a:cubicBezTo>
                <a:lnTo>
                  <a:pt x="376185" y="157430"/>
                </a:lnTo>
                <a:cubicBezTo>
                  <a:pt x="376176" y="157430"/>
                  <a:pt x="376168" y="157430"/>
                  <a:pt x="376160" y="157430"/>
                </a:cubicBezTo>
                <a:cubicBezTo>
                  <a:pt x="358857" y="157423"/>
                  <a:pt x="344836" y="143330"/>
                  <a:pt x="344842" y="125950"/>
                </a:cubicBezTo>
                <a:lnTo>
                  <a:pt x="344842" y="120678"/>
                </a:lnTo>
                <a:cubicBezTo>
                  <a:pt x="344845" y="117790"/>
                  <a:pt x="347171" y="115447"/>
                  <a:pt x="350047" y="115437"/>
                </a:cubicBezTo>
                <a:lnTo>
                  <a:pt x="381413" y="115437"/>
                </a:lnTo>
                <a:cubicBezTo>
                  <a:pt x="384293" y="115444"/>
                  <a:pt x="386622" y="117787"/>
                  <a:pt x="386626" y="120678"/>
                </a:cubicBezTo>
                <a:cubicBezTo>
                  <a:pt x="386622" y="123583"/>
                  <a:pt x="388963" y="125941"/>
                  <a:pt x="391854" y="125950"/>
                </a:cubicBezTo>
                <a:lnTo>
                  <a:pt x="459783" y="125950"/>
                </a:lnTo>
                <a:cubicBezTo>
                  <a:pt x="459798" y="125950"/>
                  <a:pt x="459810" y="125950"/>
                  <a:pt x="459825" y="125950"/>
                </a:cubicBezTo>
                <a:cubicBezTo>
                  <a:pt x="465592" y="125936"/>
                  <a:pt x="470254" y="121229"/>
                  <a:pt x="470239" y="115437"/>
                </a:cubicBezTo>
                <a:lnTo>
                  <a:pt x="470239" y="104954"/>
                </a:lnTo>
                <a:cubicBezTo>
                  <a:pt x="470239" y="104951"/>
                  <a:pt x="470239" y="104949"/>
                  <a:pt x="470239" y="104947"/>
                </a:cubicBezTo>
                <a:cubicBezTo>
                  <a:pt x="470239" y="99145"/>
                  <a:pt x="465558" y="94441"/>
                  <a:pt x="459783" y="94440"/>
                </a:cubicBezTo>
                <a:lnTo>
                  <a:pt x="376185" y="94440"/>
                </a:lnTo>
                <a:cubicBezTo>
                  <a:pt x="376182" y="94440"/>
                  <a:pt x="376179" y="94440"/>
                  <a:pt x="376176" y="94440"/>
                </a:cubicBezTo>
                <a:cubicBezTo>
                  <a:pt x="358877" y="94447"/>
                  <a:pt x="344849" y="80366"/>
                  <a:pt x="344842" y="62991"/>
                </a:cubicBezTo>
                <a:lnTo>
                  <a:pt x="344842" y="31510"/>
                </a:lnTo>
                <a:cubicBezTo>
                  <a:pt x="344842" y="31508"/>
                  <a:pt x="344842" y="31507"/>
                  <a:pt x="344842" y="31505"/>
                </a:cubicBezTo>
                <a:cubicBezTo>
                  <a:pt x="344836" y="14112"/>
                  <a:pt x="358869" y="7"/>
                  <a:pt x="376185" y="1"/>
                </a:cubicBezTo>
                <a:close/>
                <a:moveTo>
                  <a:pt x="172420" y="1"/>
                </a:moveTo>
                <a:cubicBezTo>
                  <a:pt x="172421" y="1"/>
                  <a:pt x="172422" y="1"/>
                  <a:pt x="172424" y="1"/>
                </a:cubicBezTo>
                <a:lnTo>
                  <a:pt x="329162" y="1"/>
                </a:lnTo>
                <a:cubicBezTo>
                  <a:pt x="332052" y="11"/>
                  <a:pt x="334391" y="2368"/>
                  <a:pt x="334390" y="5271"/>
                </a:cubicBezTo>
                <a:lnTo>
                  <a:pt x="334390" y="26268"/>
                </a:lnTo>
                <a:cubicBezTo>
                  <a:pt x="334379" y="29162"/>
                  <a:pt x="332043" y="31504"/>
                  <a:pt x="329162" y="31510"/>
                </a:cubicBezTo>
                <a:lnTo>
                  <a:pt x="214223" y="31510"/>
                </a:lnTo>
                <a:cubicBezTo>
                  <a:pt x="211347" y="31499"/>
                  <a:pt x="209006" y="33832"/>
                  <a:pt x="208995" y="36722"/>
                </a:cubicBezTo>
                <a:cubicBezTo>
                  <a:pt x="208995" y="36732"/>
                  <a:pt x="208995" y="36741"/>
                  <a:pt x="208995" y="36751"/>
                </a:cubicBezTo>
                <a:lnTo>
                  <a:pt x="208995" y="57748"/>
                </a:lnTo>
                <a:cubicBezTo>
                  <a:pt x="208999" y="60645"/>
                  <a:pt x="211339" y="62991"/>
                  <a:pt x="214223" y="62991"/>
                </a:cubicBezTo>
                <a:lnTo>
                  <a:pt x="318706" y="62991"/>
                </a:lnTo>
                <a:cubicBezTo>
                  <a:pt x="321590" y="62987"/>
                  <a:pt x="323931" y="65332"/>
                  <a:pt x="323935" y="68228"/>
                </a:cubicBezTo>
                <a:cubicBezTo>
                  <a:pt x="323935" y="68230"/>
                  <a:pt x="323935" y="68231"/>
                  <a:pt x="323935" y="68232"/>
                </a:cubicBezTo>
                <a:lnTo>
                  <a:pt x="323935" y="89229"/>
                </a:lnTo>
                <a:cubicBezTo>
                  <a:pt x="323920" y="92117"/>
                  <a:pt x="321581" y="94448"/>
                  <a:pt x="318706" y="94440"/>
                </a:cubicBezTo>
                <a:lnTo>
                  <a:pt x="214223" y="94440"/>
                </a:lnTo>
                <a:cubicBezTo>
                  <a:pt x="211333" y="94443"/>
                  <a:pt x="208992" y="96799"/>
                  <a:pt x="208995" y="99703"/>
                </a:cubicBezTo>
                <a:cubicBezTo>
                  <a:pt x="208995" y="99706"/>
                  <a:pt x="208995" y="99709"/>
                  <a:pt x="208995" y="99712"/>
                </a:cubicBezTo>
                <a:lnTo>
                  <a:pt x="208995" y="120678"/>
                </a:lnTo>
                <a:cubicBezTo>
                  <a:pt x="208987" y="123582"/>
                  <a:pt x="211323" y="125942"/>
                  <a:pt x="214214" y="125950"/>
                </a:cubicBezTo>
                <a:cubicBezTo>
                  <a:pt x="214217" y="125950"/>
                  <a:pt x="214220" y="125950"/>
                  <a:pt x="214223" y="125950"/>
                </a:cubicBezTo>
                <a:lnTo>
                  <a:pt x="329162" y="125950"/>
                </a:lnTo>
                <a:cubicBezTo>
                  <a:pt x="332046" y="125946"/>
                  <a:pt x="334387" y="128291"/>
                  <a:pt x="334390" y="131188"/>
                </a:cubicBezTo>
                <a:cubicBezTo>
                  <a:pt x="334390" y="131189"/>
                  <a:pt x="334390" y="131191"/>
                  <a:pt x="334390" y="131192"/>
                </a:cubicBezTo>
                <a:lnTo>
                  <a:pt x="334390" y="152157"/>
                </a:lnTo>
                <a:cubicBezTo>
                  <a:pt x="334391" y="155061"/>
                  <a:pt x="332053" y="157418"/>
                  <a:pt x="329162" y="157428"/>
                </a:cubicBezTo>
                <a:lnTo>
                  <a:pt x="172424" y="157428"/>
                </a:lnTo>
                <a:cubicBezTo>
                  <a:pt x="169532" y="157424"/>
                  <a:pt x="167191" y="155066"/>
                  <a:pt x="167195" y="152162"/>
                </a:cubicBezTo>
                <a:cubicBezTo>
                  <a:pt x="167195" y="152160"/>
                  <a:pt x="167195" y="152159"/>
                  <a:pt x="167195" y="152157"/>
                </a:cubicBezTo>
                <a:lnTo>
                  <a:pt x="167195" y="5271"/>
                </a:lnTo>
                <a:cubicBezTo>
                  <a:pt x="167189" y="2367"/>
                  <a:pt x="169528" y="7"/>
                  <a:pt x="172420" y="1"/>
                </a:cubicBezTo>
                <a:close/>
                <a:moveTo>
                  <a:pt x="5229" y="1"/>
                </a:moveTo>
                <a:lnTo>
                  <a:pt x="151513" y="1"/>
                </a:lnTo>
                <a:cubicBezTo>
                  <a:pt x="154404" y="5"/>
                  <a:pt x="156745" y="2363"/>
                  <a:pt x="156742" y="5268"/>
                </a:cubicBezTo>
                <a:cubicBezTo>
                  <a:pt x="156742" y="5269"/>
                  <a:pt x="156742" y="5270"/>
                  <a:pt x="156742" y="5271"/>
                </a:cubicBezTo>
                <a:lnTo>
                  <a:pt x="156742" y="26268"/>
                </a:lnTo>
                <a:cubicBezTo>
                  <a:pt x="156736" y="29164"/>
                  <a:pt x="154397" y="31509"/>
                  <a:pt x="151513" y="31510"/>
                </a:cubicBezTo>
                <a:lnTo>
                  <a:pt x="47030" y="31510"/>
                </a:lnTo>
                <a:cubicBezTo>
                  <a:pt x="44146" y="31509"/>
                  <a:pt x="41806" y="33854"/>
                  <a:pt x="41801" y="36751"/>
                </a:cubicBezTo>
                <a:lnTo>
                  <a:pt x="41801" y="57748"/>
                </a:lnTo>
                <a:cubicBezTo>
                  <a:pt x="41815" y="60641"/>
                  <a:pt x="44149" y="62981"/>
                  <a:pt x="47030" y="62991"/>
                </a:cubicBezTo>
                <a:lnTo>
                  <a:pt x="141083" y="62991"/>
                </a:lnTo>
                <a:cubicBezTo>
                  <a:pt x="143967" y="62989"/>
                  <a:pt x="146307" y="65335"/>
                  <a:pt x="146312" y="68232"/>
                </a:cubicBezTo>
                <a:lnTo>
                  <a:pt x="146284" y="89229"/>
                </a:lnTo>
                <a:cubicBezTo>
                  <a:pt x="146279" y="92111"/>
                  <a:pt x="143951" y="94443"/>
                  <a:pt x="141082" y="94440"/>
                </a:cubicBezTo>
                <a:lnTo>
                  <a:pt x="47028" y="94440"/>
                </a:lnTo>
                <a:cubicBezTo>
                  <a:pt x="44139" y="94454"/>
                  <a:pt x="41802" y="96810"/>
                  <a:pt x="41801" y="99712"/>
                </a:cubicBezTo>
                <a:lnTo>
                  <a:pt x="41801" y="152157"/>
                </a:lnTo>
                <a:cubicBezTo>
                  <a:pt x="41808" y="155061"/>
                  <a:pt x="39470" y="157421"/>
                  <a:pt x="36579" y="157428"/>
                </a:cubicBezTo>
                <a:cubicBezTo>
                  <a:pt x="36577" y="157428"/>
                  <a:pt x="36574" y="157428"/>
                  <a:pt x="36572" y="157428"/>
                </a:cubicBezTo>
                <a:lnTo>
                  <a:pt x="5229" y="157430"/>
                </a:lnTo>
                <a:cubicBezTo>
                  <a:pt x="2338" y="157417"/>
                  <a:pt x="1" y="155060"/>
                  <a:pt x="0" y="152157"/>
                </a:cubicBezTo>
                <a:lnTo>
                  <a:pt x="0" y="5271"/>
                </a:lnTo>
                <a:cubicBezTo>
                  <a:pt x="2" y="2369"/>
                  <a:pt x="2339" y="14"/>
                  <a:pt x="5229" y="1"/>
                </a:cubicBezTo>
                <a:close/>
              </a:path>
            </a:pathLst>
          </a:custGeom>
          <a:solidFill xmlns:a="http://schemas.openxmlformats.org/drawingml/2006/main">
            <a:srgbClr val="0091DC"/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A9D284BC-71D1-09A6-C648-222416C6CF6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7" y="933490"/>
            <a:ext cx="4550157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Gerader Verbinder 2">
            <a:extLst xmlns:a="http://schemas.openxmlformats.org/drawingml/2006/main">
              <a:ext uri="{FF2B5EF4-FFF2-40B4-BE49-F238E27FC236}">
                <a16:creationId xmlns:a16="http://schemas.microsoft.com/office/drawing/2014/main" id="{AFB26BE2-DB97-4F99-B724-4797C602A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4" name="Datumsplatzhalter 13">
            <a:extLst xmlns:a="http://schemas.openxmlformats.org/drawingml/2006/main">
              <a:ext uri="{FF2B5EF4-FFF2-40B4-BE49-F238E27FC236}">
                <a16:creationId xmlns:a16="http://schemas.microsoft.com/office/drawing/2014/main" id="{AE6AEAC7-0231-CF96-2049-9071DFC0BF81}"/>
              </a:ext>
            </a:extLst>
          </p:cNvPr>
          <p:cNvSpPr>
            <a:spLocks xmlns:a="http://schemas.openxmlformats.org/drawingml/2006/main" noGrp="1"/>
          </p:cNvSpPr>
          <p:nvPr>
            <p:ph type="dt" idx="1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5" name="Fußzeilenplatzhalter 14">
            <a:extLst xmlns:a="http://schemas.openxmlformats.org/drawingml/2006/main">
              <a:ext uri="{FF2B5EF4-FFF2-40B4-BE49-F238E27FC236}">
                <a16:creationId xmlns:a16="http://schemas.microsoft.com/office/drawing/2014/main" id="{53E8478E-68F4-2641-2572-6153C8B1D36D}"/>
              </a:ext>
            </a:extLst>
          </p:cNvPr>
          <p:cNvSpPr>
            <a:spLocks xmlns:a="http://schemas.openxmlformats.org/drawingml/2006/main" noGrp="1"/>
          </p:cNvSpPr>
          <p:nvPr>
            <p:ph type="ftr" idx="1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5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4EF22AA7-4B2F-A4FD-0470-A0B53698D10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58.xml><?xml version="1.0" encoding="utf-8"?>
<p:sldLayout xmlns:p="http://schemas.openxmlformats.org/presentationml/2006/main" preserve="1">
  <p:cSld name="Text + 4x Picture - without ribb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7" y="2475287"/>
            <a:ext cx="5577534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7123326" y="1"/>
            <a:ext cx="5068676" cy="24008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1152000" anchor="ctr">
            <a:normAutofit/>
          </a:bodyPr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9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2268D100-F933-64E8-4D4D-8EBAD66A7A4A}"/>
              </a:ext>
            </a:extLst>
          </p:cNvPr>
          <p:cNvSpPr>
            <a:spLocks xmlns:a="http://schemas.openxmlformats.org/drawingml/2006/main" noGrp="1"/>
          </p:cNvSpPr>
          <p:nvPr>
            <p:ph type="pic" idx="15" hasCustomPrompt="1"/>
          </p:nvPr>
        </p:nvSpPr>
        <p:spPr>
          <a:xfrm xmlns:a="http://schemas.openxmlformats.org/drawingml/2006/main">
            <a:off x="7123325" y="2475287"/>
            <a:ext cx="3009172" cy="1981847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360000" anchor="ctr">
            <a:noAutofit/>
          </a:bodyPr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0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566D261F-B94D-E890-D9ED-A8EC50316E1F}"/>
              </a:ext>
            </a:extLst>
          </p:cNvPr>
          <p:cNvSpPr>
            <a:spLocks xmlns:a="http://schemas.openxmlformats.org/drawingml/2006/main" noGrp="1"/>
          </p:cNvSpPr>
          <p:nvPr>
            <p:ph type="pic" idx="16" hasCustomPrompt="1"/>
          </p:nvPr>
        </p:nvSpPr>
        <p:spPr>
          <a:xfrm xmlns:a="http://schemas.openxmlformats.org/drawingml/2006/main">
            <a:off x="7123325" y="4529936"/>
            <a:ext cx="3009173" cy="1981847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1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56505F99-02A0-F740-9F8C-6244C323B225}"/>
              </a:ext>
            </a:extLst>
          </p:cNvPr>
          <p:cNvSpPr>
            <a:spLocks xmlns:a="http://schemas.openxmlformats.org/drawingml/2006/main" noGrp="1"/>
          </p:cNvSpPr>
          <p:nvPr>
            <p:ph type="pic" idx="17" hasCustomPrompt="1"/>
          </p:nvPr>
        </p:nvSpPr>
        <p:spPr>
          <a:xfrm xmlns:a="http://schemas.openxmlformats.org/drawingml/2006/main">
            <a:off x="10205299" y="2475287"/>
            <a:ext cx="1986703" cy="4036497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324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Untertitel 2">
            <a:extLst xmlns:a="http://schemas.openxmlformats.org/drawingml/2006/main">
              <a:ext uri="{FF2B5EF4-FFF2-40B4-BE49-F238E27FC236}">
                <a16:creationId xmlns:a16="http://schemas.microsoft.com/office/drawing/2014/main" id="{65ECDEA6-1F4E-D3AB-C54B-96F4BE254E11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649620" y="893160"/>
            <a:ext cx="895233" cy="162409"/>
          </a:xfrm>
          <a:custGeom xmlns:a="http://schemas.openxmlformats.org/drawingml/2006/main">
            <a:gdLst>
              <a:gd name="connsiteX0" fmla="*/ 752298 w 867271"/>
              <a:gd name="connsiteY0" fmla="*/ 31510 h 157430"/>
              <a:gd name="connsiteX1" fmla="*/ 741899 w 867271"/>
              <a:gd name="connsiteY1" fmla="*/ 41995 h 157430"/>
              <a:gd name="connsiteX2" fmla="*/ 741899 w 867271"/>
              <a:gd name="connsiteY2" fmla="*/ 115437 h 157430"/>
              <a:gd name="connsiteX3" fmla="*/ 741899 w 867271"/>
              <a:gd name="connsiteY3" fmla="*/ 115481 h 157430"/>
              <a:gd name="connsiteX4" fmla="*/ 752359 w 867271"/>
              <a:gd name="connsiteY4" fmla="*/ 125950 h 157430"/>
              <a:gd name="connsiteX5" fmla="*/ 815045 w 867271"/>
              <a:gd name="connsiteY5" fmla="*/ 125950 h 157430"/>
              <a:gd name="connsiteX6" fmla="*/ 815087 w 867271"/>
              <a:gd name="connsiteY6" fmla="*/ 125950 h 157430"/>
              <a:gd name="connsiteX7" fmla="*/ 825501 w 867271"/>
              <a:gd name="connsiteY7" fmla="*/ 115437 h 157430"/>
              <a:gd name="connsiteX8" fmla="*/ 825497 w 867271"/>
              <a:gd name="connsiteY8" fmla="*/ 41997 h 157430"/>
              <a:gd name="connsiteX9" fmla="*/ 825497 w 867271"/>
              <a:gd name="connsiteY9" fmla="*/ 41934 h 157430"/>
              <a:gd name="connsiteX10" fmla="*/ 815041 w 867271"/>
              <a:gd name="connsiteY10" fmla="*/ 31510 h 157430"/>
              <a:gd name="connsiteX11" fmla="*/ 752355 w 867271"/>
              <a:gd name="connsiteY11" fmla="*/ 31510 h 157430"/>
              <a:gd name="connsiteX12" fmla="*/ 752298 w 867271"/>
              <a:gd name="connsiteY12" fmla="*/ 31510 h 157430"/>
              <a:gd name="connsiteX13" fmla="*/ 731443 w 867271"/>
              <a:gd name="connsiteY13" fmla="*/ 1 h 157430"/>
              <a:gd name="connsiteX14" fmla="*/ 835957 w 867271"/>
              <a:gd name="connsiteY14" fmla="*/ 1 h 157430"/>
              <a:gd name="connsiteX15" fmla="*/ 835991 w 867271"/>
              <a:gd name="connsiteY15" fmla="*/ 1 h 157430"/>
              <a:gd name="connsiteX16" fmla="*/ 867271 w 867271"/>
              <a:gd name="connsiteY16" fmla="*/ 31510 h 157430"/>
              <a:gd name="connsiteX17" fmla="*/ 867271 w 867271"/>
              <a:gd name="connsiteY17" fmla="*/ 125950 h 157430"/>
              <a:gd name="connsiteX18" fmla="*/ 867271 w 867271"/>
              <a:gd name="connsiteY18" fmla="*/ 126003 h 157430"/>
              <a:gd name="connsiteX19" fmla="*/ 835957 w 867271"/>
              <a:gd name="connsiteY19" fmla="*/ 157430 h 157430"/>
              <a:gd name="connsiteX20" fmla="*/ 731443 w 867271"/>
              <a:gd name="connsiteY20" fmla="*/ 157430 h 157430"/>
              <a:gd name="connsiteX21" fmla="*/ 700129 w 867271"/>
              <a:gd name="connsiteY21" fmla="*/ 125950 h 157430"/>
              <a:gd name="connsiteX22" fmla="*/ 700129 w 867271"/>
              <a:gd name="connsiteY22" fmla="*/ 31510 h 157430"/>
              <a:gd name="connsiteX23" fmla="*/ 731443 w 867271"/>
              <a:gd name="connsiteY23" fmla="*/ 1 h 157430"/>
              <a:gd name="connsiteX24" fmla="*/ 527701 w 867271"/>
              <a:gd name="connsiteY24" fmla="*/ 1 h 157430"/>
              <a:gd name="connsiteX25" fmla="*/ 527728 w 867271"/>
              <a:gd name="connsiteY25" fmla="*/ 1 h 157430"/>
              <a:gd name="connsiteX26" fmla="*/ 684414 w 867271"/>
              <a:gd name="connsiteY26" fmla="*/ 1 h 157430"/>
              <a:gd name="connsiteX27" fmla="*/ 689673 w 867271"/>
              <a:gd name="connsiteY27" fmla="*/ 5244 h 157430"/>
              <a:gd name="connsiteX28" fmla="*/ 689673 w 867271"/>
              <a:gd name="connsiteY28" fmla="*/ 5271 h 157430"/>
              <a:gd name="connsiteX29" fmla="*/ 689673 w 867271"/>
              <a:gd name="connsiteY29" fmla="*/ 26268 h 157430"/>
              <a:gd name="connsiteX30" fmla="*/ 684426 w 867271"/>
              <a:gd name="connsiteY30" fmla="*/ 31510 h 157430"/>
              <a:gd name="connsiteX31" fmla="*/ 684414 w 867271"/>
              <a:gd name="connsiteY31" fmla="*/ 31510 h 157430"/>
              <a:gd name="connsiteX32" fmla="*/ 632188 w 867271"/>
              <a:gd name="connsiteY32" fmla="*/ 31510 h 157430"/>
              <a:gd name="connsiteX33" fmla="*/ 626987 w 867271"/>
              <a:gd name="connsiteY33" fmla="*/ 36737 h 157430"/>
              <a:gd name="connsiteX34" fmla="*/ 626987 w 867271"/>
              <a:gd name="connsiteY34" fmla="*/ 36751 h 157430"/>
              <a:gd name="connsiteX35" fmla="*/ 626987 w 867271"/>
              <a:gd name="connsiteY35" fmla="*/ 152157 h 157430"/>
              <a:gd name="connsiteX36" fmla="*/ 621759 w 867271"/>
              <a:gd name="connsiteY36" fmla="*/ 157428 h 157430"/>
              <a:gd name="connsiteX37" fmla="*/ 621728 w 867271"/>
              <a:gd name="connsiteY37" fmla="*/ 157428 h 157430"/>
              <a:gd name="connsiteX38" fmla="*/ 590418 w 867271"/>
              <a:gd name="connsiteY38" fmla="*/ 157428 h 157430"/>
              <a:gd name="connsiteX39" fmla="*/ 585159 w 867271"/>
              <a:gd name="connsiteY39" fmla="*/ 152185 h 157430"/>
              <a:gd name="connsiteX40" fmla="*/ 585159 w 867271"/>
              <a:gd name="connsiteY40" fmla="*/ 152157 h 157430"/>
              <a:gd name="connsiteX41" fmla="*/ 585159 w 867271"/>
              <a:gd name="connsiteY41" fmla="*/ 36751 h 157430"/>
              <a:gd name="connsiteX42" fmla="*/ 579973 w 867271"/>
              <a:gd name="connsiteY42" fmla="*/ 31510 h 157430"/>
              <a:gd name="connsiteX43" fmla="*/ 579962 w 867271"/>
              <a:gd name="connsiteY43" fmla="*/ 31510 h 157430"/>
              <a:gd name="connsiteX44" fmla="*/ 527728 w 867271"/>
              <a:gd name="connsiteY44" fmla="*/ 31510 h 157430"/>
              <a:gd name="connsiteX45" fmla="*/ 522469 w 867271"/>
              <a:gd name="connsiteY45" fmla="*/ 26284 h 157430"/>
              <a:gd name="connsiteX46" fmla="*/ 522469 w 867271"/>
              <a:gd name="connsiteY46" fmla="*/ 26268 h 157430"/>
              <a:gd name="connsiteX47" fmla="*/ 522469 w 867271"/>
              <a:gd name="connsiteY47" fmla="*/ 5271 h 157430"/>
              <a:gd name="connsiteX48" fmla="*/ 527701 w 867271"/>
              <a:gd name="connsiteY48" fmla="*/ 1 h 157430"/>
              <a:gd name="connsiteX49" fmla="*/ 376185 w 867271"/>
              <a:gd name="connsiteY49" fmla="*/ 1 h 157430"/>
              <a:gd name="connsiteX50" fmla="*/ 480695 w 867271"/>
              <a:gd name="connsiteY50" fmla="*/ 1 h 157430"/>
              <a:gd name="connsiteX51" fmla="*/ 512009 w 867271"/>
              <a:gd name="connsiteY51" fmla="*/ 31510 h 157430"/>
              <a:gd name="connsiteX52" fmla="*/ 512009 w 867271"/>
              <a:gd name="connsiteY52" fmla="*/ 36751 h 157430"/>
              <a:gd name="connsiteX53" fmla="*/ 506812 w 867271"/>
              <a:gd name="connsiteY53" fmla="*/ 41995 h 157430"/>
              <a:gd name="connsiteX54" fmla="*/ 475436 w 867271"/>
              <a:gd name="connsiteY54" fmla="*/ 41995 h 157430"/>
              <a:gd name="connsiteX55" fmla="*/ 470239 w 867271"/>
              <a:gd name="connsiteY55" fmla="*/ 36751 h 157430"/>
              <a:gd name="connsiteX56" fmla="*/ 470239 w 867271"/>
              <a:gd name="connsiteY56" fmla="*/ 36704 h 157430"/>
              <a:gd name="connsiteX57" fmla="*/ 464980 w 867271"/>
              <a:gd name="connsiteY57" fmla="*/ 31510 h 157430"/>
              <a:gd name="connsiteX58" fmla="*/ 397082 w 867271"/>
              <a:gd name="connsiteY58" fmla="*/ 31510 h 157430"/>
              <a:gd name="connsiteX59" fmla="*/ 397059 w 867271"/>
              <a:gd name="connsiteY59" fmla="*/ 31510 h 157430"/>
              <a:gd name="connsiteX60" fmla="*/ 386626 w 867271"/>
              <a:gd name="connsiteY60" fmla="*/ 41995 h 157430"/>
              <a:gd name="connsiteX61" fmla="*/ 386626 w 867271"/>
              <a:gd name="connsiteY61" fmla="*/ 52478 h 157430"/>
              <a:gd name="connsiteX62" fmla="*/ 397082 w 867271"/>
              <a:gd name="connsiteY62" fmla="*/ 62991 h 157430"/>
              <a:gd name="connsiteX63" fmla="*/ 480695 w 867271"/>
              <a:gd name="connsiteY63" fmla="*/ 62991 h 157430"/>
              <a:gd name="connsiteX64" fmla="*/ 512009 w 867271"/>
              <a:gd name="connsiteY64" fmla="*/ 94440 h 157430"/>
              <a:gd name="connsiteX65" fmla="*/ 512009 w 867271"/>
              <a:gd name="connsiteY65" fmla="*/ 125950 h 157430"/>
              <a:gd name="connsiteX66" fmla="*/ 480695 w 867271"/>
              <a:gd name="connsiteY66" fmla="*/ 157430 h 157430"/>
              <a:gd name="connsiteX67" fmla="*/ 376185 w 867271"/>
              <a:gd name="connsiteY67" fmla="*/ 157430 h 157430"/>
              <a:gd name="connsiteX68" fmla="*/ 376160 w 867271"/>
              <a:gd name="connsiteY68" fmla="*/ 157430 h 157430"/>
              <a:gd name="connsiteX69" fmla="*/ 344842 w 867271"/>
              <a:gd name="connsiteY69" fmla="*/ 125950 h 157430"/>
              <a:gd name="connsiteX70" fmla="*/ 344842 w 867271"/>
              <a:gd name="connsiteY70" fmla="*/ 120678 h 157430"/>
              <a:gd name="connsiteX71" fmla="*/ 350047 w 867271"/>
              <a:gd name="connsiteY71" fmla="*/ 115437 h 157430"/>
              <a:gd name="connsiteX72" fmla="*/ 381413 w 867271"/>
              <a:gd name="connsiteY72" fmla="*/ 115437 h 157430"/>
              <a:gd name="connsiteX73" fmla="*/ 386626 w 867271"/>
              <a:gd name="connsiteY73" fmla="*/ 120678 h 157430"/>
              <a:gd name="connsiteX74" fmla="*/ 391854 w 867271"/>
              <a:gd name="connsiteY74" fmla="*/ 125950 h 157430"/>
              <a:gd name="connsiteX75" fmla="*/ 459783 w 867271"/>
              <a:gd name="connsiteY75" fmla="*/ 125950 h 157430"/>
              <a:gd name="connsiteX76" fmla="*/ 459825 w 867271"/>
              <a:gd name="connsiteY76" fmla="*/ 125950 h 157430"/>
              <a:gd name="connsiteX77" fmla="*/ 470239 w 867271"/>
              <a:gd name="connsiteY77" fmla="*/ 115437 h 157430"/>
              <a:gd name="connsiteX78" fmla="*/ 470239 w 867271"/>
              <a:gd name="connsiteY78" fmla="*/ 104954 h 157430"/>
              <a:gd name="connsiteX79" fmla="*/ 470239 w 867271"/>
              <a:gd name="connsiteY79" fmla="*/ 104947 h 157430"/>
              <a:gd name="connsiteX80" fmla="*/ 459783 w 867271"/>
              <a:gd name="connsiteY80" fmla="*/ 94440 h 157430"/>
              <a:gd name="connsiteX81" fmla="*/ 376185 w 867271"/>
              <a:gd name="connsiteY81" fmla="*/ 94440 h 157430"/>
              <a:gd name="connsiteX82" fmla="*/ 376176 w 867271"/>
              <a:gd name="connsiteY82" fmla="*/ 94440 h 157430"/>
              <a:gd name="connsiteX83" fmla="*/ 344842 w 867271"/>
              <a:gd name="connsiteY83" fmla="*/ 62991 h 157430"/>
              <a:gd name="connsiteX84" fmla="*/ 344842 w 867271"/>
              <a:gd name="connsiteY84" fmla="*/ 31510 h 157430"/>
              <a:gd name="connsiteX85" fmla="*/ 344842 w 867271"/>
              <a:gd name="connsiteY85" fmla="*/ 31505 h 157430"/>
              <a:gd name="connsiteX86" fmla="*/ 376185 w 867271"/>
              <a:gd name="connsiteY86" fmla="*/ 1 h 157430"/>
              <a:gd name="connsiteX87" fmla="*/ 172420 w 867271"/>
              <a:gd name="connsiteY87" fmla="*/ 1 h 157430"/>
              <a:gd name="connsiteX88" fmla="*/ 172424 w 867271"/>
              <a:gd name="connsiteY88" fmla="*/ 1 h 157430"/>
              <a:gd name="connsiteX89" fmla="*/ 329162 w 867271"/>
              <a:gd name="connsiteY89" fmla="*/ 1 h 157430"/>
              <a:gd name="connsiteX90" fmla="*/ 334390 w 867271"/>
              <a:gd name="connsiteY90" fmla="*/ 5271 h 157430"/>
              <a:gd name="connsiteX91" fmla="*/ 334390 w 867271"/>
              <a:gd name="connsiteY91" fmla="*/ 26268 h 157430"/>
              <a:gd name="connsiteX92" fmla="*/ 329162 w 867271"/>
              <a:gd name="connsiteY92" fmla="*/ 31510 h 157430"/>
              <a:gd name="connsiteX93" fmla="*/ 214223 w 867271"/>
              <a:gd name="connsiteY93" fmla="*/ 31510 h 157430"/>
              <a:gd name="connsiteX94" fmla="*/ 208995 w 867271"/>
              <a:gd name="connsiteY94" fmla="*/ 36722 h 157430"/>
              <a:gd name="connsiteX95" fmla="*/ 208995 w 867271"/>
              <a:gd name="connsiteY95" fmla="*/ 36751 h 157430"/>
              <a:gd name="connsiteX96" fmla="*/ 208995 w 867271"/>
              <a:gd name="connsiteY96" fmla="*/ 57748 h 157430"/>
              <a:gd name="connsiteX97" fmla="*/ 214223 w 867271"/>
              <a:gd name="connsiteY97" fmla="*/ 62991 h 157430"/>
              <a:gd name="connsiteX98" fmla="*/ 318706 w 867271"/>
              <a:gd name="connsiteY98" fmla="*/ 62991 h 157430"/>
              <a:gd name="connsiteX99" fmla="*/ 323935 w 867271"/>
              <a:gd name="connsiteY99" fmla="*/ 68228 h 157430"/>
              <a:gd name="connsiteX100" fmla="*/ 323935 w 867271"/>
              <a:gd name="connsiteY100" fmla="*/ 68232 h 157430"/>
              <a:gd name="connsiteX101" fmla="*/ 323935 w 867271"/>
              <a:gd name="connsiteY101" fmla="*/ 89229 h 157430"/>
              <a:gd name="connsiteX102" fmla="*/ 318706 w 867271"/>
              <a:gd name="connsiteY102" fmla="*/ 94440 h 157430"/>
              <a:gd name="connsiteX103" fmla="*/ 214223 w 867271"/>
              <a:gd name="connsiteY103" fmla="*/ 94440 h 157430"/>
              <a:gd name="connsiteX104" fmla="*/ 208995 w 867271"/>
              <a:gd name="connsiteY104" fmla="*/ 99703 h 157430"/>
              <a:gd name="connsiteX105" fmla="*/ 208995 w 867271"/>
              <a:gd name="connsiteY105" fmla="*/ 99712 h 157430"/>
              <a:gd name="connsiteX106" fmla="*/ 208995 w 867271"/>
              <a:gd name="connsiteY106" fmla="*/ 120678 h 157430"/>
              <a:gd name="connsiteX107" fmla="*/ 214214 w 867271"/>
              <a:gd name="connsiteY107" fmla="*/ 125950 h 157430"/>
              <a:gd name="connsiteX108" fmla="*/ 214223 w 867271"/>
              <a:gd name="connsiteY108" fmla="*/ 125950 h 157430"/>
              <a:gd name="connsiteX109" fmla="*/ 329162 w 867271"/>
              <a:gd name="connsiteY109" fmla="*/ 125950 h 157430"/>
              <a:gd name="connsiteX110" fmla="*/ 334390 w 867271"/>
              <a:gd name="connsiteY110" fmla="*/ 131188 h 157430"/>
              <a:gd name="connsiteX111" fmla="*/ 334390 w 867271"/>
              <a:gd name="connsiteY111" fmla="*/ 131192 h 157430"/>
              <a:gd name="connsiteX112" fmla="*/ 334390 w 867271"/>
              <a:gd name="connsiteY112" fmla="*/ 152157 h 157430"/>
              <a:gd name="connsiteX113" fmla="*/ 329162 w 867271"/>
              <a:gd name="connsiteY113" fmla="*/ 157428 h 157430"/>
              <a:gd name="connsiteX114" fmla="*/ 172424 w 867271"/>
              <a:gd name="connsiteY114" fmla="*/ 157428 h 157430"/>
              <a:gd name="connsiteX115" fmla="*/ 167195 w 867271"/>
              <a:gd name="connsiteY115" fmla="*/ 152162 h 157430"/>
              <a:gd name="connsiteX116" fmla="*/ 167195 w 867271"/>
              <a:gd name="connsiteY116" fmla="*/ 152157 h 157430"/>
              <a:gd name="connsiteX117" fmla="*/ 167195 w 867271"/>
              <a:gd name="connsiteY117" fmla="*/ 5271 h 157430"/>
              <a:gd name="connsiteX118" fmla="*/ 172420 w 867271"/>
              <a:gd name="connsiteY118" fmla="*/ 1 h 157430"/>
              <a:gd name="connsiteX119" fmla="*/ 5229 w 867271"/>
              <a:gd name="connsiteY119" fmla="*/ 1 h 157430"/>
              <a:gd name="connsiteX120" fmla="*/ 151513 w 867271"/>
              <a:gd name="connsiteY120" fmla="*/ 1 h 157430"/>
              <a:gd name="connsiteX121" fmla="*/ 156742 w 867271"/>
              <a:gd name="connsiteY121" fmla="*/ 5268 h 157430"/>
              <a:gd name="connsiteX122" fmla="*/ 156742 w 867271"/>
              <a:gd name="connsiteY122" fmla="*/ 5271 h 157430"/>
              <a:gd name="connsiteX123" fmla="*/ 156742 w 867271"/>
              <a:gd name="connsiteY123" fmla="*/ 26268 h 157430"/>
              <a:gd name="connsiteX124" fmla="*/ 151513 w 867271"/>
              <a:gd name="connsiteY124" fmla="*/ 31510 h 157430"/>
              <a:gd name="connsiteX125" fmla="*/ 47030 w 867271"/>
              <a:gd name="connsiteY125" fmla="*/ 31510 h 157430"/>
              <a:gd name="connsiteX126" fmla="*/ 41801 w 867271"/>
              <a:gd name="connsiteY126" fmla="*/ 36751 h 157430"/>
              <a:gd name="connsiteX127" fmla="*/ 41801 w 867271"/>
              <a:gd name="connsiteY127" fmla="*/ 57748 h 157430"/>
              <a:gd name="connsiteX128" fmla="*/ 47030 w 867271"/>
              <a:gd name="connsiteY128" fmla="*/ 62991 h 157430"/>
              <a:gd name="connsiteX129" fmla="*/ 141083 w 867271"/>
              <a:gd name="connsiteY129" fmla="*/ 62991 h 157430"/>
              <a:gd name="connsiteX130" fmla="*/ 146312 w 867271"/>
              <a:gd name="connsiteY130" fmla="*/ 68232 h 157430"/>
              <a:gd name="connsiteX131" fmla="*/ 146284 w 867271"/>
              <a:gd name="connsiteY131" fmla="*/ 89229 h 157430"/>
              <a:gd name="connsiteX132" fmla="*/ 141082 w 867271"/>
              <a:gd name="connsiteY132" fmla="*/ 94440 h 157430"/>
              <a:gd name="connsiteX133" fmla="*/ 47028 w 867271"/>
              <a:gd name="connsiteY133" fmla="*/ 94440 h 157430"/>
              <a:gd name="connsiteX134" fmla="*/ 41801 w 867271"/>
              <a:gd name="connsiteY134" fmla="*/ 99712 h 157430"/>
              <a:gd name="connsiteX135" fmla="*/ 41801 w 867271"/>
              <a:gd name="connsiteY135" fmla="*/ 152157 h 157430"/>
              <a:gd name="connsiteX136" fmla="*/ 36579 w 867271"/>
              <a:gd name="connsiteY136" fmla="*/ 157428 h 157430"/>
              <a:gd name="connsiteX137" fmla="*/ 36572 w 867271"/>
              <a:gd name="connsiteY137" fmla="*/ 157428 h 157430"/>
              <a:gd name="connsiteX138" fmla="*/ 5229 w 867271"/>
              <a:gd name="connsiteY138" fmla="*/ 157430 h 157430"/>
              <a:gd name="connsiteX139" fmla="*/ 0 w 867271"/>
              <a:gd name="connsiteY139" fmla="*/ 152157 h 157430"/>
              <a:gd name="connsiteX140" fmla="*/ 0 w 867271"/>
              <a:gd name="connsiteY140" fmla="*/ 5271 h 157430"/>
              <a:gd name="connsiteX141" fmla="*/ 5229 w 867271"/>
              <a:gd name="connsiteY141" fmla="*/ 1 h 157430"/>
            </a:gdLst>
            <a:rect l="l" t="t" r="r" b="b"/>
            <a:pathLst>
              <a:path w="867271" h="157430">
                <a:moveTo>
                  <a:pt x="752298" y="31510"/>
                </a:moveTo>
                <a:cubicBezTo>
                  <a:pt x="746542" y="31521"/>
                  <a:pt x="741888" y="36215"/>
                  <a:pt x="741899" y="41995"/>
                </a:cubicBezTo>
                <a:lnTo>
                  <a:pt x="741899" y="115437"/>
                </a:lnTo>
                <a:cubicBezTo>
                  <a:pt x="741899" y="115452"/>
                  <a:pt x="741899" y="115467"/>
                  <a:pt x="741899" y="115481"/>
                </a:cubicBezTo>
                <a:cubicBezTo>
                  <a:pt x="741910" y="121273"/>
                  <a:pt x="746592" y="125960"/>
                  <a:pt x="752359" y="125950"/>
                </a:cubicBezTo>
                <a:lnTo>
                  <a:pt x="815045" y="125950"/>
                </a:lnTo>
                <a:cubicBezTo>
                  <a:pt x="815056" y="125950"/>
                  <a:pt x="815072" y="125950"/>
                  <a:pt x="815087" y="125950"/>
                </a:cubicBezTo>
                <a:cubicBezTo>
                  <a:pt x="820854" y="125936"/>
                  <a:pt x="825516" y="121229"/>
                  <a:pt x="825501" y="115437"/>
                </a:cubicBezTo>
                <a:lnTo>
                  <a:pt x="825497" y="41997"/>
                </a:lnTo>
                <a:cubicBezTo>
                  <a:pt x="825497" y="41975"/>
                  <a:pt x="825497" y="41954"/>
                  <a:pt x="825497" y="41934"/>
                </a:cubicBezTo>
                <a:cubicBezTo>
                  <a:pt x="825478" y="36154"/>
                  <a:pt x="820793" y="31488"/>
                  <a:pt x="815041" y="31510"/>
                </a:cubicBezTo>
                <a:lnTo>
                  <a:pt x="752355" y="31510"/>
                </a:lnTo>
                <a:cubicBezTo>
                  <a:pt x="752336" y="31510"/>
                  <a:pt x="752317" y="31510"/>
                  <a:pt x="752298" y="31510"/>
                </a:cubicBezTo>
                <a:close/>
                <a:moveTo>
                  <a:pt x="731443" y="1"/>
                </a:moveTo>
                <a:lnTo>
                  <a:pt x="835957" y="1"/>
                </a:lnTo>
                <a:cubicBezTo>
                  <a:pt x="835968" y="1"/>
                  <a:pt x="835980" y="1"/>
                  <a:pt x="835991" y="1"/>
                </a:cubicBezTo>
                <a:cubicBezTo>
                  <a:pt x="853289" y="26"/>
                  <a:pt x="867294" y="14133"/>
                  <a:pt x="867271" y="31510"/>
                </a:cubicBezTo>
                <a:lnTo>
                  <a:pt x="867271" y="125950"/>
                </a:lnTo>
                <a:cubicBezTo>
                  <a:pt x="867271" y="125968"/>
                  <a:pt x="867271" y="125985"/>
                  <a:pt x="867271" y="126003"/>
                </a:cubicBezTo>
                <a:cubicBezTo>
                  <a:pt x="867263" y="143366"/>
                  <a:pt x="853243" y="157437"/>
                  <a:pt x="835957" y="157430"/>
                </a:cubicBezTo>
                <a:lnTo>
                  <a:pt x="731443" y="157430"/>
                </a:lnTo>
                <a:cubicBezTo>
                  <a:pt x="714145" y="157415"/>
                  <a:pt x="700129" y="143325"/>
                  <a:pt x="700129" y="125950"/>
                </a:cubicBezTo>
                <a:lnTo>
                  <a:pt x="700129" y="31510"/>
                </a:lnTo>
                <a:cubicBezTo>
                  <a:pt x="700129" y="14129"/>
                  <a:pt x="714138" y="29"/>
                  <a:pt x="731443" y="1"/>
                </a:cubicBezTo>
                <a:close/>
                <a:moveTo>
                  <a:pt x="527701" y="1"/>
                </a:moveTo>
                <a:cubicBezTo>
                  <a:pt x="527712" y="1"/>
                  <a:pt x="527720" y="1"/>
                  <a:pt x="527728" y="1"/>
                </a:cubicBezTo>
                <a:lnTo>
                  <a:pt x="684414" y="1"/>
                </a:lnTo>
                <a:cubicBezTo>
                  <a:pt x="687309" y="-10"/>
                  <a:pt x="689665" y="2338"/>
                  <a:pt x="689673" y="5244"/>
                </a:cubicBezTo>
                <a:cubicBezTo>
                  <a:pt x="689673" y="5253"/>
                  <a:pt x="689673" y="5262"/>
                  <a:pt x="689673" y="5271"/>
                </a:cubicBezTo>
                <a:lnTo>
                  <a:pt x="689673" y="26268"/>
                </a:lnTo>
                <a:cubicBezTo>
                  <a:pt x="689665" y="29171"/>
                  <a:pt x="687317" y="31518"/>
                  <a:pt x="684426" y="31510"/>
                </a:cubicBezTo>
                <a:cubicBezTo>
                  <a:pt x="684422" y="31510"/>
                  <a:pt x="684418" y="31510"/>
                  <a:pt x="684414" y="31510"/>
                </a:cubicBezTo>
                <a:lnTo>
                  <a:pt x="632188" y="31510"/>
                </a:lnTo>
                <a:cubicBezTo>
                  <a:pt x="629316" y="31511"/>
                  <a:pt x="626987" y="33851"/>
                  <a:pt x="626987" y="36737"/>
                </a:cubicBezTo>
                <a:cubicBezTo>
                  <a:pt x="626987" y="36741"/>
                  <a:pt x="626987" y="36746"/>
                  <a:pt x="626987" y="36751"/>
                </a:cubicBezTo>
                <a:lnTo>
                  <a:pt x="626987" y="152157"/>
                </a:lnTo>
                <a:cubicBezTo>
                  <a:pt x="626994" y="155063"/>
                  <a:pt x="624654" y="157423"/>
                  <a:pt x="621759" y="157428"/>
                </a:cubicBezTo>
                <a:cubicBezTo>
                  <a:pt x="621747" y="157428"/>
                  <a:pt x="621740" y="157428"/>
                  <a:pt x="621728" y="157428"/>
                </a:cubicBezTo>
                <a:lnTo>
                  <a:pt x="590418" y="157428"/>
                </a:lnTo>
                <a:cubicBezTo>
                  <a:pt x="587522" y="157439"/>
                  <a:pt x="585170" y="155091"/>
                  <a:pt x="585159" y="152185"/>
                </a:cubicBezTo>
                <a:cubicBezTo>
                  <a:pt x="585159" y="152175"/>
                  <a:pt x="585159" y="152166"/>
                  <a:pt x="585159" y="152157"/>
                </a:cubicBezTo>
                <a:lnTo>
                  <a:pt x="585159" y="36751"/>
                </a:lnTo>
                <a:cubicBezTo>
                  <a:pt x="585167" y="33866"/>
                  <a:pt x="582849" y="31519"/>
                  <a:pt x="579973" y="31510"/>
                </a:cubicBezTo>
                <a:cubicBezTo>
                  <a:pt x="579969" y="31510"/>
                  <a:pt x="579965" y="31510"/>
                  <a:pt x="579962" y="31510"/>
                </a:cubicBezTo>
                <a:lnTo>
                  <a:pt x="527728" y="31510"/>
                </a:lnTo>
                <a:cubicBezTo>
                  <a:pt x="524840" y="31525"/>
                  <a:pt x="522484" y="29186"/>
                  <a:pt x="522469" y="26284"/>
                </a:cubicBezTo>
                <a:cubicBezTo>
                  <a:pt x="522469" y="26279"/>
                  <a:pt x="522469" y="26273"/>
                  <a:pt x="522469" y="26268"/>
                </a:cubicBezTo>
                <a:lnTo>
                  <a:pt x="522469" y="5271"/>
                </a:lnTo>
                <a:cubicBezTo>
                  <a:pt x="522465" y="2365"/>
                  <a:pt x="524810" y="5"/>
                  <a:pt x="527701" y="1"/>
                </a:cubicBezTo>
                <a:close/>
                <a:moveTo>
                  <a:pt x="376185" y="1"/>
                </a:moveTo>
                <a:lnTo>
                  <a:pt x="480695" y="1"/>
                </a:lnTo>
                <a:cubicBezTo>
                  <a:pt x="498001" y="28"/>
                  <a:pt x="512013" y="14128"/>
                  <a:pt x="512009" y="31510"/>
                </a:cubicBezTo>
                <a:lnTo>
                  <a:pt x="512009" y="36751"/>
                </a:lnTo>
                <a:cubicBezTo>
                  <a:pt x="512009" y="39638"/>
                  <a:pt x="509688" y="41982"/>
                  <a:pt x="506812" y="41995"/>
                </a:cubicBezTo>
                <a:lnTo>
                  <a:pt x="475436" y="41995"/>
                </a:lnTo>
                <a:cubicBezTo>
                  <a:pt x="472564" y="41982"/>
                  <a:pt x="470239" y="39638"/>
                  <a:pt x="470239" y="36751"/>
                </a:cubicBezTo>
                <a:cubicBezTo>
                  <a:pt x="470239" y="36735"/>
                  <a:pt x="470239" y="36720"/>
                  <a:pt x="470239" y="36704"/>
                </a:cubicBezTo>
                <a:cubicBezTo>
                  <a:pt x="470216" y="33811"/>
                  <a:pt x="467860" y="31486"/>
                  <a:pt x="464980" y="31510"/>
                </a:cubicBezTo>
                <a:lnTo>
                  <a:pt x="397082" y="31510"/>
                </a:lnTo>
                <a:cubicBezTo>
                  <a:pt x="397074" y="31510"/>
                  <a:pt x="397066" y="31510"/>
                  <a:pt x="397059" y="31510"/>
                </a:cubicBezTo>
                <a:cubicBezTo>
                  <a:pt x="391295" y="31511"/>
                  <a:pt x="386626" y="36205"/>
                  <a:pt x="386626" y="41995"/>
                </a:cubicBezTo>
                <a:lnTo>
                  <a:pt x="386626" y="52478"/>
                </a:lnTo>
                <a:cubicBezTo>
                  <a:pt x="386622" y="58281"/>
                  <a:pt x="391303" y="62988"/>
                  <a:pt x="397082" y="62991"/>
                </a:cubicBezTo>
                <a:lnTo>
                  <a:pt x="480695" y="62991"/>
                </a:lnTo>
                <a:cubicBezTo>
                  <a:pt x="497989" y="62991"/>
                  <a:pt x="512009" y="77071"/>
                  <a:pt x="512009" y="94440"/>
                </a:cubicBezTo>
                <a:lnTo>
                  <a:pt x="512009" y="125950"/>
                </a:lnTo>
                <a:cubicBezTo>
                  <a:pt x="512009" y="143325"/>
                  <a:pt x="497997" y="157415"/>
                  <a:pt x="480695" y="157430"/>
                </a:cubicBezTo>
                <a:lnTo>
                  <a:pt x="376185" y="157430"/>
                </a:lnTo>
                <a:cubicBezTo>
                  <a:pt x="376176" y="157430"/>
                  <a:pt x="376168" y="157430"/>
                  <a:pt x="376160" y="157430"/>
                </a:cubicBezTo>
                <a:cubicBezTo>
                  <a:pt x="358857" y="157423"/>
                  <a:pt x="344836" y="143330"/>
                  <a:pt x="344842" y="125950"/>
                </a:cubicBezTo>
                <a:lnTo>
                  <a:pt x="344842" y="120678"/>
                </a:lnTo>
                <a:cubicBezTo>
                  <a:pt x="344845" y="117790"/>
                  <a:pt x="347171" y="115447"/>
                  <a:pt x="350047" y="115437"/>
                </a:cubicBezTo>
                <a:lnTo>
                  <a:pt x="381413" y="115437"/>
                </a:lnTo>
                <a:cubicBezTo>
                  <a:pt x="384293" y="115444"/>
                  <a:pt x="386622" y="117787"/>
                  <a:pt x="386626" y="120678"/>
                </a:cubicBezTo>
                <a:cubicBezTo>
                  <a:pt x="386622" y="123583"/>
                  <a:pt x="388963" y="125941"/>
                  <a:pt x="391854" y="125950"/>
                </a:cubicBezTo>
                <a:lnTo>
                  <a:pt x="459783" y="125950"/>
                </a:lnTo>
                <a:cubicBezTo>
                  <a:pt x="459798" y="125950"/>
                  <a:pt x="459810" y="125950"/>
                  <a:pt x="459825" y="125950"/>
                </a:cubicBezTo>
                <a:cubicBezTo>
                  <a:pt x="465592" y="125936"/>
                  <a:pt x="470254" y="121229"/>
                  <a:pt x="470239" y="115437"/>
                </a:cubicBezTo>
                <a:lnTo>
                  <a:pt x="470239" y="104954"/>
                </a:lnTo>
                <a:cubicBezTo>
                  <a:pt x="470239" y="104951"/>
                  <a:pt x="470239" y="104949"/>
                  <a:pt x="470239" y="104947"/>
                </a:cubicBezTo>
                <a:cubicBezTo>
                  <a:pt x="470239" y="99145"/>
                  <a:pt x="465558" y="94441"/>
                  <a:pt x="459783" y="94440"/>
                </a:cubicBezTo>
                <a:lnTo>
                  <a:pt x="376185" y="94440"/>
                </a:lnTo>
                <a:cubicBezTo>
                  <a:pt x="376182" y="94440"/>
                  <a:pt x="376179" y="94440"/>
                  <a:pt x="376176" y="94440"/>
                </a:cubicBezTo>
                <a:cubicBezTo>
                  <a:pt x="358877" y="94447"/>
                  <a:pt x="344849" y="80366"/>
                  <a:pt x="344842" y="62991"/>
                </a:cubicBezTo>
                <a:lnTo>
                  <a:pt x="344842" y="31510"/>
                </a:lnTo>
                <a:cubicBezTo>
                  <a:pt x="344842" y="31508"/>
                  <a:pt x="344842" y="31507"/>
                  <a:pt x="344842" y="31505"/>
                </a:cubicBezTo>
                <a:cubicBezTo>
                  <a:pt x="344836" y="14112"/>
                  <a:pt x="358869" y="7"/>
                  <a:pt x="376185" y="1"/>
                </a:cubicBezTo>
                <a:close/>
                <a:moveTo>
                  <a:pt x="172420" y="1"/>
                </a:moveTo>
                <a:cubicBezTo>
                  <a:pt x="172421" y="1"/>
                  <a:pt x="172422" y="1"/>
                  <a:pt x="172424" y="1"/>
                </a:cubicBezTo>
                <a:lnTo>
                  <a:pt x="329162" y="1"/>
                </a:lnTo>
                <a:cubicBezTo>
                  <a:pt x="332052" y="11"/>
                  <a:pt x="334391" y="2368"/>
                  <a:pt x="334390" y="5271"/>
                </a:cubicBezTo>
                <a:lnTo>
                  <a:pt x="334390" y="26268"/>
                </a:lnTo>
                <a:cubicBezTo>
                  <a:pt x="334379" y="29162"/>
                  <a:pt x="332043" y="31504"/>
                  <a:pt x="329162" y="31510"/>
                </a:cubicBezTo>
                <a:lnTo>
                  <a:pt x="214223" y="31510"/>
                </a:lnTo>
                <a:cubicBezTo>
                  <a:pt x="211347" y="31499"/>
                  <a:pt x="209006" y="33832"/>
                  <a:pt x="208995" y="36722"/>
                </a:cubicBezTo>
                <a:cubicBezTo>
                  <a:pt x="208995" y="36732"/>
                  <a:pt x="208995" y="36741"/>
                  <a:pt x="208995" y="36751"/>
                </a:cubicBezTo>
                <a:lnTo>
                  <a:pt x="208995" y="57748"/>
                </a:lnTo>
                <a:cubicBezTo>
                  <a:pt x="208999" y="60645"/>
                  <a:pt x="211339" y="62991"/>
                  <a:pt x="214223" y="62991"/>
                </a:cubicBezTo>
                <a:lnTo>
                  <a:pt x="318706" y="62991"/>
                </a:lnTo>
                <a:cubicBezTo>
                  <a:pt x="321590" y="62987"/>
                  <a:pt x="323931" y="65332"/>
                  <a:pt x="323935" y="68228"/>
                </a:cubicBezTo>
                <a:cubicBezTo>
                  <a:pt x="323935" y="68230"/>
                  <a:pt x="323935" y="68231"/>
                  <a:pt x="323935" y="68232"/>
                </a:cubicBezTo>
                <a:lnTo>
                  <a:pt x="323935" y="89229"/>
                </a:lnTo>
                <a:cubicBezTo>
                  <a:pt x="323920" y="92117"/>
                  <a:pt x="321581" y="94448"/>
                  <a:pt x="318706" y="94440"/>
                </a:cubicBezTo>
                <a:lnTo>
                  <a:pt x="214223" y="94440"/>
                </a:lnTo>
                <a:cubicBezTo>
                  <a:pt x="211333" y="94443"/>
                  <a:pt x="208992" y="96799"/>
                  <a:pt x="208995" y="99703"/>
                </a:cubicBezTo>
                <a:cubicBezTo>
                  <a:pt x="208995" y="99706"/>
                  <a:pt x="208995" y="99709"/>
                  <a:pt x="208995" y="99712"/>
                </a:cubicBezTo>
                <a:lnTo>
                  <a:pt x="208995" y="120678"/>
                </a:lnTo>
                <a:cubicBezTo>
                  <a:pt x="208987" y="123582"/>
                  <a:pt x="211323" y="125942"/>
                  <a:pt x="214214" y="125950"/>
                </a:cubicBezTo>
                <a:cubicBezTo>
                  <a:pt x="214217" y="125950"/>
                  <a:pt x="214220" y="125950"/>
                  <a:pt x="214223" y="125950"/>
                </a:cubicBezTo>
                <a:lnTo>
                  <a:pt x="329162" y="125950"/>
                </a:lnTo>
                <a:cubicBezTo>
                  <a:pt x="332046" y="125946"/>
                  <a:pt x="334387" y="128291"/>
                  <a:pt x="334390" y="131188"/>
                </a:cubicBezTo>
                <a:cubicBezTo>
                  <a:pt x="334390" y="131189"/>
                  <a:pt x="334390" y="131191"/>
                  <a:pt x="334390" y="131192"/>
                </a:cubicBezTo>
                <a:lnTo>
                  <a:pt x="334390" y="152157"/>
                </a:lnTo>
                <a:cubicBezTo>
                  <a:pt x="334391" y="155061"/>
                  <a:pt x="332053" y="157418"/>
                  <a:pt x="329162" y="157428"/>
                </a:cubicBezTo>
                <a:lnTo>
                  <a:pt x="172424" y="157428"/>
                </a:lnTo>
                <a:cubicBezTo>
                  <a:pt x="169532" y="157424"/>
                  <a:pt x="167191" y="155066"/>
                  <a:pt x="167195" y="152162"/>
                </a:cubicBezTo>
                <a:cubicBezTo>
                  <a:pt x="167195" y="152160"/>
                  <a:pt x="167195" y="152159"/>
                  <a:pt x="167195" y="152157"/>
                </a:cubicBezTo>
                <a:lnTo>
                  <a:pt x="167195" y="5271"/>
                </a:lnTo>
                <a:cubicBezTo>
                  <a:pt x="167189" y="2367"/>
                  <a:pt x="169528" y="7"/>
                  <a:pt x="172420" y="1"/>
                </a:cubicBezTo>
                <a:close/>
                <a:moveTo>
                  <a:pt x="5229" y="1"/>
                </a:moveTo>
                <a:lnTo>
                  <a:pt x="151513" y="1"/>
                </a:lnTo>
                <a:cubicBezTo>
                  <a:pt x="154404" y="5"/>
                  <a:pt x="156745" y="2363"/>
                  <a:pt x="156742" y="5268"/>
                </a:cubicBezTo>
                <a:cubicBezTo>
                  <a:pt x="156742" y="5269"/>
                  <a:pt x="156742" y="5270"/>
                  <a:pt x="156742" y="5271"/>
                </a:cubicBezTo>
                <a:lnTo>
                  <a:pt x="156742" y="26268"/>
                </a:lnTo>
                <a:cubicBezTo>
                  <a:pt x="156736" y="29164"/>
                  <a:pt x="154397" y="31509"/>
                  <a:pt x="151513" y="31510"/>
                </a:cubicBezTo>
                <a:lnTo>
                  <a:pt x="47030" y="31510"/>
                </a:lnTo>
                <a:cubicBezTo>
                  <a:pt x="44146" y="31509"/>
                  <a:pt x="41806" y="33854"/>
                  <a:pt x="41801" y="36751"/>
                </a:cubicBezTo>
                <a:lnTo>
                  <a:pt x="41801" y="57748"/>
                </a:lnTo>
                <a:cubicBezTo>
                  <a:pt x="41815" y="60641"/>
                  <a:pt x="44149" y="62981"/>
                  <a:pt x="47030" y="62991"/>
                </a:cubicBezTo>
                <a:lnTo>
                  <a:pt x="141083" y="62991"/>
                </a:lnTo>
                <a:cubicBezTo>
                  <a:pt x="143967" y="62989"/>
                  <a:pt x="146307" y="65335"/>
                  <a:pt x="146312" y="68232"/>
                </a:cubicBezTo>
                <a:lnTo>
                  <a:pt x="146284" y="89229"/>
                </a:lnTo>
                <a:cubicBezTo>
                  <a:pt x="146279" y="92111"/>
                  <a:pt x="143951" y="94443"/>
                  <a:pt x="141082" y="94440"/>
                </a:cubicBezTo>
                <a:lnTo>
                  <a:pt x="47028" y="94440"/>
                </a:lnTo>
                <a:cubicBezTo>
                  <a:pt x="44139" y="94454"/>
                  <a:pt x="41802" y="96810"/>
                  <a:pt x="41801" y="99712"/>
                </a:cubicBezTo>
                <a:lnTo>
                  <a:pt x="41801" y="152157"/>
                </a:lnTo>
                <a:cubicBezTo>
                  <a:pt x="41808" y="155061"/>
                  <a:pt x="39470" y="157421"/>
                  <a:pt x="36579" y="157428"/>
                </a:cubicBezTo>
                <a:cubicBezTo>
                  <a:pt x="36577" y="157428"/>
                  <a:pt x="36574" y="157428"/>
                  <a:pt x="36572" y="157428"/>
                </a:cubicBezTo>
                <a:lnTo>
                  <a:pt x="5229" y="157430"/>
                </a:lnTo>
                <a:cubicBezTo>
                  <a:pt x="2338" y="157417"/>
                  <a:pt x="1" y="155060"/>
                  <a:pt x="0" y="152157"/>
                </a:cubicBezTo>
                <a:lnTo>
                  <a:pt x="0" y="5271"/>
                </a:lnTo>
                <a:cubicBezTo>
                  <a:pt x="2" y="2369"/>
                  <a:pt x="2339" y="14"/>
                  <a:pt x="5229" y="1"/>
                </a:cubicBezTo>
                <a:close/>
              </a:path>
            </a:pathLst>
          </a:custGeom>
          <a:solidFill xmlns:a="http://schemas.openxmlformats.org/drawingml/2006/main">
            <a:srgbClr val="0091DC"/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2" name="Gerader Verbinder 1">
            <a:extLst xmlns:a="http://schemas.openxmlformats.org/drawingml/2006/main">
              <a:ext uri="{FF2B5EF4-FFF2-40B4-BE49-F238E27FC236}">
                <a16:creationId xmlns:a16="http://schemas.microsoft.com/office/drawing/2014/main" id="{429A5D80-8AB5-404A-B34F-351B5E0C1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" name="Titel 2">
            <a:extLst xmlns:a="http://schemas.openxmlformats.org/drawingml/2006/main">
              <a:ext uri="{FF2B5EF4-FFF2-40B4-BE49-F238E27FC236}">
                <a16:creationId xmlns:a16="http://schemas.microsoft.com/office/drawing/2014/main" id="{C9FA7BEE-1185-0DD8-FDCA-70159EC5A91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5577534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15" name="Datumsplatzhalter 14">
            <a:extLst xmlns:a="http://schemas.openxmlformats.org/drawingml/2006/main">
              <a:ext uri="{FF2B5EF4-FFF2-40B4-BE49-F238E27FC236}">
                <a16:creationId xmlns:a16="http://schemas.microsoft.com/office/drawing/2014/main" id="{F331C2C9-E9C9-526C-C00B-2BD145390832}"/>
              </a:ext>
            </a:extLst>
          </p:cNvPr>
          <p:cNvSpPr>
            <a:spLocks xmlns:a="http://schemas.openxmlformats.org/drawingml/2006/main" noGrp="1"/>
          </p:cNvSpPr>
          <p:nvPr>
            <p:ph type="dt" idx="1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6" name="Fußzeilenplatzhalter 15">
            <a:extLst xmlns:a="http://schemas.openxmlformats.org/drawingml/2006/main">
              <a:ext uri="{FF2B5EF4-FFF2-40B4-BE49-F238E27FC236}">
                <a16:creationId xmlns:a16="http://schemas.microsoft.com/office/drawing/2014/main" id="{3DA8DE26-DCFC-D32C-C7A8-876A362D5127}"/>
              </a:ext>
            </a:extLst>
          </p:cNvPr>
          <p:cNvSpPr>
            <a:spLocks xmlns:a="http://schemas.openxmlformats.org/drawingml/2006/main" noGrp="1"/>
          </p:cNvSpPr>
          <p:nvPr>
            <p:ph type="ftr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5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7713073F-DEA9-EEAF-CDEC-A4FC1C7D5FD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59.xml><?xml version="1.0" encoding="utf-8"?>
<p:sldLayout xmlns:p="http://schemas.openxmlformats.org/presentationml/2006/main" preserve="1">
  <p:cSld name="Fullscreen Picture - without ribb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Bildplatzhalter 6">
            <a:extLst xmlns:a="http://schemas.openxmlformats.org/drawingml/2006/main">
              <a:ext uri="{FF2B5EF4-FFF2-40B4-BE49-F238E27FC236}">
                <a16:creationId xmlns:a16="http://schemas.microsoft.com/office/drawing/2014/main" id="{BE2470C1-4F31-240C-EB9B-C8B49083182F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0" y="1"/>
            <a:ext cx="12192000" cy="651178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180000" anchor="ctr"/>
          <a:lstStyle xmlns:a="http://schemas.openxmlformats.org/drawingml/2006/main">
            <a:lvl1pPr algn="ctr">
              <a:buNone/>
              <a:defRPr sz="1223"/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2" name="Untertitel 2">
            <a:extLst xmlns:a="http://schemas.openxmlformats.org/drawingml/2006/main">
              <a:ext uri="{FF2B5EF4-FFF2-40B4-BE49-F238E27FC236}">
                <a16:creationId xmlns:a16="http://schemas.microsoft.com/office/drawing/2014/main" id="{346EF1C9-86C8-909F-3694-EA4182817318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649620" y="893160"/>
            <a:ext cx="895233" cy="162409"/>
          </a:xfrm>
          <a:custGeom xmlns:a="http://schemas.openxmlformats.org/drawingml/2006/main">
            <a:gdLst>
              <a:gd name="connsiteX0" fmla="*/ 752298 w 867271"/>
              <a:gd name="connsiteY0" fmla="*/ 31510 h 157430"/>
              <a:gd name="connsiteX1" fmla="*/ 741899 w 867271"/>
              <a:gd name="connsiteY1" fmla="*/ 41995 h 157430"/>
              <a:gd name="connsiteX2" fmla="*/ 741899 w 867271"/>
              <a:gd name="connsiteY2" fmla="*/ 115437 h 157430"/>
              <a:gd name="connsiteX3" fmla="*/ 741899 w 867271"/>
              <a:gd name="connsiteY3" fmla="*/ 115481 h 157430"/>
              <a:gd name="connsiteX4" fmla="*/ 752359 w 867271"/>
              <a:gd name="connsiteY4" fmla="*/ 125950 h 157430"/>
              <a:gd name="connsiteX5" fmla="*/ 815045 w 867271"/>
              <a:gd name="connsiteY5" fmla="*/ 125950 h 157430"/>
              <a:gd name="connsiteX6" fmla="*/ 815087 w 867271"/>
              <a:gd name="connsiteY6" fmla="*/ 125950 h 157430"/>
              <a:gd name="connsiteX7" fmla="*/ 825501 w 867271"/>
              <a:gd name="connsiteY7" fmla="*/ 115437 h 157430"/>
              <a:gd name="connsiteX8" fmla="*/ 825497 w 867271"/>
              <a:gd name="connsiteY8" fmla="*/ 41997 h 157430"/>
              <a:gd name="connsiteX9" fmla="*/ 825497 w 867271"/>
              <a:gd name="connsiteY9" fmla="*/ 41934 h 157430"/>
              <a:gd name="connsiteX10" fmla="*/ 815041 w 867271"/>
              <a:gd name="connsiteY10" fmla="*/ 31510 h 157430"/>
              <a:gd name="connsiteX11" fmla="*/ 752355 w 867271"/>
              <a:gd name="connsiteY11" fmla="*/ 31510 h 157430"/>
              <a:gd name="connsiteX12" fmla="*/ 752298 w 867271"/>
              <a:gd name="connsiteY12" fmla="*/ 31510 h 157430"/>
              <a:gd name="connsiteX13" fmla="*/ 731443 w 867271"/>
              <a:gd name="connsiteY13" fmla="*/ 1 h 157430"/>
              <a:gd name="connsiteX14" fmla="*/ 835957 w 867271"/>
              <a:gd name="connsiteY14" fmla="*/ 1 h 157430"/>
              <a:gd name="connsiteX15" fmla="*/ 835991 w 867271"/>
              <a:gd name="connsiteY15" fmla="*/ 1 h 157430"/>
              <a:gd name="connsiteX16" fmla="*/ 867271 w 867271"/>
              <a:gd name="connsiteY16" fmla="*/ 31510 h 157430"/>
              <a:gd name="connsiteX17" fmla="*/ 867271 w 867271"/>
              <a:gd name="connsiteY17" fmla="*/ 125950 h 157430"/>
              <a:gd name="connsiteX18" fmla="*/ 867271 w 867271"/>
              <a:gd name="connsiteY18" fmla="*/ 126003 h 157430"/>
              <a:gd name="connsiteX19" fmla="*/ 835957 w 867271"/>
              <a:gd name="connsiteY19" fmla="*/ 157430 h 157430"/>
              <a:gd name="connsiteX20" fmla="*/ 731443 w 867271"/>
              <a:gd name="connsiteY20" fmla="*/ 157430 h 157430"/>
              <a:gd name="connsiteX21" fmla="*/ 700129 w 867271"/>
              <a:gd name="connsiteY21" fmla="*/ 125950 h 157430"/>
              <a:gd name="connsiteX22" fmla="*/ 700129 w 867271"/>
              <a:gd name="connsiteY22" fmla="*/ 31510 h 157430"/>
              <a:gd name="connsiteX23" fmla="*/ 731443 w 867271"/>
              <a:gd name="connsiteY23" fmla="*/ 1 h 157430"/>
              <a:gd name="connsiteX24" fmla="*/ 527701 w 867271"/>
              <a:gd name="connsiteY24" fmla="*/ 1 h 157430"/>
              <a:gd name="connsiteX25" fmla="*/ 527728 w 867271"/>
              <a:gd name="connsiteY25" fmla="*/ 1 h 157430"/>
              <a:gd name="connsiteX26" fmla="*/ 684414 w 867271"/>
              <a:gd name="connsiteY26" fmla="*/ 1 h 157430"/>
              <a:gd name="connsiteX27" fmla="*/ 689673 w 867271"/>
              <a:gd name="connsiteY27" fmla="*/ 5244 h 157430"/>
              <a:gd name="connsiteX28" fmla="*/ 689673 w 867271"/>
              <a:gd name="connsiteY28" fmla="*/ 5271 h 157430"/>
              <a:gd name="connsiteX29" fmla="*/ 689673 w 867271"/>
              <a:gd name="connsiteY29" fmla="*/ 26268 h 157430"/>
              <a:gd name="connsiteX30" fmla="*/ 684426 w 867271"/>
              <a:gd name="connsiteY30" fmla="*/ 31510 h 157430"/>
              <a:gd name="connsiteX31" fmla="*/ 684414 w 867271"/>
              <a:gd name="connsiteY31" fmla="*/ 31510 h 157430"/>
              <a:gd name="connsiteX32" fmla="*/ 632188 w 867271"/>
              <a:gd name="connsiteY32" fmla="*/ 31510 h 157430"/>
              <a:gd name="connsiteX33" fmla="*/ 626987 w 867271"/>
              <a:gd name="connsiteY33" fmla="*/ 36737 h 157430"/>
              <a:gd name="connsiteX34" fmla="*/ 626987 w 867271"/>
              <a:gd name="connsiteY34" fmla="*/ 36751 h 157430"/>
              <a:gd name="connsiteX35" fmla="*/ 626987 w 867271"/>
              <a:gd name="connsiteY35" fmla="*/ 152157 h 157430"/>
              <a:gd name="connsiteX36" fmla="*/ 621759 w 867271"/>
              <a:gd name="connsiteY36" fmla="*/ 157428 h 157430"/>
              <a:gd name="connsiteX37" fmla="*/ 621728 w 867271"/>
              <a:gd name="connsiteY37" fmla="*/ 157428 h 157430"/>
              <a:gd name="connsiteX38" fmla="*/ 590418 w 867271"/>
              <a:gd name="connsiteY38" fmla="*/ 157428 h 157430"/>
              <a:gd name="connsiteX39" fmla="*/ 585159 w 867271"/>
              <a:gd name="connsiteY39" fmla="*/ 152185 h 157430"/>
              <a:gd name="connsiteX40" fmla="*/ 585159 w 867271"/>
              <a:gd name="connsiteY40" fmla="*/ 152157 h 157430"/>
              <a:gd name="connsiteX41" fmla="*/ 585159 w 867271"/>
              <a:gd name="connsiteY41" fmla="*/ 36751 h 157430"/>
              <a:gd name="connsiteX42" fmla="*/ 579973 w 867271"/>
              <a:gd name="connsiteY42" fmla="*/ 31510 h 157430"/>
              <a:gd name="connsiteX43" fmla="*/ 579962 w 867271"/>
              <a:gd name="connsiteY43" fmla="*/ 31510 h 157430"/>
              <a:gd name="connsiteX44" fmla="*/ 527728 w 867271"/>
              <a:gd name="connsiteY44" fmla="*/ 31510 h 157430"/>
              <a:gd name="connsiteX45" fmla="*/ 522469 w 867271"/>
              <a:gd name="connsiteY45" fmla="*/ 26284 h 157430"/>
              <a:gd name="connsiteX46" fmla="*/ 522469 w 867271"/>
              <a:gd name="connsiteY46" fmla="*/ 26268 h 157430"/>
              <a:gd name="connsiteX47" fmla="*/ 522469 w 867271"/>
              <a:gd name="connsiteY47" fmla="*/ 5271 h 157430"/>
              <a:gd name="connsiteX48" fmla="*/ 527701 w 867271"/>
              <a:gd name="connsiteY48" fmla="*/ 1 h 157430"/>
              <a:gd name="connsiteX49" fmla="*/ 376185 w 867271"/>
              <a:gd name="connsiteY49" fmla="*/ 1 h 157430"/>
              <a:gd name="connsiteX50" fmla="*/ 480695 w 867271"/>
              <a:gd name="connsiteY50" fmla="*/ 1 h 157430"/>
              <a:gd name="connsiteX51" fmla="*/ 512009 w 867271"/>
              <a:gd name="connsiteY51" fmla="*/ 31510 h 157430"/>
              <a:gd name="connsiteX52" fmla="*/ 512009 w 867271"/>
              <a:gd name="connsiteY52" fmla="*/ 36751 h 157430"/>
              <a:gd name="connsiteX53" fmla="*/ 506812 w 867271"/>
              <a:gd name="connsiteY53" fmla="*/ 41995 h 157430"/>
              <a:gd name="connsiteX54" fmla="*/ 475436 w 867271"/>
              <a:gd name="connsiteY54" fmla="*/ 41995 h 157430"/>
              <a:gd name="connsiteX55" fmla="*/ 470239 w 867271"/>
              <a:gd name="connsiteY55" fmla="*/ 36751 h 157430"/>
              <a:gd name="connsiteX56" fmla="*/ 470239 w 867271"/>
              <a:gd name="connsiteY56" fmla="*/ 36704 h 157430"/>
              <a:gd name="connsiteX57" fmla="*/ 464980 w 867271"/>
              <a:gd name="connsiteY57" fmla="*/ 31510 h 157430"/>
              <a:gd name="connsiteX58" fmla="*/ 397082 w 867271"/>
              <a:gd name="connsiteY58" fmla="*/ 31510 h 157430"/>
              <a:gd name="connsiteX59" fmla="*/ 397059 w 867271"/>
              <a:gd name="connsiteY59" fmla="*/ 31510 h 157430"/>
              <a:gd name="connsiteX60" fmla="*/ 386626 w 867271"/>
              <a:gd name="connsiteY60" fmla="*/ 41995 h 157430"/>
              <a:gd name="connsiteX61" fmla="*/ 386626 w 867271"/>
              <a:gd name="connsiteY61" fmla="*/ 52478 h 157430"/>
              <a:gd name="connsiteX62" fmla="*/ 397082 w 867271"/>
              <a:gd name="connsiteY62" fmla="*/ 62991 h 157430"/>
              <a:gd name="connsiteX63" fmla="*/ 480695 w 867271"/>
              <a:gd name="connsiteY63" fmla="*/ 62991 h 157430"/>
              <a:gd name="connsiteX64" fmla="*/ 512009 w 867271"/>
              <a:gd name="connsiteY64" fmla="*/ 94440 h 157430"/>
              <a:gd name="connsiteX65" fmla="*/ 512009 w 867271"/>
              <a:gd name="connsiteY65" fmla="*/ 125950 h 157430"/>
              <a:gd name="connsiteX66" fmla="*/ 480695 w 867271"/>
              <a:gd name="connsiteY66" fmla="*/ 157430 h 157430"/>
              <a:gd name="connsiteX67" fmla="*/ 376185 w 867271"/>
              <a:gd name="connsiteY67" fmla="*/ 157430 h 157430"/>
              <a:gd name="connsiteX68" fmla="*/ 376160 w 867271"/>
              <a:gd name="connsiteY68" fmla="*/ 157430 h 157430"/>
              <a:gd name="connsiteX69" fmla="*/ 344842 w 867271"/>
              <a:gd name="connsiteY69" fmla="*/ 125950 h 157430"/>
              <a:gd name="connsiteX70" fmla="*/ 344842 w 867271"/>
              <a:gd name="connsiteY70" fmla="*/ 120678 h 157430"/>
              <a:gd name="connsiteX71" fmla="*/ 350047 w 867271"/>
              <a:gd name="connsiteY71" fmla="*/ 115437 h 157430"/>
              <a:gd name="connsiteX72" fmla="*/ 381413 w 867271"/>
              <a:gd name="connsiteY72" fmla="*/ 115437 h 157430"/>
              <a:gd name="connsiteX73" fmla="*/ 386626 w 867271"/>
              <a:gd name="connsiteY73" fmla="*/ 120678 h 157430"/>
              <a:gd name="connsiteX74" fmla="*/ 391854 w 867271"/>
              <a:gd name="connsiteY74" fmla="*/ 125950 h 157430"/>
              <a:gd name="connsiteX75" fmla="*/ 459783 w 867271"/>
              <a:gd name="connsiteY75" fmla="*/ 125950 h 157430"/>
              <a:gd name="connsiteX76" fmla="*/ 459825 w 867271"/>
              <a:gd name="connsiteY76" fmla="*/ 125950 h 157430"/>
              <a:gd name="connsiteX77" fmla="*/ 470239 w 867271"/>
              <a:gd name="connsiteY77" fmla="*/ 115437 h 157430"/>
              <a:gd name="connsiteX78" fmla="*/ 470239 w 867271"/>
              <a:gd name="connsiteY78" fmla="*/ 104954 h 157430"/>
              <a:gd name="connsiteX79" fmla="*/ 470239 w 867271"/>
              <a:gd name="connsiteY79" fmla="*/ 104947 h 157430"/>
              <a:gd name="connsiteX80" fmla="*/ 459783 w 867271"/>
              <a:gd name="connsiteY80" fmla="*/ 94440 h 157430"/>
              <a:gd name="connsiteX81" fmla="*/ 376185 w 867271"/>
              <a:gd name="connsiteY81" fmla="*/ 94440 h 157430"/>
              <a:gd name="connsiteX82" fmla="*/ 376176 w 867271"/>
              <a:gd name="connsiteY82" fmla="*/ 94440 h 157430"/>
              <a:gd name="connsiteX83" fmla="*/ 344842 w 867271"/>
              <a:gd name="connsiteY83" fmla="*/ 62991 h 157430"/>
              <a:gd name="connsiteX84" fmla="*/ 344842 w 867271"/>
              <a:gd name="connsiteY84" fmla="*/ 31510 h 157430"/>
              <a:gd name="connsiteX85" fmla="*/ 344842 w 867271"/>
              <a:gd name="connsiteY85" fmla="*/ 31505 h 157430"/>
              <a:gd name="connsiteX86" fmla="*/ 376185 w 867271"/>
              <a:gd name="connsiteY86" fmla="*/ 1 h 157430"/>
              <a:gd name="connsiteX87" fmla="*/ 172420 w 867271"/>
              <a:gd name="connsiteY87" fmla="*/ 1 h 157430"/>
              <a:gd name="connsiteX88" fmla="*/ 172424 w 867271"/>
              <a:gd name="connsiteY88" fmla="*/ 1 h 157430"/>
              <a:gd name="connsiteX89" fmla="*/ 329162 w 867271"/>
              <a:gd name="connsiteY89" fmla="*/ 1 h 157430"/>
              <a:gd name="connsiteX90" fmla="*/ 334390 w 867271"/>
              <a:gd name="connsiteY90" fmla="*/ 5271 h 157430"/>
              <a:gd name="connsiteX91" fmla="*/ 334390 w 867271"/>
              <a:gd name="connsiteY91" fmla="*/ 26268 h 157430"/>
              <a:gd name="connsiteX92" fmla="*/ 329162 w 867271"/>
              <a:gd name="connsiteY92" fmla="*/ 31510 h 157430"/>
              <a:gd name="connsiteX93" fmla="*/ 214223 w 867271"/>
              <a:gd name="connsiteY93" fmla="*/ 31510 h 157430"/>
              <a:gd name="connsiteX94" fmla="*/ 208995 w 867271"/>
              <a:gd name="connsiteY94" fmla="*/ 36722 h 157430"/>
              <a:gd name="connsiteX95" fmla="*/ 208995 w 867271"/>
              <a:gd name="connsiteY95" fmla="*/ 36751 h 157430"/>
              <a:gd name="connsiteX96" fmla="*/ 208995 w 867271"/>
              <a:gd name="connsiteY96" fmla="*/ 57748 h 157430"/>
              <a:gd name="connsiteX97" fmla="*/ 214223 w 867271"/>
              <a:gd name="connsiteY97" fmla="*/ 62991 h 157430"/>
              <a:gd name="connsiteX98" fmla="*/ 318706 w 867271"/>
              <a:gd name="connsiteY98" fmla="*/ 62991 h 157430"/>
              <a:gd name="connsiteX99" fmla="*/ 323935 w 867271"/>
              <a:gd name="connsiteY99" fmla="*/ 68228 h 157430"/>
              <a:gd name="connsiteX100" fmla="*/ 323935 w 867271"/>
              <a:gd name="connsiteY100" fmla="*/ 68232 h 157430"/>
              <a:gd name="connsiteX101" fmla="*/ 323935 w 867271"/>
              <a:gd name="connsiteY101" fmla="*/ 89229 h 157430"/>
              <a:gd name="connsiteX102" fmla="*/ 318706 w 867271"/>
              <a:gd name="connsiteY102" fmla="*/ 94440 h 157430"/>
              <a:gd name="connsiteX103" fmla="*/ 214223 w 867271"/>
              <a:gd name="connsiteY103" fmla="*/ 94440 h 157430"/>
              <a:gd name="connsiteX104" fmla="*/ 208995 w 867271"/>
              <a:gd name="connsiteY104" fmla="*/ 99703 h 157430"/>
              <a:gd name="connsiteX105" fmla="*/ 208995 w 867271"/>
              <a:gd name="connsiteY105" fmla="*/ 99712 h 157430"/>
              <a:gd name="connsiteX106" fmla="*/ 208995 w 867271"/>
              <a:gd name="connsiteY106" fmla="*/ 120678 h 157430"/>
              <a:gd name="connsiteX107" fmla="*/ 214214 w 867271"/>
              <a:gd name="connsiteY107" fmla="*/ 125950 h 157430"/>
              <a:gd name="connsiteX108" fmla="*/ 214223 w 867271"/>
              <a:gd name="connsiteY108" fmla="*/ 125950 h 157430"/>
              <a:gd name="connsiteX109" fmla="*/ 329162 w 867271"/>
              <a:gd name="connsiteY109" fmla="*/ 125950 h 157430"/>
              <a:gd name="connsiteX110" fmla="*/ 334390 w 867271"/>
              <a:gd name="connsiteY110" fmla="*/ 131188 h 157430"/>
              <a:gd name="connsiteX111" fmla="*/ 334390 w 867271"/>
              <a:gd name="connsiteY111" fmla="*/ 131192 h 157430"/>
              <a:gd name="connsiteX112" fmla="*/ 334390 w 867271"/>
              <a:gd name="connsiteY112" fmla="*/ 152157 h 157430"/>
              <a:gd name="connsiteX113" fmla="*/ 329162 w 867271"/>
              <a:gd name="connsiteY113" fmla="*/ 157428 h 157430"/>
              <a:gd name="connsiteX114" fmla="*/ 172424 w 867271"/>
              <a:gd name="connsiteY114" fmla="*/ 157428 h 157430"/>
              <a:gd name="connsiteX115" fmla="*/ 167195 w 867271"/>
              <a:gd name="connsiteY115" fmla="*/ 152162 h 157430"/>
              <a:gd name="connsiteX116" fmla="*/ 167195 w 867271"/>
              <a:gd name="connsiteY116" fmla="*/ 152157 h 157430"/>
              <a:gd name="connsiteX117" fmla="*/ 167195 w 867271"/>
              <a:gd name="connsiteY117" fmla="*/ 5271 h 157430"/>
              <a:gd name="connsiteX118" fmla="*/ 172420 w 867271"/>
              <a:gd name="connsiteY118" fmla="*/ 1 h 157430"/>
              <a:gd name="connsiteX119" fmla="*/ 5229 w 867271"/>
              <a:gd name="connsiteY119" fmla="*/ 1 h 157430"/>
              <a:gd name="connsiteX120" fmla="*/ 151513 w 867271"/>
              <a:gd name="connsiteY120" fmla="*/ 1 h 157430"/>
              <a:gd name="connsiteX121" fmla="*/ 156742 w 867271"/>
              <a:gd name="connsiteY121" fmla="*/ 5268 h 157430"/>
              <a:gd name="connsiteX122" fmla="*/ 156742 w 867271"/>
              <a:gd name="connsiteY122" fmla="*/ 5271 h 157430"/>
              <a:gd name="connsiteX123" fmla="*/ 156742 w 867271"/>
              <a:gd name="connsiteY123" fmla="*/ 26268 h 157430"/>
              <a:gd name="connsiteX124" fmla="*/ 151513 w 867271"/>
              <a:gd name="connsiteY124" fmla="*/ 31510 h 157430"/>
              <a:gd name="connsiteX125" fmla="*/ 47030 w 867271"/>
              <a:gd name="connsiteY125" fmla="*/ 31510 h 157430"/>
              <a:gd name="connsiteX126" fmla="*/ 41801 w 867271"/>
              <a:gd name="connsiteY126" fmla="*/ 36751 h 157430"/>
              <a:gd name="connsiteX127" fmla="*/ 41801 w 867271"/>
              <a:gd name="connsiteY127" fmla="*/ 57748 h 157430"/>
              <a:gd name="connsiteX128" fmla="*/ 47030 w 867271"/>
              <a:gd name="connsiteY128" fmla="*/ 62991 h 157430"/>
              <a:gd name="connsiteX129" fmla="*/ 141083 w 867271"/>
              <a:gd name="connsiteY129" fmla="*/ 62991 h 157430"/>
              <a:gd name="connsiteX130" fmla="*/ 146312 w 867271"/>
              <a:gd name="connsiteY130" fmla="*/ 68232 h 157430"/>
              <a:gd name="connsiteX131" fmla="*/ 146284 w 867271"/>
              <a:gd name="connsiteY131" fmla="*/ 89229 h 157430"/>
              <a:gd name="connsiteX132" fmla="*/ 141082 w 867271"/>
              <a:gd name="connsiteY132" fmla="*/ 94440 h 157430"/>
              <a:gd name="connsiteX133" fmla="*/ 47028 w 867271"/>
              <a:gd name="connsiteY133" fmla="*/ 94440 h 157430"/>
              <a:gd name="connsiteX134" fmla="*/ 41801 w 867271"/>
              <a:gd name="connsiteY134" fmla="*/ 99712 h 157430"/>
              <a:gd name="connsiteX135" fmla="*/ 41801 w 867271"/>
              <a:gd name="connsiteY135" fmla="*/ 152157 h 157430"/>
              <a:gd name="connsiteX136" fmla="*/ 36579 w 867271"/>
              <a:gd name="connsiteY136" fmla="*/ 157428 h 157430"/>
              <a:gd name="connsiteX137" fmla="*/ 36572 w 867271"/>
              <a:gd name="connsiteY137" fmla="*/ 157428 h 157430"/>
              <a:gd name="connsiteX138" fmla="*/ 5229 w 867271"/>
              <a:gd name="connsiteY138" fmla="*/ 157430 h 157430"/>
              <a:gd name="connsiteX139" fmla="*/ 0 w 867271"/>
              <a:gd name="connsiteY139" fmla="*/ 152157 h 157430"/>
              <a:gd name="connsiteX140" fmla="*/ 0 w 867271"/>
              <a:gd name="connsiteY140" fmla="*/ 5271 h 157430"/>
              <a:gd name="connsiteX141" fmla="*/ 5229 w 867271"/>
              <a:gd name="connsiteY141" fmla="*/ 1 h 157430"/>
            </a:gdLst>
            <a:rect l="l" t="t" r="r" b="b"/>
            <a:pathLst>
              <a:path w="867271" h="157430">
                <a:moveTo>
                  <a:pt x="752298" y="31510"/>
                </a:moveTo>
                <a:cubicBezTo>
                  <a:pt x="746542" y="31521"/>
                  <a:pt x="741888" y="36215"/>
                  <a:pt x="741899" y="41995"/>
                </a:cubicBezTo>
                <a:lnTo>
                  <a:pt x="741899" y="115437"/>
                </a:lnTo>
                <a:cubicBezTo>
                  <a:pt x="741899" y="115452"/>
                  <a:pt x="741899" y="115467"/>
                  <a:pt x="741899" y="115481"/>
                </a:cubicBezTo>
                <a:cubicBezTo>
                  <a:pt x="741910" y="121273"/>
                  <a:pt x="746592" y="125960"/>
                  <a:pt x="752359" y="125950"/>
                </a:cubicBezTo>
                <a:lnTo>
                  <a:pt x="815045" y="125950"/>
                </a:lnTo>
                <a:cubicBezTo>
                  <a:pt x="815056" y="125950"/>
                  <a:pt x="815072" y="125950"/>
                  <a:pt x="815087" y="125950"/>
                </a:cubicBezTo>
                <a:cubicBezTo>
                  <a:pt x="820854" y="125936"/>
                  <a:pt x="825516" y="121229"/>
                  <a:pt x="825501" y="115437"/>
                </a:cubicBezTo>
                <a:lnTo>
                  <a:pt x="825497" y="41997"/>
                </a:lnTo>
                <a:cubicBezTo>
                  <a:pt x="825497" y="41975"/>
                  <a:pt x="825497" y="41954"/>
                  <a:pt x="825497" y="41934"/>
                </a:cubicBezTo>
                <a:cubicBezTo>
                  <a:pt x="825478" y="36154"/>
                  <a:pt x="820793" y="31488"/>
                  <a:pt x="815041" y="31510"/>
                </a:cubicBezTo>
                <a:lnTo>
                  <a:pt x="752355" y="31510"/>
                </a:lnTo>
                <a:cubicBezTo>
                  <a:pt x="752336" y="31510"/>
                  <a:pt x="752317" y="31510"/>
                  <a:pt x="752298" y="31510"/>
                </a:cubicBezTo>
                <a:close/>
                <a:moveTo>
                  <a:pt x="731443" y="1"/>
                </a:moveTo>
                <a:lnTo>
                  <a:pt x="835957" y="1"/>
                </a:lnTo>
                <a:cubicBezTo>
                  <a:pt x="835968" y="1"/>
                  <a:pt x="835980" y="1"/>
                  <a:pt x="835991" y="1"/>
                </a:cubicBezTo>
                <a:cubicBezTo>
                  <a:pt x="853289" y="26"/>
                  <a:pt x="867294" y="14133"/>
                  <a:pt x="867271" y="31510"/>
                </a:cubicBezTo>
                <a:lnTo>
                  <a:pt x="867271" y="125950"/>
                </a:lnTo>
                <a:cubicBezTo>
                  <a:pt x="867271" y="125968"/>
                  <a:pt x="867271" y="125985"/>
                  <a:pt x="867271" y="126003"/>
                </a:cubicBezTo>
                <a:cubicBezTo>
                  <a:pt x="867263" y="143366"/>
                  <a:pt x="853243" y="157437"/>
                  <a:pt x="835957" y="157430"/>
                </a:cubicBezTo>
                <a:lnTo>
                  <a:pt x="731443" y="157430"/>
                </a:lnTo>
                <a:cubicBezTo>
                  <a:pt x="714145" y="157415"/>
                  <a:pt x="700129" y="143325"/>
                  <a:pt x="700129" y="125950"/>
                </a:cubicBezTo>
                <a:lnTo>
                  <a:pt x="700129" y="31510"/>
                </a:lnTo>
                <a:cubicBezTo>
                  <a:pt x="700129" y="14129"/>
                  <a:pt x="714138" y="29"/>
                  <a:pt x="731443" y="1"/>
                </a:cubicBezTo>
                <a:close/>
                <a:moveTo>
                  <a:pt x="527701" y="1"/>
                </a:moveTo>
                <a:cubicBezTo>
                  <a:pt x="527712" y="1"/>
                  <a:pt x="527720" y="1"/>
                  <a:pt x="527728" y="1"/>
                </a:cubicBezTo>
                <a:lnTo>
                  <a:pt x="684414" y="1"/>
                </a:lnTo>
                <a:cubicBezTo>
                  <a:pt x="687309" y="-10"/>
                  <a:pt x="689665" y="2338"/>
                  <a:pt x="689673" y="5244"/>
                </a:cubicBezTo>
                <a:cubicBezTo>
                  <a:pt x="689673" y="5253"/>
                  <a:pt x="689673" y="5262"/>
                  <a:pt x="689673" y="5271"/>
                </a:cubicBezTo>
                <a:lnTo>
                  <a:pt x="689673" y="26268"/>
                </a:lnTo>
                <a:cubicBezTo>
                  <a:pt x="689665" y="29171"/>
                  <a:pt x="687317" y="31518"/>
                  <a:pt x="684426" y="31510"/>
                </a:cubicBezTo>
                <a:cubicBezTo>
                  <a:pt x="684422" y="31510"/>
                  <a:pt x="684418" y="31510"/>
                  <a:pt x="684414" y="31510"/>
                </a:cubicBezTo>
                <a:lnTo>
                  <a:pt x="632188" y="31510"/>
                </a:lnTo>
                <a:cubicBezTo>
                  <a:pt x="629316" y="31511"/>
                  <a:pt x="626987" y="33851"/>
                  <a:pt x="626987" y="36737"/>
                </a:cubicBezTo>
                <a:cubicBezTo>
                  <a:pt x="626987" y="36741"/>
                  <a:pt x="626987" y="36746"/>
                  <a:pt x="626987" y="36751"/>
                </a:cubicBezTo>
                <a:lnTo>
                  <a:pt x="626987" y="152157"/>
                </a:lnTo>
                <a:cubicBezTo>
                  <a:pt x="626994" y="155063"/>
                  <a:pt x="624654" y="157423"/>
                  <a:pt x="621759" y="157428"/>
                </a:cubicBezTo>
                <a:cubicBezTo>
                  <a:pt x="621747" y="157428"/>
                  <a:pt x="621740" y="157428"/>
                  <a:pt x="621728" y="157428"/>
                </a:cubicBezTo>
                <a:lnTo>
                  <a:pt x="590418" y="157428"/>
                </a:lnTo>
                <a:cubicBezTo>
                  <a:pt x="587522" y="157439"/>
                  <a:pt x="585170" y="155091"/>
                  <a:pt x="585159" y="152185"/>
                </a:cubicBezTo>
                <a:cubicBezTo>
                  <a:pt x="585159" y="152175"/>
                  <a:pt x="585159" y="152166"/>
                  <a:pt x="585159" y="152157"/>
                </a:cubicBezTo>
                <a:lnTo>
                  <a:pt x="585159" y="36751"/>
                </a:lnTo>
                <a:cubicBezTo>
                  <a:pt x="585167" y="33866"/>
                  <a:pt x="582849" y="31519"/>
                  <a:pt x="579973" y="31510"/>
                </a:cubicBezTo>
                <a:cubicBezTo>
                  <a:pt x="579969" y="31510"/>
                  <a:pt x="579965" y="31510"/>
                  <a:pt x="579962" y="31510"/>
                </a:cubicBezTo>
                <a:lnTo>
                  <a:pt x="527728" y="31510"/>
                </a:lnTo>
                <a:cubicBezTo>
                  <a:pt x="524840" y="31525"/>
                  <a:pt x="522484" y="29186"/>
                  <a:pt x="522469" y="26284"/>
                </a:cubicBezTo>
                <a:cubicBezTo>
                  <a:pt x="522469" y="26279"/>
                  <a:pt x="522469" y="26273"/>
                  <a:pt x="522469" y="26268"/>
                </a:cubicBezTo>
                <a:lnTo>
                  <a:pt x="522469" y="5271"/>
                </a:lnTo>
                <a:cubicBezTo>
                  <a:pt x="522465" y="2365"/>
                  <a:pt x="524810" y="5"/>
                  <a:pt x="527701" y="1"/>
                </a:cubicBezTo>
                <a:close/>
                <a:moveTo>
                  <a:pt x="376185" y="1"/>
                </a:moveTo>
                <a:lnTo>
                  <a:pt x="480695" y="1"/>
                </a:lnTo>
                <a:cubicBezTo>
                  <a:pt x="498001" y="28"/>
                  <a:pt x="512013" y="14128"/>
                  <a:pt x="512009" y="31510"/>
                </a:cubicBezTo>
                <a:lnTo>
                  <a:pt x="512009" y="36751"/>
                </a:lnTo>
                <a:cubicBezTo>
                  <a:pt x="512009" y="39638"/>
                  <a:pt x="509688" y="41982"/>
                  <a:pt x="506812" y="41995"/>
                </a:cubicBezTo>
                <a:lnTo>
                  <a:pt x="475436" y="41995"/>
                </a:lnTo>
                <a:cubicBezTo>
                  <a:pt x="472564" y="41982"/>
                  <a:pt x="470239" y="39638"/>
                  <a:pt x="470239" y="36751"/>
                </a:cubicBezTo>
                <a:cubicBezTo>
                  <a:pt x="470239" y="36735"/>
                  <a:pt x="470239" y="36720"/>
                  <a:pt x="470239" y="36704"/>
                </a:cubicBezTo>
                <a:cubicBezTo>
                  <a:pt x="470216" y="33811"/>
                  <a:pt x="467860" y="31486"/>
                  <a:pt x="464980" y="31510"/>
                </a:cubicBezTo>
                <a:lnTo>
                  <a:pt x="397082" y="31510"/>
                </a:lnTo>
                <a:cubicBezTo>
                  <a:pt x="397074" y="31510"/>
                  <a:pt x="397066" y="31510"/>
                  <a:pt x="397059" y="31510"/>
                </a:cubicBezTo>
                <a:cubicBezTo>
                  <a:pt x="391295" y="31511"/>
                  <a:pt x="386626" y="36205"/>
                  <a:pt x="386626" y="41995"/>
                </a:cubicBezTo>
                <a:lnTo>
                  <a:pt x="386626" y="52478"/>
                </a:lnTo>
                <a:cubicBezTo>
                  <a:pt x="386622" y="58281"/>
                  <a:pt x="391303" y="62988"/>
                  <a:pt x="397082" y="62991"/>
                </a:cubicBezTo>
                <a:lnTo>
                  <a:pt x="480695" y="62991"/>
                </a:lnTo>
                <a:cubicBezTo>
                  <a:pt x="497989" y="62991"/>
                  <a:pt x="512009" y="77071"/>
                  <a:pt x="512009" y="94440"/>
                </a:cubicBezTo>
                <a:lnTo>
                  <a:pt x="512009" y="125950"/>
                </a:lnTo>
                <a:cubicBezTo>
                  <a:pt x="512009" y="143325"/>
                  <a:pt x="497997" y="157415"/>
                  <a:pt x="480695" y="157430"/>
                </a:cubicBezTo>
                <a:lnTo>
                  <a:pt x="376185" y="157430"/>
                </a:lnTo>
                <a:cubicBezTo>
                  <a:pt x="376176" y="157430"/>
                  <a:pt x="376168" y="157430"/>
                  <a:pt x="376160" y="157430"/>
                </a:cubicBezTo>
                <a:cubicBezTo>
                  <a:pt x="358857" y="157423"/>
                  <a:pt x="344836" y="143330"/>
                  <a:pt x="344842" y="125950"/>
                </a:cubicBezTo>
                <a:lnTo>
                  <a:pt x="344842" y="120678"/>
                </a:lnTo>
                <a:cubicBezTo>
                  <a:pt x="344845" y="117790"/>
                  <a:pt x="347171" y="115447"/>
                  <a:pt x="350047" y="115437"/>
                </a:cubicBezTo>
                <a:lnTo>
                  <a:pt x="381413" y="115437"/>
                </a:lnTo>
                <a:cubicBezTo>
                  <a:pt x="384293" y="115444"/>
                  <a:pt x="386622" y="117787"/>
                  <a:pt x="386626" y="120678"/>
                </a:cubicBezTo>
                <a:cubicBezTo>
                  <a:pt x="386622" y="123583"/>
                  <a:pt x="388963" y="125941"/>
                  <a:pt x="391854" y="125950"/>
                </a:cubicBezTo>
                <a:lnTo>
                  <a:pt x="459783" y="125950"/>
                </a:lnTo>
                <a:cubicBezTo>
                  <a:pt x="459798" y="125950"/>
                  <a:pt x="459810" y="125950"/>
                  <a:pt x="459825" y="125950"/>
                </a:cubicBezTo>
                <a:cubicBezTo>
                  <a:pt x="465592" y="125936"/>
                  <a:pt x="470254" y="121229"/>
                  <a:pt x="470239" y="115437"/>
                </a:cubicBezTo>
                <a:lnTo>
                  <a:pt x="470239" y="104954"/>
                </a:lnTo>
                <a:cubicBezTo>
                  <a:pt x="470239" y="104951"/>
                  <a:pt x="470239" y="104949"/>
                  <a:pt x="470239" y="104947"/>
                </a:cubicBezTo>
                <a:cubicBezTo>
                  <a:pt x="470239" y="99145"/>
                  <a:pt x="465558" y="94441"/>
                  <a:pt x="459783" y="94440"/>
                </a:cubicBezTo>
                <a:lnTo>
                  <a:pt x="376185" y="94440"/>
                </a:lnTo>
                <a:cubicBezTo>
                  <a:pt x="376182" y="94440"/>
                  <a:pt x="376179" y="94440"/>
                  <a:pt x="376176" y="94440"/>
                </a:cubicBezTo>
                <a:cubicBezTo>
                  <a:pt x="358877" y="94447"/>
                  <a:pt x="344849" y="80366"/>
                  <a:pt x="344842" y="62991"/>
                </a:cubicBezTo>
                <a:lnTo>
                  <a:pt x="344842" y="31510"/>
                </a:lnTo>
                <a:cubicBezTo>
                  <a:pt x="344842" y="31508"/>
                  <a:pt x="344842" y="31507"/>
                  <a:pt x="344842" y="31505"/>
                </a:cubicBezTo>
                <a:cubicBezTo>
                  <a:pt x="344836" y="14112"/>
                  <a:pt x="358869" y="7"/>
                  <a:pt x="376185" y="1"/>
                </a:cubicBezTo>
                <a:close/>
                <a:moveTo>
                  <a:pt x="172420" y="1"/>
                </a:moveTo>
                <a:cubicBezTo>
                  <a:pt x="172421" y="1"/>
                  <a:pt x="172422" y="1"/>
                  <a:pt x="172424" y="1"/>
                </a:cubicBezTo>
                <a:lnTo>
                  <a:pt x="329162" y="1"/>
                </a:lnTo>
                <a:cubicBezTo>
                  <a:pt x="332052" y="11"/>
                  <a:pt x="334391" y="2368"/>
                  <a:pt x="334390" y="5271"/>
                </a:cubicBezTo>
                <a:lnTo>
                  <a:pt x="334390" y="26268"/>
                </a:lnTo>
                <a:cubicBezTo>
                  <a:pt x="334379" y="29162"/>
                  <a:pt x="332043" y="31504"/>
                  <a:pt x="329162" y="31510"/>
                </a:cubicBezTo>
                <a:lnTo>
                  <a:pt x="214223" y="31510"/>
                </a:lnTo>
                <a:cubicBezTo>
                  <a:pt x="211347" y="31499"/>
                  <a:pt x="209006" y="33832"/>
                  <a:pt x="208995" y="36722"/>
                </a:cubicBezTo>
                <a:cubicBezTo>
                  <a:pt x="208995" y="36732"/>
                  <a:pt x="208995" y="36741"/>
                  <a:pt x="208995" y="36751"/>
                </a:cubicBezTo>
                <a:lnTo>
                  <a:pt x="208995" y="57748"/>
                </a:lnTo>
                <a:cubicBezTo>
                  <a:pt x="208999" y="60645"/>
                  <a:pt x="211339" y="62991"/>
                  <a:pt x="214223" y="62991"/>
                </a:cubicBezTo>
                <a:lnTo>
                  <a:pt x="318706" y="62991"/>
                </a:lnTo>
                <a:cubicBezTo>
                  <a:pt x="321590" y="62987"/>
                  <a:pt x="323931" y="65332"/>
                  <a:pt x="323935" y="68228"/>
                </a:cubicBezTo>
                <a:cubicBezTo>
                  <a:pt x="323935" y="68230"/>
                  <a:pt x="323935" y="68231"/>
                  <a:pt x="323935" y="68232"/>
                </a:cubicBezTo>
                <a:lnTo>
                  <a:pt x="323935" y="89229"/>
                </a:lnTo>
                <a:cubicBezTo>
                  <a:pt x="323920" y="92117"/>
                  <a:pt x="321581" y="94448"/>
                  <a:pt x="318706" y="94440"/>
                </a:cubicBezTo>
                <a:lnTo>
                  <a:pt x="214223" y="94440"/>
                </a:lnTo>
                <a:cubicBezTo>
                  <a:pt x="211333" y="94443"/>
                  <a:pt x="208992" y="96799"/>
                  <a:pt x="208995" y="99703"/>
                </a:cubicBezTo>
                <a:cubicBezTo>
                  <a:pt x="208995" y="99706"/>
                  <a:pt x="208995" y="99709"/>
                  <a:pt x="208995" y="99712"/>
                </a:cubicBezTo>
                <a:lnTo>
                  <a:pt x="208995" y="120678"/>
                </a:lnTo>
                <a:cubicBezTo>
                  <a:pt x="208987" y="123582"/>
                  <a:pt x="211323" y="125942"/>
                  <a:pt x="214214" y="125950"/>
                </a:cubicBezTo>
                <a:cubicBezTo>
                  <a:pt x="214217" y="125950"/>
                  <a:pt x="214220" y="125950"/>
                  <a:pt x="214223" y="125950"/>
                </a:cubicBezTo>
                <a:lnTo>
                  <a:pt x="329162" y="125950"/>
                </a:lnTo>
                <a:cubicBezTo>
                  <a:pt x="332046" y="125946"/>
                  <a:pt x="334387" y="128291"/>
                  <a:pt x="334390" y="131188"/>
                </a:cubicBezTo>
                <a:cubicBezTo>
                  <a:pt x="334390" y="131189"/>
                  <a:pt x="334390" y="131191"/>
                  <a:pt x="334390" y="131192"/>
                </a:cubicBezTo>
                <a:lnTo>
                  <a:pt x="334390" y="152157"/>
                </a:lnTo>
                <a:cubicBezTo>
                  <a:pt x="334391" y="155061"/>
                  <a:pt x="332053" y="157418"/>
                  <a:pt x="329162" y="157428"/>
                </a:cubicBezTo>
                <a:lnTo>
                  <a:pt x="172424" y="157428"/>
                </a:lnTo>
                <a:cubicBezTo>
                  <a:pt x="169532" y="157424"/>
                  <a:pt x="167191" y="155066"/>
                  <a:pt x="167195" y="152162"/>
                </a:cubicBezTo>
                <a:cubicBezTo>
                  <a:pt x="167195" y="152160"/>
                  <a:pt x="167195" y="152159"/>
                  <a:pt x="167195" y="152157"/>
                </a:cubicBezTo>
                <a:lnTo>
                  <a:pt x="167195" y="5271"/>
                </a:lnTo>
                <a:cubicBezTo>
                  <a:pt x="167189" y="2367"/>
                  <a:pt x="169528" y="7"/>
                  <a:pt x="172420" y="1"/>
                </a:cubicBezTo>
                <a:close/>
                <a:moveTo>
                  <a:pt x="5229" y="1"/>
                </a:moveTo>
                <a:lnTo>
                  <a:pt x="151513" y="1"/>
                </a:lnTo>
                <a:cubicBezTo>
                  <a:pt x="154404" y="5"/>
                  <a:pt x="156745" y="2363"/>
                  <a:pt x="156742" y="5268"/>
                </a:cubicBezTo>
                <a:cubicBezTo>
                  <a:pt x="156742" y="5269"/>
                  <a:pt x="156742" y="5270"/>
                  <a:pt x="156742" y="5271"/>
                </a:cubicBezTo>
                <a:lnTo>
                  <a:pt x="156742" y="26268"/>
                </a:lnTo>
                <a:cubicBezTo>
                  <a:pt x="156736" y="29164"/>
                  <a:pt x="154397" y="31509"/>
                  <a:pt x="151513" y="31510"/>
                </a:cubicBezTo>
                <a:lnTo>
                  <a:pt x="47030" y="31510"/>
                </a:lnTo>
                <a:cubicBezTo>
                  <a:pt x="44146" y="31509"/>
                  <a:pt x="41806" y="33854"/>
                  <a:pt x="41801" y="36751"/>
                </a:cubicBezTo>
                <a:lnTo>
                  <a:pt x="41801" y="57748"/>
                </a:lnTo>
                <a:cubicBezTo>
                  <a:pt x="41815" y="60641"/>
                  <a:pt x="44149" y="62981"/>
                  <a:pt x="47030" y="62991"/>
                </a:cubicBezTo>
                <a:lnTo>
                  <a:pt x="141083" y="62991"/>
                </a:lnTo>
                <a:cubicBezTo>
                  <a:pt x="143967" y="62989"/>
                  <a:pt x="146307" y="65335"/>
                  <a:pt x="146312" y="68232"/>
                </a:cubicBezTo>
                <a:lnTo>
                  <a:pt x="146284" y="89229"/>
                </a:lnTo>
                <a:cubicBezTo>
                  <a:pt x="146279" y="92111"/>
                  <a:pt x="143951" y="94443"/>
                  <a:pt x="141082" y="94440"/>
                </a:cubicBezTo>
                <a:lnTo>
                  <a:pt x="47028" y="94440"/>
                </a:lnTo>
                <a:cubicBezTo>
                  <a:pt x="44139" y="94454"/>
                  <a:pt x="41802" y="96810"/>
                  <a:pt x="41801" y="99712"/>
                </a:cubicBezTo>
                <a:lnTo>
                  <a:pt x="41801" y="152157"/>
                </a:lnTo>
                <a:cubicBezTo>
                  <a:pt x="41808" y="155061"/>
                  <a:pt x="39470" y="157421"/>
                  <a:pt x="36579" y="157428"/>
                </a:cubicBezTo>
                <a:cubicBezTo>
                  <a:pt x="36577" y="157428"/>
                  <a:pt x="36574" y="157428"/>
                  <a:pt x="36572" y="157428"/>
                </a:cubicBezTo>
                <a:lnTo>
                  <a:pt x="5229" y="157430"/>
                </a:lnTo>
                <a:cubicBezTo>
                  <a:pt x="2338" y="157417"/>
                  <a:pt x="1" y="155060"/>
                  <a:pt x="0" y="152157"/>
                </a:cubicBezTo>
                <a:lnTo>
                  <a:pt x="0" y="5271"/>
                </a:lnTo>
                <a:cubicBezTo>
                  <a:pt x="2" y="2369"/>
                  <a:pt x="2339" y="14"/>
                  <a:pt x="5229" y="1"/>
                </a:cubicBezTo>
                <a:close/>
              </a:path>
            </a:pathLst>
          </a:custGeom>
          <a:solidFill xmlns:a="http://schemas.openxmlformats.org/drawingml/2006/main">
            <a:srgbClr val="0091DC"/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3" name="Datumsplatzhalter 2">
            <a:extLst xmlns:a="http://schemas.openxmlformats.org/drawingml/2006/main">
              <a:ext uri="{FF2B5EF4-FFF2-40B4-BE49-F238E27FC236}">
                <a16:creationId xmlns:a16="http://schemas.microsoft.com/office/drawing/2014/main" id="{5615E655-E562-E8B3-8589-64DEBD35E12F}"/>
              </a:ext>
            </a:extLst>
          </p:cNvPr>
          <p:cNvSpPr>
            <a:spLocks xmlns:a="http://schemas.openxmlformats.org/drawingml/2006/main" noGrp="1"/>
          </p:cNvSpPr>
          <p:nvPr>
            <p:ph type="dt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4" name="Fußzeilenplatzhalter 3">
            <a:extLst xmlns:a="http://schemas.openxmlformats.org/drawingml/2006/main">
              <a:ext uri="{FF2B5EF4-FFF2-40B4-BE49-F238E27FC236}">
                <a16:creationId xmlns:a16="http://schemas.microsoft.com/office/drawing/2014/main" id="{6D47CDD1-217C-2903-3E6D-70E566D1F8DB}"/>
              </a:ext>
            </a:extLst>
          </p:cNvPr>
          <p:cNvSpPr>
            <a:spLocks xmlns:a="http://schemas.openxmlformats.org/drawingml/2006/main" noGrp="1"/>
          </p:cNvSpPr>
          <p:nvPr>
            <p:ph type="ftr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6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5F952C66-9275-515B-A11A-7335773C4D1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60.xml><?xml version="1.0" encoding="utf-8"?>
<p:sldLayout xmlns:p="http://schemas.openxmlformats.org/presentationml/2006/main" preserve="1">
  <p:cSld name="Title + Fullscreen Picture - without ribb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Bildplatzhalter 6">
            <a:extLst xmlns:a="http://schemas.openxmlformats.org/drawingml/2006/main">
              <a:ext uri="{FF2B5EF4-FFF2-40B4-BE49-F238E27FC236}">
                <a16:creationId xmlns:a16="http://schemas.microsoft.com/office/drawing/2014/main" id="{BE2470C1-4F31-240C-EB9B-C8B49083182F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0" y="1"/>
            <a:ext cx="12192000" cy="651178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180000" anchor="ctr"/>
          <a:lstStyle xmlns:a="http://schemas.openxmlformats.org/drawingml/2006/main">
            <a:lvl1pPr algn="ctr">
              <a:buNone/>
              <a:defRPr sz="1223"/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Titel 3">
            <a:extLst xmlns:a="http://schemas.openxmlformats.org/drawingml/2006/main">
              <a:ext uri="{FF2B5EF4-FFF2-40B4-BE49-F238E27FC236}">
                <a16:creationId xmlns:a16="http://schemas.microsoft.com/office/drawing/2014/main" id="{8E1CE913-1002-A42F-1826-9C745D4D4D9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5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6388ABCD-7149-8418-A1B5-E0E1821075EC}"/>
              </a:ext>
            </a:extLst>
          </p:cNvPr>
          <p:cNvSpPr>
            <a:spLocks xmlns:a="http://schemas.openxmlformats.org/drawingml/2006/main" noGrp="1"/>
          </p:cNvSpPr>
          <p:nvPr>
            <p:ph type="dgm" idx="19"/>
          </p:nvPr>
        </p:nvSpPr>
        <p:spPr>
          <a:xfrm xmlns:a="http://schemas.openxmlformats.org/drawingml/2006/main" flipV="1">
            <a:off x="21840" y="1140276"/>
            <a:ext cx="719197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2" name="Untertitel 2">
            <a:extLst xmlns:a="http://schemas.openxmlformats.org/drawingml/2006/main">
              <a:ext uri="{FF2B5EF4-FFF2-40B4-BE49-F238E27FC236}">
                <a16:creationId xmlns:a16="http://schemas.microsoft.com/office/drawing/2014/main" id="{39AD5E86-3787-BBA5-8001-4AFB34A0A316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649620" y="893160"/>
            <a:ext cx="895233" cy="162409"/>
          </a:xfrm>
          <a:custGeom xmlns:a="http://schemas.openxmlformats.org/drawingml/2006/main">
            <a:gdLst>
              <a:gd name="connsiteX0" fmla="*/ 752298 w 867271"/>
              <a:gd name="connsiteY0" fmla="*/ 31510 h 157430"/>
              <a:gd name="connsiteX1" fmla="*/ 741899 w 867271"/>
              <a:gd name="connsiteY1" fmla="*/ 41995 h 157430"/>
              <a:gd name="connsiteX2" fmla="*/ 741899 w 867271"/>
              <a:gd name="connsiteY2" fmla="*/ 115437 h 157430"/>
              <a:gd name="connsiteX3" fmla="*/ 741899 w 867271"/>
              <a:gd name="connsiteY3" fmla="*/ 115481 h 157430"/>
              <a:gd name="connsiteX4" fmla="*/ 752359 w 867271"/>
              <a:gd name="connsiteY4" fmla="*/ 125950 h 157430"/>
              <a:gd name="connsiteX5" fmla="*/ 815045 w 867271"/>
              <a:gd name="connsiteY5" fmla="*/ 125950 h 157430"/>
              <a:gd name="connsiteX6" fmla="*/ 815087 w 867271"/>
              <a:gd name="connsiteY6" fmla="*/ 125950 h 157430"/>
              <a:gd name="connsiteX7" fmla="*/ 825501 w 867271"/>
              <a:gd name="connsiteY7" fmla="*/ 115437 h 157430"/>
              <a:gd name="connsiteX8" fmla="*/ 825497 w 867271"/>
              <a:gd name="connsiteY8" fmla="*/ 41997 h 157430"/>
              <a:gd name="connsiteX9" fmla="*/ 825497 w 867271"/>
              <a:gd name="connsiteY9" fmla="*/ 41934 h 157430"/>
              <a:gd name="connsiteX10" fmla="*/ 815041 w 867271"/>
              <a:gd name="connsiteY10" fmla="*/ 31510 h 157430"/>
              <a:gd name="connsiteX11" fmla="*/ 752355 w 867271"/>
              <a:gd name="connsiteY11" fmla="*/ 31510 h 157430"/>
              <a:gd name="connsiteX12" fmla="*/ 752298 w 867271"/>
              <a:gd name="connsiteY12" fmla="*/ 31510 h 157430"/>
              <a:gd name="connsiteX13" fmla="*/ 731443 w 867271"/>
              <a:gd name="connsiteY13" fmla="*/ 1 h 157430"/>
              <a:gd name="connsiteX14" fmla="*/ 835957 w 867271"/>
              <a:gd name="connsiteY14" fmla="*/ 1 h 157430"/>
              <a:gd name="connsiteX15" fmla="*/ 835991 w 867271"/>
              <a:gd name="connsiteY15" fmla="*/ 1 h 157430"/>
              <a:gd name="connsiteX16" fmla="*/ 867271 w 867271"/>
              <a:gd name="connsiteY16" fmla="*/ 31510 h 157430"/>
              <a:gd name="connsiteX17" fmla="*/ 867271 w 867271"/>
              <a:gd name="connsiteY17" fmla="*/ 125950 h 157430"/>
              <a:gd name="connsiteX18" fmla="*/ 867271 w 867271"/>
              <a:gd name="connsiteY18" fmla="*/ 126003 h 157430"/>
              <a:gd name="connsiteX19" fmla="*/ 835957 w 867271"/>
              <a:gd name="connsiteY19" fmla="*/ 157430 h 157430"/>
              <a:gd name="connsiteX20" fmla="*/ 731443 w 867271"/>
              <a:gd name="connsiteY20" fmla="*/ 157430 h 157430"/>
              <a:gd name="connsiteX21" fmla="*/ 700129 w 867271"/>
              <a:gd name="connsiteY21" fmla="*/ 125950 h 157430"/>
              <a:gd name="connsiteX22" fmla="*/ 700129 w 867271"/>
              <a:gd name="connsiteY22" fmla="*/ 31510 h 157430"/>
              <a:gd name="connsiteX23" fmla="*/ 731443 w 867271"/>
              <a:gd name="connsiteY23" fmla="*/ 1 h 157430"/>
              <a:gd name="connsiteX24" fmla="*/ 527701 w 867271"/>
              <a:gd name="connsiteY24" fmla="*/ 1 h 157430"/>
              <a:gd name="connsiteX25" fmla="*/ 527728 w 867271"/>
              <a:gd name="connsiteY25" fmla="*/ 1 h 157430"/>
              <a:gd name="connsiteX26" fmla="*/ 684414 w 867271"/>
              <a:gd name="connsiteY26" fmla="*/ 1 h 157430"/>
              <a:gd name="connsiteX27" fmla="*/ 689673 w 867271"/>
              <a:gd name="connsiteY27" fmla="*/ 5244 h 157430"/>
              <a:gd name="connsiteX28" fmla="*/ 689673 w 867271"/>
              <a:gd name="connsiteY28" fmla="*/ 5271 h 157430"/>
              <a:gd name="connsiteX29" fmla="*/ 689673 w 867271"/>
              <a:gd name="connsiteY29" fmla="*/ 26268 h 157430"/>
              <a:gd name="connsiteX30" fmla="*/ 684426 w 867271"/>
              <a:gd name="connsiteY30" fmla="*/ 31510 h 157430"/>
              <a:gd name="connsiteX31" fmla="*/ 684414 w 867271"/>
              <a:gd name="connsiteY31" fmla="*/ 31510 h 157430"/>
              <a:gd name="connsiteX32" fmla="*/ 632188 w 867271"/>
              <a:gd name="connsiteY32" fmla="*/ 31510 h 157430"/>
              <a:gd name="connsiteX33" fmla="*/ 626987 w 867271"/>
              <a:gd name="connsiteY33" fmla="*/ 36737 h 157430"/>
              <a:gd name="connsiteX34" fmla="*/ 626987 w 867271"/>
              <a:gd name="connsiteY34" fmla="*/ 36751 h 157430"/>
              <a:gd name="connsiteX35" fmla="*/ 626987 w 867271"/>
              <a:gd name="connsiteY35" fmla="*/ 152157 h 157430"/>
              <a:gd name="connsiteX36" fmla="*/ 621759 w 867271"/>
              <a:gd name="connsiteY36" fmla="*/ 157428 h 157430"/>
              <a:gd name="connsiteX37" fmla="*/ 621728 w 867271"/>
              <a:gd name="connsiteY37" fmla="*/ 157428 h 157430"/>
              <a:gd name="connsiteX38" fmla="*/ 590418 w 867271"/>
              <a:gd name="connsiteY38" fmla="*/ 157428 h 157430"/>
              <a:gd name="connsiteX39" fmla="*/ 585159 w 867271"/>
              <a:gd name="connsiteY39" fmla="*/ 152185 h 157430"/>
              <a:gd name="connsiteX40" fmla="*/ 585159 w 867271"/>
              <a:gd name="connsiteY40" fmla="*/ 152157 h 157430"/>
              <a:gd name="connsiteX41" fmla="*/ 585159 w 867271"/>
              <a:gd name="connsiteY41" fmla="*/ 36751 h 157430"/>
              <a:gd name="connsiteX42" fmla="*/ 579973 w 867271"/>
              <a:gd name="connsiteY42" fmla="*/ 31510 h 157430"/>
              <a:gd name="connsiteX43" fmla="*/ 579962 w 867271"/>
              <a:gd name="connsiteY43" fmla="*/ 31510 h 157430"/>
              <a:gd name="connsiteX44" fmla="*/ 527728 w 867271"/>
              <a:gd name="connsiteY44" fmla="*/ 31510 h 157430"/>
              <a:gd name="connsiteX45" fmla="*/ 522469 w 867271"/>
              <a:gd name="connsiteY45" fmla="*/ 26284 h 157430"/>
              <a:gd name="connsiteX46" fmla="*/ 522469 w 867271"/>
              <a:gd name="connsiteY46" fmla="*/ 26268 h 157430"/>
              <a:gd name="connsiteX47" fmla="*/ 522469 w 867271"/>
              <a:gd name="connsiteY47" fmla="*/ 5271 h 157430"/>
              <a:gd name="connsiteX48" fmla="*/ 527701 w 867271"/>
              <a:gd name="connsiteY48" fmla="*/ 1 h 157430"/>
              <a:gd name="connsiteX49" fmla="*/ 376185 w 867271"/>
              <a:gd name="connsiteY49" fmla="*/ 1 h 157430"/>
              <a:gd name="connsiteX50" fmla="*/ 480695 w 867271"/>
              <a:gd name="connsiteY50" fmla="*/ 1 h 157430"/>
              <a:gd name="connsiteX51" fmla="*/ 512009 w 867271"/>
              <a:gd name="connsiteY51" fmla="*/ 31510 h 157430"/>
              <a:gd name="connsiteX52" fmla="*/ 512009 w 867271"/>
              <a:gd name="connsiteY52" fmla="*/ 36751 h 157430"/>
              <a:gd name="connsiteX53" fmla="*/ 506812 w 867271"/>
              <a:gd name="connsiteY53" fmla="*/ 41995 h 157430"/>
              <a:gd name="connsiteX54" fmla="*/ 475436 w 867271"/>
              <a:gd name="connsiteY54" fmla="*/ 41995 h 157430"/>
              <a:gd name="connsiteX55" fmla="*/ 470239 w 867271"/>
              <a:gd name="connsiteY55" fmla="*/ 36751 h 157430"/>
              <a:gd name="connsiteX56" fmla="*/ 470239 w 867271"/>
              <a:gd name="connsiteY56" fmla="*/ 36704 h 157430"/>
              <a:gd name="connsiteX57" fmla="*/ 464980 w 867271"/>
              <a:gd name="connsiteY57" fmla="*/ 31510 h 157430"/>
              <a:gd name="connsiteX58" fmla="*/ 397082 w 867271"/>
              <a:gd name="connsiteY58" fmla="*/ 31510 h 157430"/>
              <a:gd name="connsiteX59" fmla="*/ 397059 w 867271"/>
              <a:gd name="connsiteY59" fmla="*/ 31510 h 157430"/>
              <a:gd name="connsiteX60" fmla="*/ 386626 w 867271"/>
              <a:gd name="connsiteY60" fmla="*/ 41995 h 157430"/>
              <a:gd name="connsiteX61" fmla="*/ 386626 w 867271"/>
              <a:gd name="connsiteY61" fmla="*/ 52478 h 157430"/>
              <a:gd name="connsiteX62" fmla="*/ 397082 w 867271"/>
              <a:gd name="connsiteY62" fmla="*/ 62991 h 157430"/>
              <a:gd name="connsiteX63" fmla="*/ 480695 w 867271"/>
              <a:gd name="connsiteY63" fmla="*/ 62991 h 157430"/>
              <a:gd name="connsiteX64" fmla="*/ 512009 w 867271"/>
              <a:gd name="connsiteY64" fmla="*/ 94440 h 157430"/>
              <a:gd name="connsiteX65" fmla="*/ 512009 w 867271"/>
              <a:gd name="connsiteY65" fmla="*/ 125950 h 157430"/>
              <a:gd name="connsiteX66" fmla="*/ 480695 w 867271"/>
              <a:gd name="connsiteY66" fmla="*/ 157430 h 157430"/>
              <a:gd name="connsiteX67" fmla="*/ 376185 w 867271"/>
              <a:gd name="connsiteY67" fmla="*/ 157430 h 157430"/>
              <a:gd name="connsiteX68" fmla="*/ 376160 w 867271"/>
              <a:gd name="connsiteY68" fmla="*/ 157430 h 157430"/>
              <a:gd name="connsiteX69" fmla="*/ 344842 w 867271"/>
              <a:gd name="connsiteY69" fmla="*/ 125950 h 157430"/>
              <a:gd name="connsiteX70" fmla="*/ 344842 w 867271"/>
              <a:gd name="connsiteY70" fmla="*/ 120678 h 157430"/>
              <a:gd name="connsiteX71" fmla="*/ 350047 w 867271"/>
              <a:gd name="connsiteY71" fmla="*/ 115437 h 157430"/>
              <a:gd name="connsiteX72" fmla="*/ 381413 w 867271"/>
              <a:gd name="connsiteY72" fmla="*/ 115437 h 157430"/>
              <a:gd name="connsiteX73" fmla="*/ 386626 w 867271"/>
              <a:gd name="connsiteY73" fmla="*/ 120678 h 157430"/>
              <a:gd name="connsiteX74" fmla="*/ 391854 w 867271"/>
              <a:gd name="connsiteY74" fmla="*/ 125950 h 157430"/>
              <a:gd name="connsiteX75" fmla="*/ 459783 w 867271"/>
              <a:gd name="connsiteY75" fmla="*/ 125950 h 157430"/>
              <a:gd name="connsiteX76" fmla="*/ 459825 w 867271"/>
              <a:gd name="connsiteY76" fmla="*/ 125950 h 157430"/>
              <a:gd name="connsiteX77" fmla="*/ 470239 w 867271"/>
              <a:gd name="connsiteY77" fmla="*/ 115437 h 157430"/>
              <a:gd name="connsiteX78" fmla="*/ 470239 w 867271"/>
              <a:gd name="connsiteY78" fmla="*/ 104954 h 157430"/>
              <a:gd name="connsiteX79" fmla="*/ 470239 w 867271"/>
              <a:gd name="connsiteY79" fmla="*/ 104947 h 157430"/>
              <a:gd name="connsiteX80" fmla="*/ 459783 w 867271"/>
              <a:gd name="connsiteY80" fmla="*/ 94440 h 157430"/>
              <a:gd name="connsiteX81" fmla="*/ 376185 w 867271"/>
              <a:gd name="connsiteY81" fmla="*/ 94440 h 157430"/>
              <a:gd name="connsiteX82" fmla="*/ 376176 w 867271"/>
              <a:gd name="connsiteY82" fmla="*/ 94440 h 157430"/>
              <a:gd name="connsiteX83" fmla="*/ 344842 w 867271"/>
              <a:gd name="connsiteY83" fmla="*/ 62991 h 157430"/>
              <a:gd name="connsiteX84" fmla="*/ 344842 w 867271"/>
              <a:gd name="connsiteY84" fmla="*/ 31510 h 157430"/>
              <a:gd name="connsiteX85" fmla="*/ 344842 w 867271"/>
              <a:gd name="connsiteY85" fmla="*/ 31505 h 157430"/>
              <a:gd name="connsiteX86" fmla="*/ 376185 w 867271"/>
              <a:gd name="connsiteY86" fmla="*/ 1 h 157430"/>
              <a:gd name="connsiteX87" fmla="*/ 172420 w 867271"/>
              <a:gd name="connsiteY87" fmla="*/ 1 h 157430"/>
              <a:gd name="connsiteX88" fmla="*/ 172424 w 867271"/>
              <a:gd name="connsiteY88" fmla="*/ 1 h 157430"/>
              <a:gd name="connsiteX89" fmla="*/ 329162 w 867271"/>
              <a:gd name="connsiteY89" fmla="*/ 1 h 157430"/>
              <a:gd name="connsiteX90" fmla="*/ 334390 w 867271"/>
              <a:gd name="connsiteY90" fmla="*/ 5271 h 157430"/>
              <a:gd name="connsiteX91" fmla="*/ 334390 w 867271"/>
              <a:gd name="connsiteY91" fmla="*/ 26268 h 157430"/>
              <a:gd name="connsiteX92" fmla="*/ 329162 w 867271"/>
              <a:gd name="connsiteY92" fmla="*/ 31510 h 157430"/>
              <a:gd name="connsiteX93" fmla="*/ 214223 w 867271"/>
              <a:gd name="connsiteY93" fmla="*/ 31510 h 157430"/>
              <a:gd name="connsiteX94" fmla="*/ 208995 w 867271"/>
              <a:gd name="connsiteY94" fmla="*/ 36722 h 157430"/>
              <a:gd name="connsiteX95" fmla="*/ 208995 w 867271"/>
              <a:gd name="connsiteY95" fmla="*/ 36751 h 157430"/>
              <a:gd name="connsiteX96" fmla="*/ 208995 w 867271"/>
              <a:gd name="connsiteY96" fmla="*/ 57748 h 157430"/>
              <a:gd name="connsiteX97" fmla="*/ 214223 w 867271"/>
              <a:gd name="connsiteY97" fmla="*/ 62991 h 157430"/>
              <a:gd name="connsiteX98" fmla="*/ 318706 w 867271"/>
              <a:gd name="connsiteY98" fmla="*/ 62991 h 157430"/>
              <a:gd name="connsiteX99" fmla="*/ 323935 w 867271"/>
              <a:gd name="connsiteY99" fmla="*/ 68228 h 157430"/>
              <a:gd name="connsiteX100" fmla="*/ 323935 w 867271"/>
              <a:gd name="connsiteY100" fmla="*/ 68232 h 157430"/>
              <a:gd name="connsiteX101" fmla="*/ 323935 w 867271"/>
              <a:gd name="connsiteY101" fmla="*/ 89229 h 157430"/>
              <a:gd name="connsiteX102" fmla="*/ 318706 w 867271"/>
              <a:gd name="connsiteY102" fmla="*/ 94440 h 157430"/>
              <a:gd name="connsiteX103" fmla="*/ 214223 w 867271"/>
              <a:gd name="connsiteY103" fmla="*/ 94440 h 157430"/>
              <a:gd name="connsiteX104" fmla="*/ 208995 w 867271"/>
              <a:gd name="connsiteY104" fmla="*/ 99703 h 157430"/>
              <a:gd name="connsiteX105" fmla="*/ 208995 w 867271"/>
              <a:gd name="connsiteY105" fmla="*/ 99712 h 157430"/>
              <a:gd name="connsiteX106" fmla="*/ 208995 w 867271"/>
              <a:gd name="connsiteY106" fmla="*/ 120678 h 157430"/>
              <a:gd name="connsiteX107" fmla="*/ 214214 w 867271"/>
              <a:gd name="connsiteY107" fmla="*/ 125950 h 157430"/>
              <a:gd name="connsiteX108" fmla="*/ 214223 w 867271"/>
              <a:gd name="connsiteY108" fmla="*/ 125950 h 157430"/>
              <a:gd name="connsiteX109" fmla="*/ 329162 w 867271"/>
              <a:gd name="connsiteY109" fmla="*/ 125950 h 157430"/>
              <a:gd name="connsiteX110" fmla="*/ 334390 w 867271"/>
              <a:gd name="connsiteY110" fmla="*/ 131188 h 157430"/>
              <a:gd name="connsiteX111" fmla="*/ 334390 w 867271"/>
              <a:gd name="connsiteY111" fmla="*/ 131192 h 157430"/>
              <a:gd name="connsiteX112" fmla="*/ 334390 w 867271"/>
              <a:gd name="connsiteY112" fmla="*/ 152157 h 157430"/>
              <a:gd name="connsiteX113" fmla="*/ 329162 w 867271"/>
              <a:gd name="connsiteY113" fmla="*/ 157428 h 157430"/>
              <a:gd name="connsiteX114" fmla="*/ 172424 w 867271"/>
              <a:gd name="connsiteY114" fmla="*/ 157428 h 157430"/>
              <a:gd name="connsiteX115" fmla="*/ 167195 w 867271"/>
              <a:gd name="connsiteY115" fmla="*/ 152162 h 157430"/>
              <a:gd name="connsiteX116" fmla="*/ 167195 w 867271"/>
              <a:gd name="connsiteY116" fmla="*/ 152157 h 157430"/>
              <a:gd name="connsiteX117" fmla="*/ 167195 w 867271"/>
              <a:gd name="connsiteY117" fmla="*/ 5271 h 157430"/>
              <a:gd name="connsiteX118" fmla="*/ 172420 w 867271"/>
              <a:gd name="connsiteY118" fmla="*/ 1 h 157430"/>
              <a:gd name="connsiteX119" fmla="*/ 5229 w 867271"/>
              <a:gd name="connsiteY119" fmla="*/ 1 h 157430"/>
              <a:gd name="connsiteX120" fmla="*/ 151513 w 867271"/>
              <a:gd name="connsiteY120" fmla="*/ 1 h 157430"/>
              <a:gd name="connsiteX121" fmla="*/ 156742 w 867271"/>
              <a:gd name="connsiteY121" fmla="*/ 5268 h 157430"/>
              <a:gd name="connsiteX122" fmla="*/ 156742 w 867271"/>
              <a:gd name="connsiteY122" fmla="*/ 5271 h 157430"/>
              <a:gd name="connsiteX123" fmla="*/ 156742 w 867271"/>
              <a:gd name="connsiteY123" fmla="*/ 26268 h 157430"/>
              <a:gd name="connsiteX124" fmla="*/ 151513 w 867271"/>
              <a:gd name="connsiteY124" fmla="*/ 31510 h 157430"/>
              <a:gd name="connsiteX125" fmla="*/ 47030 w 867271"/>
              <a:gd name="connsiteY125" fmla="*/ 31510 h 157430"/>
              <a:gd name="connsiteX126" fmla="*/ 41801 w 867271"/>
              <a:gd name="connsiteY126" fmla="*/ 36751 h 157430"/>
              <a:gd name="connsiteX127" fmla="*/ 41801 w 867271"/>
              <a:gd name="connsiteY127" fmla="*/ 57748 h 157430"/>
              <a:gd name="connsiteX128" fmla="*/ 47030 w 867271"/>
              <a:gd name="connsiteY128" fmla="*/ 62991 h 157430"/>
              <a:gd name="connsiteX129" fmla="*/ 141083 w 867271"/>
              <a:gd name="connsiteY129" fmla="*/ 62991 h 157430"/>
              <a:gd name="connsiteX130" fmla="*/ 146312 w 867271"/>
              <a:gd name="connsiteY130" fmla="*/ 68232 h 157430"/>
              <a:gd name="connsiteX131" fmla="*/ 146284 w 867271"/>
              <a:gd name="connsiteY131" fmla="*/ 89229 h 157430"/>
              <a:gd name="connsiteX132" fmla="*/ 141082 w 867271"/>
              <a:gd name="connsiteY132" fmla="*/ 94440 h 157430"/>
              <a:gd name="connsiteX133" fmla="*/ 47028 w 867271"/>
              <a:gd name="connsiteY133" fmla="*/ 94440 h 157430"/>
              <a:gd name="connsiteX134" fmla="*/ 41801 w 867271"/>
              <a:gd name="connsiteY134" fmla="*/ 99712 h 157430"/>
              <a:gd name="connsiteX135" fmla="*/ 41801 w 867271"/>
              <a:gd name="connsiteY135" fmla="*/ 152157 h 157430"/>
              <a:gd name="connsiteX136" fmla="*/ 36579 w 867271"/>
              <a:gd name="connsiteY136" fmla="*/ 157428 h 157430"/>
              <a:gd name="connsiteX137" fmla="*/ 36572 w 867271"/>
              <a:gd name="connsiteY137" fmla="*/ 157428 h 157430"/>
              <a:gd name="connsiteX138" fmla="*/ 5229 w 867271"/>
              <a:gd name="connsiteY138" fmla="*/ 157430 h 157430"/>
              <a:gd name="connsiteX139" fmla="*/ 0 w 867271"/>
              <a:gd name="connsiteY139" fmla="*/ 152157 h 157430"/>
              <a:gd name="connsiteX140" fmla="*/ 0 w 867271"/>
              <a:gd name="connsiteY140" fmla="*/ 5271 h 157430"/>
              <a:gd name="connsiteX141" fmla="*/ 5229 w 867271"/>
              <a:gd name="connsiteY141" fmla="*/ 1 h 157430"/>
            </a:gdLst>
            <a:rect l="l" t="t" r="r" b="b"/>
            <a:pathLst>
              <a:path w="867271" h="157430">
                <a:moveTo>
                  <a:pt x="752298" y="31510"/>
                </a:moveTo>
                <a:cubicBezTo>
                  <a:pt x="746542" y="31521"/>
                  <a:pt x="741888" y="36215"/>
                  <a:pt x="741899" y="41995"/>
                </a:cubicBezTo>
                <a:lnTo>
                  <a:pt x="741899" y="115437"/>
                </a:lnTo>
                <a:cubicBezTo>
                  <a:pt x="741899" y="115452"/>
                  <a:pt x="741899" y="115467"/>
                  <a:pt x="741899" y="115481"/>
                </a:cubicBezTo>
                <a:cubicBezTo>
                  <a:pt x="741910" y="121273"/>
                  <a:pt x="746592" y="125960"/>
                  <a:pt x="752359" y="125950"/>
                </a:cubicBezTo>
                <a:lnTo>
                  <a:pt x="815045" y="125950"/>
                </a:lnTo>
                <a:cubicBezTo>
                  <a:pt x="815056" y="125950"/>
                  <a:pt x="815072" y="125950"/>
                  <a:pt x="815087" y="125950"/>
                </a:cubicBezTo>
                <a:cubicBezTo>
                  <a:pt x="820854" y="125936"/>
                  <a:pt x="825516" y="121229"/>
                  <a:pt x="825501" y="115437"/>
                </a:cubicBezTo>
                <a:lnTo>
                  <a:pt x="825497" y="41997"/>
                </a:lnTo>
                <a:cubicBezTo>
                  <a:pt x="825497" y="41975"/>
                  <a:pt x="825497" y="41954"/>
                  <a:pt x="825497" y="41934"/>
                </a:cubicBezTo>
                <a:cubicBezTo>
                  <a:pt x="825478" y="36154"/>
                  <a:pt x="820793" y="31488"/>
                  <a:pt x="815041" y="31510"/>
                </a:cubicBezTo>
                <a:lnTo>
                  <a:pt x="752355" y="31510"/>
                </a:lnTo>
                <a:cubicBezTo>
                  <a:pt x="752336" y="31510"/>
                  <a:pt x="752317" y="31510"/>
                  <a:pt x="752298" y="31510"/>
                </a:cubicBezTo>
                <a:close/>
                <a:moveTo>
                  <a:pt x="731443" y="1"/>
                </a:moveTo>
                <a:lnTo>
                  <a:pt x="835957" y="1"/>
                </a:lnTo>
                <a:cubicBezTo>
                  <a:pt x="835968" y="1"/>
                  <a:pt x="835980" y="1"/>
                  <a:pt x="835991" y="1"/>
                </a:cubicBezTo>
                <a:cubicBezTo>
                  <a:pt x="853289" y="26"/>
                  <a:pt x="867294" y="14133"/>
                  <a:pt x="867271" y="31510"/>
                </a:cubicBezTo>
                <a:lnTo>
                  <a:pt x="867271" y="125950"/>
                </a:lnTo>
                <a:cubicBezTo>
                  <a:pt x="867271" y="125968"/>
                  <a:pt x="867271" y="125985"/>
                  <a:pt x="867271" y="126003"/>
                </a:cubicBezTo>
                <a:cubicBezTo>
                  <a:pt x="867263" y="143366"/>
                  <a:pt x="853243" y="157437"/>
                  <a:pt x="835957" y="157430"/>
                </a:cubicBezTo>
                <a:lnTo>
                  <a:pt x="731443" y="157430"/>
                </a:lnTo>
                <a:cubicBezTo>
                  <a:pt x="714145" y="157415"/>
                  <a:pt x="700129" y="143325"/>
                  <a:pt x="700129" y="125950"/>
                </a:cubicBezTo>
                <a:lnTo>
                  <a:pt x="700129" y="31510"/>
                </a:lnTo>
                <a:cubicBezTo>
                  <a:pt x="700129" y="14129"/>
                  <a:pt x="714138" y="29"/>
                  <a:pt x="731443" y="1"/>
                </a:cubicBezTo>
                <a:close/>
                <a:moveTo>
                  <a:pt x="527701" y="1"/>
                </a:moveTo>
                <a:cubicBezTo>
                  <a:pt x="527712" y="1"/>
                  <a:pt x="527720" y="1"/>
                  <a:pt x="527728" y="1"/>
                </a:cubicBezTo>
                <a:lnTo>
                  <a:pt x="684414" y="1"/>
                </a:lnTo>
                <a:cubicBezTo>
                  <a:pt x="687309" y="-10"/>
                  <a:pt x="689665" y="2338"/>
                  <a:pt x="689673" y="5244"/>
                </a:cubicBezTo>
                <a:cubicBezTo>
                  <a:pt x="689673" y="5253"/>
                  <a:pt x="689673" y="5262"/>
                  <a:pt x="689673" y="5271"/>
                </a:cubicBezTo>
                <a:lnTo>
                  <a:pt x="689673" y="26268"/>
                </a:lnTo>
                <a:cubicBezTo>
                  <a:pt x="689665" y="29171"/>
                  <a:pt x="687317" y="31518"/>
                  <a:pt x="684426" y="31510"/>
                </a:cubicBezTo>
                <a:cubicBezTo>
                  <a:pt x="684422" y="31510"/>
                  <a:pt x="684418" y="31510"/>
                  <a:pt x="684414" y="31510"/>
                </a:cubicBezTo>
                <a:lnTo>
                  <a:pt x="632188" y="31510"/>
                </a:lnTo>
                <a:cubicBezTo>
                  <a:pt x="629316" y="31511"/>
                  <a:pt x="626987" y="33851"/>
                  <a:pt x="626987" y="36737"/>
                </a:cubicBezTo>
                <a:cubicBezTo>
                  <a:pt x="626987" y="36741"/>
                  <a:pt x="626987" y="36746"/>
                  <a:pt x="626987" y="36751"/>
                </a:cubicBezTo>
                <a:lnTo>
                  <a:pt x="626987" y="152157"/>
                </a:lnTo>
                <a:cubicBezTo>
                  <a:pt x="626994" y="155063"/>
                  <a:pt x="624654" y="157423"/>
                  <a:pt x="621759" y="157428"/>
                </a:cubicBezTo>
                <a:cubicBezTo>
                  <a:pt x="621747" y="157428"/>
                  <a:pt x="621740" y="157428"/>
                  <a:pt x="621728" y="157428"/>
                </a:cubicBezTo>
                <a:lnTo>
                  <a:pt x="590418" y="157428"/>
                </a:lnTo>
                <a:cubicBezTo>
                  <a:pt x="587522" y="157439"/>
                  <a:pt x="585170" y="155091"/>
                  <a:pt x="585159" y="152185"/>
                </a:cubicBezTo>
                <a:cubicBezTo>
                  <a:pt x="585159" y="152175"/>
                  <a:pt x="585159" y="152166"/>
                  <a:pt x="585159" y="152157"/>
                </a:cubicBezTo>
                <a:lnTo>
                  <a:pt x="585159" y="36751"/>
                </a:lnTo>
                <a:cubicBezTo>
                  <a:pt x="585167" y="33866"/>
                  <a:pt x="582849" y="31519"/>
                  <a:pt x="579973" y="31510"/>
                </a:cubicBezTo>
                <a:cubicBezTo>
                  <a:pt x="579969" y="31510"/>
                  <a:pt x="579965" y="31510"/>
                  <a:pt x="579962" y="31510"/>
                </a:cubicBezTo>
                <a:lnTo>
                  <a:pt x="527728" y="31510"/>
                </a:lnTo>
                <a:cubicBezTo>
                  <a:pt x="524840" y="31525"/>
                  <a:pt x="522484" y="29186"/>
                  <a:pt x="522469" y="26284"/>
                </a:cubicBezTo>
                <a:cubicBezTo>
                  <a:pt x="522469" y="26279"/>
                  <a:pt x="522469" y="26273"/>
                  <a:pt x="522469" y="26268"/>
                </a:cubicBezTo>
                <a:lnTo>
                  <a:pt x="522469" y="5271"/>
                </a:lnTo>
                <a:cubicBezTo>
                  <a:pt x="522465" y="2365"/>
                  <a:pt x="524810" y="5"/>
                  <a:pt x="527701" y="1"/>
                </a:cubicBezTo>
                <a:close/>
                <a:moveTo>
                  <a:pt x="376185" y="1"/>
                </a:moveTo>
                <a:lnTo>
                  <a:pt x="480695" y="1"/>
                </a:lnTo>
                <a:cubicBezTo>
                  <a:pt x="498001" y="28"/>
                  <a:pt x="512013" y="14128"/>
                  <a:pt x="512009" y="31510"/>
                </a:cubicBezTo>
                <a:lnTo>
                  <a:pt x="512009" y="36751"/>
                </a:lnTo>
                <a:cubicBezTo>
                  <a:pt x="512009" y="39638"/>
                  <a:pt x="509688" y="41982"/>
                  <a:pt x="506812" y="41995"/>
                </a:cubicBezTo>
                <a:lnTo>
                  <a:pt x="475436" y="41995"/>
                </a:lnTo>
                <a:cubicBezTo>
                  <a:pt x="472564" y="41982"/>
                  <a:pt x="470239" y="39638"/>
                  <a:pt x="470239" y="36751"/>
                </a:cubicBezTo>
                <a:cubicBezTo>
                  <a:pt x="470239" y="36735"/>
                  <a:pt x="470239" y="36720"/>
                  <a:pt x="470239" y="36704"/>
                </a:cubicBezTo>
                <a:cubicBezTo>
                  <a:pt x="470216" y="33811"/>
                  <a:pt x="467860" y="31486"/>
                  <a:pt x="464980" y="31510"/>
                </a:cubicBezTo>
                <a:lnTo>
                  <a:pt x="397082" y="31510"/>
                </a:lnTo>
                <a:cubicBezTo>
                  <a:pt x="397074" y="31510"/>
                  <a:pt x="397066" y="31510"/>
                  <a:pt x="397059" y="31510"/>
                </a:cubicBezTo>
                <a:cubicBezTo>
                  <a:pt x="391295" y="31511"/>
                  <a:pt x="386626" y="36205"/>
                  <a:pt x="386626" y="41995"/>
                </a:cubicBezTo>
                <a:lnTo>
                  <a:pt x="386626" y="52478"/>
                </a:lnTo>
                <a:cubicBezTo>
                  <a:pt x="386622" y="58281"/>
                  <a:pt x="391303" y="62988"/>
                  <a:pt x="397082" y="62991"/>
                </a:cubicBezTo>
                <a:lnTo>
                  <a:pt x="480695" y="62991"/>
                </a:lnTo>
                <a:cubicBezTo>
                  <a:pt x="497989" y="62991"/>
                  <a:pt x="512009" y="77071"/>
                  <a:pt x="512009" y="94440"/>
                </a:cubicBezTo>
                <a:lnTo>
                  <a:pt x="512009" y="125950"/>
                </a:lnTo>
                <a:cubicBezTo>
                  <a:pt x="512009" y="143325"/>
                  <a:pt x="497997" y="157415"/>
                  <a:pt x="480695" y="157430"/>
                </a:cubicBezTo>
                <a:lnTo>
                  <a:pt x="376185" y="157430"/>
                </a:lnTo>
                <a:cubicBezTo>
                  <a:pt x="376176" y="157430"/>
                  <a:pt x="376168" y="157430"/>
                  <a:pt x="376160" y="157430"/>
                </a:cubicBezTo>
                <a:cubicBezTo>
                  <a:pt x="358857" y="157423"/>
                  <a:pt x="344836" y="143330"/>
                  <a:pt x="344842" y="125950"/>
                </a:cubicBezTo>
                <a:lnTo>
                  <a:pt x="344842" y="120678"/>
                </a:lnTo>
                <a:cubicBezTo>
                  <a:pt x="344845" y="117790"/>
                  <a:pt x="347171" y="115447"/>
                  <a:pt x="350047" y="115437"/>
                </a:cubicBezTo>
                <a:lnTo>
                  <a:pt x="381413" y="115437"/>
                </a:lnTo>
                <a:cubicBezTo>
                  <a:pt x="384293" y="115444"/>
                  <a:pt x="386622" y="117787"/>
                  <a:pt x="386626" y="120678"/>
                </a:cubicBezTo>
                <a:cubicBezTo>
                  <a:pt x="386622" y="123583"/>
                  <a:pt x="388963" y="125941"/>
                  <a:pt x="391854" y="125950"/>
                </a:cubicBezTo>
                <a:lnTo>
                  <a:pt x="459783" y="125950"/>
                </a:lnTo>
                <a:cubicBezTo>
                  <a:pt x="459798" y="125950"/>
                  <a:pt x="459810" y="125950"/>
                  <a:pt x="459825" y="125950"/>
                </a:cubicBezTo>
                <a:cubicBezTo>
                  <a:pt x="465592" y="125936"/>
                  <a:pt x="470254" y="121229"/>
                  <a:pt x="470239" y="115437"/>
                </a:cubicBezTo>
                <a:lnTo>
                  <a:pt x="470239" y="104954"/>
                </a:lnTo>
                <a:cubicBezTo>
                  <a:pt x="470239" y="104951"/>
                  <a:pt x="470239" y="104949"/>
                  <a:pt x="470239" y="104947"/>
                </a:cubicBezTo>
                <a:cubicBezTo>
                  <a:pt x="470239" y="99145"/>
                  <a:pt x="465558" y="94441"/>
                  <a:pt x="459783" y="94440"/>
                </a:cubicBezTo>
                <a:lnTo>
                  <a:pt x="376185" y="94440"/>
                </a:lnTo>
                <a:cubicBezTo>
                  <a:pt x="376182" y="94440"/>
                  <a:pt x="376179" y="94440"/>
                  <a:pt x="376176" y="94440"/>
                </a:cubicBezTo>
                <a:cubicBezTo>
                  <a:pt x="358877" y="94447"/>
                  <a:pt x="344849" y="80366"/>
                  <a:pt x="344842" y="62991"/>
                </a:cubicBezTo>
                <a:lnTo>
                  <a:pt x="344842" y="31510"/>
                </a:lnTo>
                <a:cubicBezTo>
                  <a:pt x="344842" y="31508"/>
                  <a:pt x="344842" y="31507"/>
                  <a:pt x="344842" y="31505"/>
                </a:cubicBezTo>
                <a:cubicBezTo>
                  <a:pt x="344836" y="14112"/>
                  <a:pt x="358869" y="7"/>
                  <a:pt x="376185" y="1"/>
                </a:cubicBezTo>
                <a:close/>
                <a:moveTo>
                  <a:pt x="172420" y="1"/>
                </a:moveTo>
                <a:cubicBezTo>
                  <a:pt x="172421" y="1"/>
                  <a:pt x="172422" y="1"/>
                  <a:pt x="172424" y="1"/>
                </a:cubicBezTo>
                <a:lnTo>
                  <a:pt x="329162" y="1"/>
                </a:lnTo>
                <a:cubicBezTo>
                  <a:pt x="332052" y="11"/>
                  <a:pt x="334391" y="2368"/>
                  <a:pt x="334390" y="5271"/>
                </a:cubicBezTo>
                <a:lnTo>
                  <a:pt x="334390" y="26268"/>
                </a:lnTo>
                <a:cubicBezTo>
                  <a:pt x="334379" y="29162"/>
                  <a:pt x="332043" y="31504"/>
                  <a:pt x="329162" y="31510"/>
                </a:cubicBezTo>
                <a:lnTo>
                  <a:pt x="214223" y="31510"/>
                </a:lnTo>
                <a:cubicBezTo>
                  <a:pt x="211347" y="31499"/>
                  <a:pt x="209006" y="33832"/>
                  <a:pt x="208995" y="36722"/>
                </a:cubicBezTo>
                <a:cubicBezTo>
                  <a:pt x="208995" y="36732"/>
                  <a:pt x="208995" y="36741"/>
                  <a:pt x="208995" y="36751"/>
                </a:cubicBezTo>
                <a:lnTo>
                  <a:pt x="208995" y="57748"/>
                </a:lnTo>
                <a:cubicBezTo>
                  <a:pt x="208999" y="60645"/>
                  <a:pt x="211339" y="62991"/>
                  <a:pt x="214223" y="62991"/>
                </a:cubicBezTo>
                <a:lnTo>
                  <a:pt x="318706" y="62991"/>
                </a:lnTo>
                <a:cubicBezTo>
                  <a:pt x="321590" y="62987"/>
                  <a:pt x="323931" y="65332"/>
                  <a:pt x="323935" y="68228"/>
                </a:cubicBezTo>
                <a:cubicBezTo>
                  <a:pt x="323935" y="68230"/>
                  <a:pt x="323935" y="68231"/>
                  <a:pt x="323935" y="68232"/>
                </a:cubicBezTo>
                <a:lnTo>
                  <a:pt x="323935" y="89229"/>
                </a:lnTo>
                <a:cubicBezTo>
                  <a:pt x="323920" y="92117"/>
                  <a:pt x="321581" y="94448"/>
                  <a:pt x="318706" y="94440"/>
                </a:cubicBezTo>
                <a:lnTo>
                  <a:pt x="214223" y="94440"/>
                </a:lnTo>
                <a:cubicBezTo>
                  <a:pt x="211333" y="94443"/>
                  <a:pt x="208992" y="96799"/>
                  <a:pt x="208995" y="99703"/>
                </a:cubicBezTo>
                <a:cubicBezTo>
                  <a:pt x="208995" y="99706"/>
                  <a:pt x="208995" y="99709"/>
                  <a:pt x="208995" y="99712"/>
                </a:cubicBezTo>
                <a:lnTo>
                  <a:pt x="208995" y="120678"/>
                </a:lnTo>
                <a:cubicBezTo>
                  <a:pt x="208987" y="123582"/>
                  <a:pt x="211323" y="125942"/>
                  <a:pt x="214214" y="125950"/>
                </a:cubicBezTo>
                <a:cubicBezTo>
                  <a:pt x="214217" y="125950"/>
                  <a:pt x="214220" y="125950"/>
                  <a:pt x="214223" y="125950"/>
                </a:cubicBezTo>
                <a:lnTo>
                  <a:pt x="329162" y="125950"/>
                </a:lnTo>
                <a:cubicBezTo>
                  <a:pt x="332046" y="125946"/>
                  <a:pt x="334387" y="128291"/>
                  <a:pt x="334390" y="131188"/>
                </a:cubicBezTo>
                <a:cubicBezTo>
                  <a:pt x="334390" y="131189"/>
                  <a:pt x="334390" y="131191"/>
                  <a:pt x="334390" y="131192"/>
                </a:cubicBezTo>
                <a:lnTo>
                  <a:pt x="334390" y="152157"/>
                </a:lnTo>
                <a:cubicBezTo>
                  <a:pt x="334391" y="155061"/>
                  <a:pt x="332053" y="157418"/>
                  <a:pt x="329162" y="157428"/>
                </a:cubicBezTo>
                <a:lnTo>
                  <a:pt x="172424" y="157428"/>
                </a:lnTo>
                <a:cubicBezTo>
                  <a:pt x="169532" y="157424"/>
                  <a:pt x="167191" y="155066"/>
                  <a:pt x="167195" y="152162"/>
                </a:cubicBezTo>
                <a:cubicBezTo>
                  <a:pt x="167195" y="152160"/>
                  <a:pt x="167195" y="152159"/>
                  <a:pt x="167195" y="152157"/>
                </a:cubicBezTo>
                <a:lnTo>
                  <a:pt x="167195" y="5271"/>
                </a:lnTo>
                <a:cubicBezTo>
                  <a:pt x="167189" y="2367"/>
                  <a:pt x="169528" y="7"/>
                  <a:pt x="172420" y="1"/>
                </a:cubicBezTo>
                <a:close/>
                <a:moveTo>
                  <a:pt x="5229" y="1"/>
                </a:moveTo>
                <a:lnTo>
                  <a:pt x="151513" y="1"/>
                </a:lnTo>
                <a:cubicBezTo>
                  <a:pt x="154404" y="5"/>
                  <a:pt x="156745" y="2363"/>
                  <a:pt x="156742" y="5268"/>
                </a:cubicBezTo>
                <a:cubicBezTo>
                  <a:pt x="156742" y="5269"/>
                  <a:pt x="156742" y="5270"/>
                  <a:pt x="156742" y="5271"/>
                </a:cubicBezTo>
                <a:lnTo>
                  <a:pt x="156742" y="26268"/>
                </a:lnTo>
                <a:cubicBezTo>
                  <a:pt x="156736" y="29164"/>
                  <a:pt x="154397" y="31509"/>
                  <a:pt x="151513" y="31510"/>
                </a:cubicBezTo>
                <a:lnTo>
                  <a:pt x="47030" y="31510"/>
                </a:lnTo>
                <a:cubicBezTo>
                  <a:pt x="44146" y="31509"/>
                  <a:pt x="41806" y="33854"/>
                  <a:pt x="41801" y="36751"/>
                </a:cubicBezTo>
                <a:lnTo>
                  <a:pt x="41801" y="57748"/>
                </a:lnTo>
                <a:cubicBezTo>
                  <a:pt x="41815" y="60641"/>
                  <a:pt x="44149" y="62981"/>
                  <a:pt x="47030" y="62991"/>
                </a:cubicBezTo>
                <a:lnTo>
                  <a:pt x="141083" y="62991"/>
                </a:lnTo>
                <a:cubicBezTo>
                  <a:pt x="143967" y="62989"/>
                  <a:pt x="146307" y="65335"/>
                  <a:pt x="146312" y="68232"/>
                </a:cubicBezTo>
                <a:lnTo>
                  <a:pt x="146284" y="89229"/>
                </a:lnTo>
                <a:cubicBezTo>
                  <a:pt x="146279" y="92111"/>
                  <a:pt x="143951" y="94443"/>
                  <a:pt x="141082" y="94440"/>
                </a:cubicBezTo>
                <a:lnTo>
                  <a:pt x="47028" y="94440"/>
                </a:lnTo>
                <a:cubicBezTo>
                  <a:pt x="44139" y="94454"/>
                  <a:pt x="41802" y="96810"/>
                  <a:pt x="41801" y="99712"/>
                </a:cubicBezTo>
                <a:lnTo>
                  <a:pt x="41801" y="152157"/>
                </a:lnTo>
                <a:cubicBezTo>
                  <a:pt x="41808" y="155061"/>
                  <a:pt x="39470" y="157421"/>
                  <a:pt x="36579" y="157428"/>
                </a:cubicBezTo>
                <a:cubicBezTo>
                  <a:pt x="36577" y="157428"/>
                  <a:pt x="36574" y="157428"/>
                  <a:pt x="36572" y="157428"/>
                </a:cubicBezTo>
                <a:lnTo>
                  <a:pt x="5229" y="157430"/>
                </a:lnTo>
                <a:cubicBezTo>
                  <a:pt x="2338" y="157417"/>
                  <a:pt x="1" y="155060"/>
                  <a:pt x="0" y="152157"/>
                </a:cubicBezTo>
                <a:lnTo>
                  <a:pt x="0" y="5271"/>
                </a:lnTo>
                <a:cubicBezTo>
                  <a:pt x="2" y="2369"/>
                  <a:pt x="2339" y="14"/>
                  <a:pt x="5229" y="1"/>
                </a:cubicBezTo>
                <a:close/>
              </a:path>
            </a:pathLst>
          </a:custGeom>
          <a:solidFill xmlns:a="http://schemas.openxmlformats.org/drawingml/2006/main">
            <a:srgbClr val="0091DC"/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6" name="Datumsplatzhalter 5">
            <a:extLst xmlns:a="http://schemas.openxmlformats.org/drawingml/2006/main">
              <a:ext uri="{FF2B5EF4-FFF2-40B4-BE49-F238E27FC236}">
                <a16:creationId xmlns:a16="http://schemas.microsoft.com/office/drawing/2014/main" id="{5B5E1D7B-F321-FAFE-A383-8C6B0CA4E682}"/>
              </a:ext>
            </a:extLst>
          </p:cNvPr>
          <p:cNvSpPr>
            <a:spLocks xmlns:a="http://schemas.openxmlformats.org/drawingml/2006/main" noGrp="1"/>
          </p:cNvSpPr>
          <p:nvPr>
            <p:ph type="dt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9" name="Fußzeilenplatzhalter 8">
            <a:extLst xmlns:a="http://schemas.openxmlformats.org/drawingml/2006/main">
              <a:ext uri="{FF2B5EF4-FFF2-40B4-BE49-F238E27FC236}">
                <a16:creationId xmlns:a16="http://schemas.microsoft.com/office/drawing/2014/main" id="{D6ECCF80-AFF8-B59B-F86C-0D1D34284150}"/>
              </a:ext>
            </a:extLst>
          </p:cNvPr>
          <p:cNvSpPr>
            <a:spLocks xmlns:a="http://schemas.openxmlformats.org/drawingml/2006/main" noGrp="1"/>
          </p:cNvSpPr>
          <p:nvPr>
            <p:ph type="ftr" idx="2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3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1775D87D-0B4A-099C-4511-A739514719AE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61.xml><?xml version="1.0" encoding="utf-8"?>
<p:sldLayout xmlns:p="http://schemas.openxmlformats.org/presentationml/2006/main" showMasterSp="0" preserve="1">
  <p:cSld name="End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Gerader Verbinder 18">
            <a:extLst xmlns:a="http://schemas.openxmlformats.org/drawingml/2006/main">
              <a:ext uri="{FF2B5EF4-FFF2-40B4-BE49-F238E27FC236}">
                <a16:creationId xmlns:a16="http://schemas.microsoft.com/office/drawing/2014/main" id="{9D7800A5-77F0-4C8F-9390-BB9F91A8F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131480"/>
            <a:ext cx="1428871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Titel 1">
            <a:extLst xmlns:a="http://schemas.openxmlformats.org/drawingml/2006/main">
              <a:ext uri="{FF2B5EF4-FFF2-40B4-BE49-F238E27FC236}">
                <a16:creationId xmlns:a16="http://schemas.microsoft.com/office/drawing/2014/main" id="{AD1B280D-3B22-2554-7DF5-88C7AEA07C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986500" y="2474530"/>
            <a:ext cx="8145998" cy="1982604"/>
          </a:xfrm>
        </p:spPr>
        <p:txBody>
          <a:bodyPr xmlns:a="http://schemas.openxmlformats.org/drawingml/2006/main" vert="horz" tIns="288000" anchor="t"/>
          <a:lstStyle xmlns:a="http://schemas.openxmlformats.org/drawingml/2006/main">
            <a:lvl1pPr>
              <a:buNone/>
              <a:defRPr sz="6115"/>
            </a:lvl1pPr>
          </a:lstStyle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8" name="Rechteck 7">
            <a:extLst xmlns:a="http://schemas.openxmlformats.org/drawingml/2006/main">
              <a:ext uri="{FF2B5EF4-FFF2-40B4-BE49-F238E27FC236}">
                <a16:creationId xmlns:a16="http://schemas.microsoft.com/office/drawing/2014/main" id="{7863DDD3-3D46-A4E3-1418-176698FEA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488561" y="1"/>
            <a:ext cx="1217350" cy="121735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216000" tIns="216000" rIns="216000" bIns="216000" anchor="ctr"/>
          <a:lstStyle xmlns:a="http://schemas.openxmlformats.org/drawingml/2006/main"/>
          <a:p xmlns:a="http://schemas.openxmlformats.org/drawingml/2006/main">
            <a:pPr algn="ctr">
              <a:spcBef>
                <a:spcPts val="611"/>
              </a:spcBef>
              <a:spcAft>
                <a:spcPts val="611"/>
              </a:spcAft>
              <a:buClr>
                <a:schemeClr val="bg1"/>
              </a:buClr>
              <a:buNone/>
            </a:pPr>
            <a:endParaRPr sz="1834">
              <a:solidFill>
                <a:schemeClr val="bg1"/>
              </a:solidFill>
              <a:latin typeface="+mn-lt"/>
              <a:ea typeface="+mn-lt"/>
              <a:cs typeface="+mn-lt"/>
            </a:endParaRPr>
          </a:p>
        </p:txBody>
      </p:sp>
      <p:pic>
        <p:nvPicPr>
          <p:cNvPr id="24" name="Grafik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082f9bb37f4c0a">
            <a:extLst>
              <a:ext uri="{96DAC541-7B7A-43D3-8B79-37D633B846F1}">
                <asvg:svgBlip xmlns:asvg="http://schemas.microsoft.com/office/drawing/2016/SVG/main" r:embed="R51c64a08455148e0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649620" y="893159"/>
            <a:ext cx="895232" cy="162409"/>
          </a:xfrm>
          <a:prstGeom xmlns:a="http://schemas.openxmlformats.org/drawingml/2006/main" prst="rect">
            <a:avLst/>
          </a:prstGeom>
        </p:spPr>
      </p:pic>
      <p:sp>
        <p:nvSpPr>
          <p:cNvPr id="15" name="Datumsplatzhalter 14">
            <a:extLst xmlns:a="http://schemas.openxmlformats.org/drawingml/2006/main">
              <a:ext uri="{FF2B5EF4-FFF2-40B4-BE49-F238E27FC236}">
                <a16:creationId xmlns:a16="http://schemas.microsoft.com/office/drawing/2014/main" id="{4DEC1EF0-FFA3-A8D8-A94C-858711F57A3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6" name="Fußzeilenplatzhalter 15">
            <a:extLst xmlns:a="http://schemas.openxmlformats.org/drawingml/2006/main">
              <a:ext uri="{FF2B5EF4-FFF2-40B4-BE49-F238E27FC236}">
                <a16:creationId xmlns:a16="http://schemas.microsoft.com/office/drawing/2014/main" id="{EC302C7F-68DF-1193-A3DB-B843C7ABF3E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2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19503475-B4EB-E867-B3EE-778A48444B3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62.xml><?xml version="1.0" encoding="utf-8"?>
<p:sldLayout xmlns:p="http://schemas.openxmlformats.org/presentationml/2006/main">
  <p:cSld name="MASTER"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392E7C0C-DA2F-4415-A324-854C924940B6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338560" y="6473952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800">
                <a:solidFill>
                  <a:srgbClr val="8090A0"/>
                </a:solidFill>
                <a:latin typeface="Noto Sans CJK KR"/>
                <a:ea typeface="Noto Sans CJK KR"/>
                <a:cs typeface="Noto Sans CJK KR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</p:sldLayout>
</file>

<file path=ppt/slideLayouts/slideLayout63.xml><?xml version="1.0" encoding="utf-8"?>
<p:sldLayout xmlns:p="http://schemas.openxmlformats.org/presentationml/2006/main" preserve="1">
  <p:cSld name="Intro Slides">
    <p:bg>
      <p:bgPr>
        <a:solidFill xmlns:a="http://schemas.openxmlformats.org/drawingml/2006/main">
          <a:schemeClr val="tx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Rechteck 10">
            <a:extLst xmlns:a="http://schemas.openxmlformats.org/drawingml/2006/main">
              <a:ext uri="{FF2B5EF4-FFF2-40B4-BE49-F238E27FC236}">
                <a16:creationId xmlns:a16="http://schemas.microsoft.com/office/drawing/2014/main" id="{D034F769-59D0-5FCD-0FF6-F4348DF03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5300" y="0"/>
            <a:ext cx="1614599" cy="137354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220127" tIns="220127" rIns="220127" bIns="220127" anchor="ctr"/>
          <a:lstStyle xmlns:a="http://schemas.openxmlformats.org/drawingml/2006/main"/>
          <a:p xmlns:a="http://schemas.openxmlformats.org/drawingml/2006/main">
            <a:pPr algn="ctr">
              <a:spcBef>
                <a:spcPts val="611"/>
              </a:spcBef>
              <a:spcAft>
                <a:spcPts val="611"/>
              </a:spcAft>
              <a:buClr>
                <a:schemeClr val="bg1"/>
              </a:buClr>
              <a:buNone/>
            </a:pPr>
            <a:endParaRPr>
              <a:solidFill>
                <a:schemeClr val="bg1"/>
              </a:solidFill>
            </a:endParaRPr>
          </a:p>
        </p:txBody>
      </p:sp>
      <p:sp>
        <p:nvSpPr>
          <p:cNvPr id="3" name="Rechteck 2">
            <a:extLst xmlns:a="http://schemas.openxmlformats.org/drawingml/2006/main">
              <a:ext uri="{FF2B5EF4-FFF2-40B4-BE49-F238E27FC236}">
                <a16:creationId xmlns:a16="http://schemas.microsoft.com/office/drawing/2014/main" id="{3C98DB7D-FFAF-C7E0-3815-603A540FB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102" y="420637"/>
            <a:ext cx="3596446" cy="512854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220127" tIns="220127" rIns="220127" bIns="220127" anchor="ctr"/>
          <a:lstStyle xmlns:a="http://schemas.openxmlformats.org/drawingml/2006/main"/>
          <a:p xmlns:a="http://schemas.openxmlformats.org/drawingml/2006/main">
            <a:pPr algn="ctr">
              <a:spcBef>
                <a:spcPts val="611"/>
              </a:spcBef>
              <a:spcAft>
                <a:spcPts val="611"/>
              </a:spcAft>
              <a:buClr>
                <a:schemeClr val="bg1"/>
              </a:buClr>
              <a:buNone/>
            </a:pPr>
            <a:r>
              <a:rPr>
                <a:solidFill>
                  <a:schemeClr val="tx1"/>
                </a:solidFill>
              </a:rPr>
              <a:t>Not for layout purposes</a:t>
            </a:r>
          </a:p>
        </p:txBody>
      </p:sp>
      <p:sp>
        <p:nvSpPr>
          <p:cNvPr id="2" name="Textfeld 1">
            <a:extLst xmlns:a="http://schemas.openxmlformats.org/drawingml/2006/main">
              <a:ext uri="{FF2B5EF4-FFF2-40B4-BE49-F238E27FC236}">
                <a16:creationId xmlns:a16="http://schemas.microsoft.com/office/drawing/2014/main" id="{AC675CBC-36B8-651B-A108-75672A61A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102" y="1888014"/>
            <a:ext cx="11447797" cy="25691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611"/>
              </a:spcBef>
              <a:spcAft>
                <a:spcPts val="611"/>
              </a:spcAft>
              <a:buClr>
                <a:schemeClr val="accent4"/>
              </a:buClr>
              <a:buFont typeface="Arial"/>
              <a:buNone/>
            </a:pPr>
            <a:r>
              <a:rPr sz="11720" b="1">
                <a:solidFill>
                  <a:schemeClr val="bg1"/>
                </a:solidFill>
                <a:latin typeface="+mn-lt"/>
                <a:ea typeface="+mn-lt"/>
                <a:cs typeface="+mn-lt"/>
              </a:rPr>
              <a:t>External  master</a:t>
            </a:r>
            <a:br/>
            <a:r>
              <a:rPr sz="14064" b="1">
                <a:solidFill>
                  <a:schemeClr val="bg1"/>
                </a:solidFill>
                <a:latin typeface="+mn-lt"/>
                <a:ea typeface="+mn-lt"/>
                <a:cs typeface="+mn-lt"/>
              </a:rPr>
              <a:t>Intro slides</a:t>
            </a:r>
          </a:p>
        </p:txBody>
      </p:sp>
    </p:spTree>
  </p:cSld>
</p:sldLayout>
</file>

<file path=ppt/slideLayouts/slideLayout64.xml><?xml version="1.0" encoding="utf-8"?>
<p:sldLayout xmlns:p="http://schemas.openxmlformats.org/presentationml/2006/main" showMasterSp="0" preserve="1">
  <p:cSld name="Logo Slide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Grafik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baca496bea4ea8">
            <a:extLst>
              <a:ext uri="{96DAC541-7B7A-43D3-8B79-37D633B846F1}">
                <asvg:svgBlip xmlns:asvg="http://schemas.microsoft.com/office/drawing/2016/SVG/main" r:embed="R97a24a89b7cf49d3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54039" y="3149583"/>
            <a:ext cx="3083922" cy="558832"/>
          </a:xfrm>
          <a:prstGeom xmlns:a="http://schemas.openxmlformats.org/drawingml/2006/main" prst="rect">
            <a:avLst/>
          </a:prstGeom>
        </p:spPr>
      </p:pic>
      <p:sp>
        <p:nvSpPr>
          <p:cNvPr id="2" name="Datumsplatzhalter 1">
            <a:extLst xmlns:a="http://schemas.openxmlformats.org/drawingml/2006/main">
              <a:ext uri="{FF2B5EF4-FFF2-40B4-BE49-F238E27FC236}">
                <a16:creationId xmlns:a16="http://schemas.microsoft.com/office/drawing/2014/main" id="{0FA7AEBB-B69C-AAD8-20FA-DB8761E1DFB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7" name="Fußzeilenplatzhalter 6">
            <a:extLst xmlns:a="http://schemas.openxmlformats.org/drawingml/2006/main">
              <a:ext uri="{FF2B5EF4-FFF2-40B4-BE49-F238E27FC236}">
                <a16:creationId xmlns:a16="http://schemas.microsoft.com/office/drawing/2014/main" id="{65EEE200-7763-292E-E2C8-980814C3A35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8" name="Foliennummernplatzhalter 7">
            <a:extLst xmlns:a="http://schemas.openxmlformats.org/drawingml/2006/main">
              <a:ext uri="{FF2B5EF4-FFF2-40B4-BE49-F238E27FC236}">
                <a16:creationId xmlns:a16="http://schemas.microsoft.com/office/drawing/2014/main" id="{52A6CD84-0665-650C-A8EB-9021611968E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65.xml><?xml version="1.0" encoding="utf-8"?>
<p:sldLayout xmlns:p="http://schemas.openxmlformats.org/presentationml/2006/main" preserve="1">
  <p:cSld name="Presentation 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Bildplatzhalter 8">
            <a:extLst xmlns:a="http://schemas.openxmlformats.org/drawingml/2006/main">
              <a:ext uri="{FF2B5EF4-FFF2-40B4-BE49-F238E27FC236}">
                <a16:creationId xmlns:a16="http://schemas.microsoft.com/office/drawing/2014/main" id="{FAC117FD-470D-2D7A-475A-47983E4B22FB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0" y="1"/>
            <a:ext cx="6023198" cy="6858000"/>
          </a:xfrm>
        </p:spPr>
        <p:txBody>
          <a:bodyPr xmlns:a="http://schemas.openxmlformats.org/drawingml/2006/main" tIns="180000" anchor="ctr"/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 sz="1223"/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E09CFDC6-3065-D922-CF6E-9504EB7B0A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23325" y="1888013"/>
            <a:ext cx="4036497" cy="1540178"/>
          </a:xfrm>
        </p:spPr>
        <p:txBody>
          <a:bodyPr xmlns:a="http://schemas.openxmlformats.org/drawingml/2006/main" vert="horz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17" name="Textplatzhalter 16">
            <a:extLst xmlns:a="http://schemas.openxmlformats.org/drawingml/2006/main">
              <a:ext uri="{FF2B5EF4-FFF2-40B4-BE49-F238E27FC236}">
                <a16:creationId xmlns:a16="http://schemas.microsoft.com/office/drawing/2014/main" id="{6CBEBFA2-4B0E-A9E4-8E74-2AC5CB8E1881}"/>
              </a:ext>
            </a:extLst>
          </p:cNvPr>
          <p:cNvSpPr>
            <a:spLocks xmlns:a="http://schemas.openxmlformats.org/drawingml/2006/main" noGrp="1"/>
          </p:cNvSpPr>
          <p:nvPr>
            <p:ph type="body" idx="16"/>
          </p:nvPr>
        </p:nvSpPr>
        <p:spPr>
          <a:xfrm xmlns:a="http://schemas.openxmlformats.org/drawingml/2006/main">
            <a:off x="7123326" y="3502612"/>
            <a:ext cx="4036496" cy="198184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1pPr>
            <a:lvl2pPr marL="0" indent="0">
              <a:spcBef>
                <a:spcPts val="1223"/>
              </a:spcBef>
              <a:spcAft>
                <a:spcPts val="1223"/>
              </a:spcAft>
              <a:buNone/>
              <a:defRPr sz="2242"/>
            </a:lvl2pPr>
            <a:lvl3pPr marL="0" indent="0">
              <a:spcBef>
                <a:spcPts val="1223"/>
              </a:spcBef>
              <a:spcAft>
                <a:spcPts val="1223"/>
              </a:spcAft>
              <a:buNone/>
              <a:defRPr sz="2242"/>
            </a:lvl3pPr>
            <a:lvl4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4pPr>
            <a:lvl5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5pPr>
            <a:lvl6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6pPr>
            <a:lvl7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7pPr>
            <a:lvl8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8pPr>
            <a:lvl9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13" name="Textplatzhalter 12">
            <a:extLst xmlns:a="http://schemas.openxmlformats.org/drawingml/2006/main">
              <a:ext uri="{FF2B5EF4-FFF2-40B4-BE49-F238E27FC236}">
                <a16:creationId xmlns:a16="http://schemas.microsoft.com/office/drawing/2014/main" id="{6AF9FA2C-9CCB-801D-8BC1-78313438EFFF}"/>
              </a:ext>
            </a:extLst>
          </p:cNvPr>
          <p:cNvSpPr>
            <a:spLocks xmlns:a="http://schemas.openxmlformats.org/drawingml/2006/main" noGrp="1"/>
          </p:cNvSpPr>
          <p:nvPr>
            <p:ph type="body" idx="18"/>
          </p:nvPr>
        </p:nvSpPr>
        <p:spPr>
          <a:xfrm xmlns:a="http://schemas.openxmlformats.org/drawingml/2006/main">
            <a:off x="7123326" y="5557261"/>
            <a:ext cx="4036496" cy="954521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1pPr>
            <a:lvl2pPr marL="0" indent="0">
              <a:spcBef>
                <a:spcPts val="611"/>
              </a:spcBef>
              <a:spcAft>
                <a:spcPts val="611"/>
              </a:spcAft>
              <a:buNone/>
              <a:defRPr sz="1834"/>
            </a:lvl2pPr>
            <a:lvl3pPr marL="0" indent="0">
              <a:spcBef>
                <a:spcPts val="611"/>
              </a:spcBef>
              <a:spcAft>
                <a:spcPts val="611"/>
              </a:spcAft>
              <a:buNone/>
              <a:defRPr sz="1834"/>
            </a:lvl3pPr>
            <a:lvl4pPr marL="0" indent="0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4pPr>
            <a:lvl5pPr marL="0" indent="0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5pPr>
            <a:lvl6pPr marL="0" indent="0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6pPr>
            <a:lvl7pPr marL="0" indent="0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7pPr>
            <a:lvl8pPr marL="0" indent="0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8pPr>
            <a:lvl9pPr marL="0" indent="0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7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0A86ABB0-DDAC-FE0D-CA47-D4DBDAB190DC}"/>
              </a:ext>
            </a:extLst>
          </p:cNvPr>
          <p:cNvSpPr>
            <a:spLocks xmlns:a="http://schemas.openxmlformats.org/drawingml/2006/main" noGrp="1"/>
          </p:cNvSpPr>
          <p:nvPr>
            <p:ph type="dgm" idx="17"/>
          </p:nvPr>
        </p:nvSpPr>
        <p:spPr>
          <a:xfrm xmlns:a="http://schemas.openxmlformats.org/drawingml/2006/main">
            <a:off x="5710918" y="2094287"/>
            <a:ext cx="1229045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3" name="Datumsplatzhalter 2">
            <a:extLst xmlns:a="http://schemas.openxmlformats.org/drawingml/2006/main">
              <a:ext uri="{FF2B5EF4-FFF2-40B4-BE49-F238E27FC236}">
                <a16:creationId xmlns:a16="http://schemas.microsoft.com/office/drawing/2014/main" id="{B59D4549-0A5B-9C7E-2B0E-BB01F92D7AA0}"/>
              </a:ext>
            </a:extLst>
          </p:cNvPr>
          <p:cNvSpPr>
            <a:spLocks xmlns:a="http://schemas.openxmlformats.org/drawingml/2006/main" noGrp="1"/>
          </p:cNvSpPr>
          <p:nvPr>
            <p:ph type="dt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4" name="Fußzeilenplatzhalter 3">
            <a:extLst xmlns:a="http://schemas.openxmlformats.org/drawingml/2006/main">
              <a:ext uri="{FF2B5EF4-FFF2-40B4-BE49-F238E27FC236}">
                <a16:creationId xmlns:a16="http://schemas.microsoft.com/office/drawing/2014/main" id="{63E2654B-A30C-B827-5997-59190D9D1F1C}"/>
              </a:ext>
            </a:extLst>
          </p:cNvPr>
          <p:cNvSpPr>
            <a:spLocks xmlns:a="http://schemas.openxmlformats.org/drawingml/2006/main" noGrp="1"/>
          </p:cNvSpPr>
          <p:nvPr>
            <p:ph type="ftr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5" name="Foliennummernplatzhalter 4">
            <a:extLst xmlns:a="http://schemas.openxmlformats.org/drawingml/2006/main">
              <a:ext uri="{FF2B5EF4-FFF2-40B4-BE49-F238E27FC236}">
                <a16:creationId xmlns:a16="http://schemas.microsoft.com/office/drawing/2014/main" id="{54380432-9604-C925-2173-EB70486C3F7D}"/>
              </a:ext>
            </a:extLst>
          </p:cNvPr>
          <p:cNvSpPr>
            <a:spLocks xmlns:a="http://schemas.openxmlformats.org/drawingml/2006/main" noGrp="1"/>
          </p:cNvSpPr>
          <p:nvPr>
            <p:ph type="sldNum" idx="2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66.xml><?xml version="1.0" encoding="utf-8"?>
<p:sldLayout xmlns:p="http://schemas.openxmlformats.org/presentationml/2006/main" preserve="1">
  <p:cSld name="Presentation Title - 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E09CFDC6-3065-D922-CF6E-9504EB7B0A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986701" y="1888013"/>
            <a:ext cx="6091148" cy="1540178"/>
          </a:xfrm>
        </p:spPr>
        <p:txBody>
          <a:bodyPr xmlns:a="http://schemas.openxmlformats.org/drawingml/2006/main" vert="horz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17" name="Textplatzhalter 16">
            <a:extLst xmlns:a="http://schemas.openxmlformats.org/drawingml/2006/main">
              <a:ext uri="{FF2B5EF4-FFF2-40B4-BE49-F238E27FC236}">
                <a16:creationId xmlns:a16="http://schemas.microsoft.com/office/drawing/2014/main" id="{6CBEBFA2-4B0E-A9E4-8E74-2AC5CB8E1881}"/>
              </a:ext>
            </a:extLst>
          </p:cNvPr>
          <p:cNvSpPr>
            <a:spLocks xmlns:a="http://schemas.openxmlformats.org/drawingml/2006/main" noGrp="1"/>
          </p:cNvSpPr>
          <p:nvPr>
            <p:ph type="body" idx="16"/>
          </p:nvPr>
        </p:nvSpPr>
        <p:spPr>
          <a:xfrm xmlns:a="http://schemas.openxmlformats.org/drawingml/2006/main">
            <a:off x="1986701" y="3502612"/>
            <a:ext cx="6091146" cy="198184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1pPr>
            <a:lvl2pPr marL="0" indent="0">
              <a:spcBef>
                <a:spcPts val="1223"/>
              </a:spcBef>
              <a:spcAft>
                <a:spcPts val="1223"/>
              </a:spcAft>
              <a:buNone/>
              <a:defRPr sz="2242"/>
            </a:lvl2pPr>
            <a:lvl3pPr marL="0" indent="0">
              <a:spcBef>
                <a:spcPts val="1223"/>
              </a:spcBef>
              <a:spcAft>
                <a:spcPts val="1223"/>
              </a:spcAft>
              <a:buNone/>
              <a:defRPr sz="2242"/>
            </a:lvl3pPr>
            <a:lvl4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4pPr>
            <a:lvl5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5pPr>
            <a:lvl6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6pPr>
            <a:lvl7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7pPr>
            <a:lvl8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8pPr>
            <a:lvl9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13" name="Textplatzhalter 12">
            <a:extLst xmlns:a="http://schemas.openxmlformats.org/drawingml/2006/main">
              <a:ext uri="{FF2B5EF4-FFF2-40B4-BE49-F238E27FC236}">
                <a16:creationId xmlns:a16="http://schemas.microsoft.com/office/drawing/2014/main" id="{6AF9FA2C-9CCB-801D-8BC1-78313438EFFF}"/>
              </a:ext>
            </a:extLst>
          </p:cNvPr>
          <p:cNvSpPr>
            <a:spLocks xmlns:a="http://schemas.openxmlformats.org/drawingml/2006/main" noGrp="1"/>
          </p:cNvSpPr>
          <p:nvPr>
            <p:ph type="body" idx="18"/>
          </p:nvPr>
        </p:nvSpPr>
        <p:spPr>
          <a:xfrm xmlns:a="http://schemas.openxmlformats.org/drawingml/2006/main">
            <a:off x="1986701" y="5557261"/>
            <a:ext cx="6091146" cy="954521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1pPr>
            <a:lvl2pPr marL="0" indent="0">
              <a:spcBef>
                <a:spcPts val="611"/>
              </a:spcBef>
              <a:spcAft>
                <a:spcPts val="611"/>
              </a:spcAft>
              <a:buNone/>
              <a:defRPr sz="1834"/>
            </a:lvl2pPr>
            <a:lvl3pPr marL="0" indent="0">
              <a:spcBef>
                <a:spcPts val="611"/>
              </a:spcBef>
              <a:spcAft>
                <a:spcPts val="611"/>
              </a:spcAft>
              <a:buNone/>
              <a:defRPr sz="1834"/>
            </a:lvl3pPr>
            <a:lvl4pPr marL="0" indent="0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4pPr>
            <a:lvl5pPr marL="0" indent="0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5pPr>
            <a:lvl6pPr marL="0" indent="0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6pPr>
            <a:lvl7pPr marL="0" indent="0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7pPr>
            <a:lvl8pPr marL="0" indent="0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8pPr>
            <a:lvl9pPr marL="0" indent="0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7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0A86ABB0-DDAC-FE0D-CA47-D4DBDAB190DC}"/>
              </a:ext>
            </a:extLst>
          </p:cNvPr>
          <p:cNvSpPr>
            <a:spLocks xmlns:a="http://schemas.openxmlformats.org/drawingml/2006/main" noGrp="1"/>
          </p:cNvSpPr>
          <p:nvPr>
            <p:ph type="dgm" idx="17"/>
          </p:nvPr>
        </p:nvSpPr>
        <p:spPr>
          <a:xfrm xmlns:a="http://schemas.openxmlformats.org/drawingml/2006/main" flipV="1">
            <a:off x="21840" y="2094287"/>
            <a:ext cx="1781498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3" name="Datumsplatzhalter 2">
            <a:extLst xmlns:a="http://schemas.openxmlformats.org/drawingml/2006/main">
              <a:ext uri="{FF2B5EF4-FFF2-40B4-BE49-F238E27FC236}">
                <a16:creationId xmlns:a16="http://schemas.microsoft.com/office/drawing/2014/main" id="{3211A596-9844-5263-2842-151460F156A8}"/>
              </a:ext>
            </a:extLst>
          </p:cNvPr>
          <p:cNvSpPr>
            <a:spLocks xmlns:a="http://schemas.openxmlformats.org/drawingml/2006/main" noGrp="1"/>
          </p:cNvSpPr>
          <p:nvPr>
            <p:ph type="dt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4" name="Fußzeilenplatzhalter 3">
            <a:extLst xmlns:a="http://schemas.openxmlformats.org/drawingml/2006/main">
              <a:ext uri="{FF2B5EF4-FFF2-40B4-BE49-F238E27FC236}">
                <a16:creationId xmlns:a16="http://schemas.microsoft.com/office/drawing/2014/main" id="{A10196F3-9686-84CB-572B-D6D9CC7EB0F3}"/>
              </a:ext>
            </a:extLst>
          </p:cNvPr>
          <p:cNvSpPr>
            <a:spLocks xmlns:a="http://schemas.openxmlformats.org/drawingml/2006/main" noGrp="1"/>
          </p:cNvSpPr>
          <p:nvPr>
            <p:ph type="ftr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5" name="Foliennummernplatzhalter 4">
            <a:extLst xmlns:a="http://schemas.openxmlformats.org/drawingml/2006/main">
              <a:ext uri="{FF2B5EF4-FFF2-40B4-BE49-F238E27FC236}">
                <a16:creationId xmlns:a16="http://schemas.microsoft.com/office/drawing/2014/main" id="{95CE5A49-2ACE-6B15-51E6-938B1FAA2717}"/>
              </a:ext>
            </a:extLst>
          </p:cNvPr>
          <p:cNvSpPr>
            <a:spLocks xmlns:a="http://schemas.openxmlformats.org/drawingml/2006/main" noGrp="1"/>
          </p:cNvSpPr>
          <p:nvPr>
            <p:ph type="sldNum" idx="2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67.xml><?xml version="1.0" encoding="utf-8"?>
<p:sldLayout xmlns:p="http://schemas.openxmlformats.org/presentationml/2006/main" preserve="1">
  <p:cSld name="Agenda + Pictur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2C65CC84-F51F-981C-9818-237CE520FF47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959378" y="933490"/>
            <a:ext cx="5063822" cy="954522"/>
          </a:xfrm>
        </p:spPr>
        <p:txBody>
          <a:bodyPr xmlns:a="http://schemas.openxmlformats.org/drawingml/2006/main" vert="horz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Agenda Titel</a:t>
            </a:r>
          </a:p>
        </p:txBody>
      </p:sp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479C6221-BAFE-3496-4DB6-276B07BA46A6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6" y="2475287"/>
            <a:ext cx="5063822" cy="4036497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458595" indent="-458595">
              <a:spcBef>
                <a:spcPts val="1834"/>
              </a:spcBef>
              <a:spcAft>
                <a:spcPts val="0"/>
              </a:spcAft>
              <a:buClr>
                <a:schemeClr val="accent4"/>
              </a:buClr>
              <a:buFont typeface="+mj-lt"/>
              <a:buAutoNum type="arabicPeriod"/>
              <a:defRPr sz="2242"/>
            </a:lvl1pPr>
            <a:lvl2pPr marL="458595" indent="0">
              <a:spcBef>
                <a:spcPts val="0"/>
              </a:spcBef>
              <a:spcAft>
                <a:spcPts val="0"/>
              </a:spcAft>
              <a:buFont typeface="+mj-lt"/>
              <a:buNone/>
              <a:defRPr sz="1834">
                <a:solidFill>
                  <a:schemeClr val="tx1"/>
                </a:solidFill>
              </a:defRPr>
            </a:lvl2pPr>
            <a:lvl3pPr marL="458595" indent="0">
              <a:spcBef>
                <a:spcPts val="0"/>
              </a:spcBef>
              <a:spcAft>
                <a:spcPts val="0"/>
              </a:spcAft>
              <a:buFont typeface="+mj-lt"/>
              <a:buNone/>
              <a:defRPr sz="1834">
                <a:solidFill>
                  <a:schemeClr val="tx1"/>
                </a:solidFill>
              </a:defRPr>
            </a:lvl3pPr>
            <a:lvl4pPr marL="458595" indent="0">
              <a:spcBef>
                <a:spcPts val="0"/>
              </a:spcBef>
              <a:spcAft>
                <a:spcPts val="0"/>
              </a:spcAft>
              <a:buNone/>
              <a:defRPr sz="1834">
                <a:solidFill>
                  <a:schemeClr val="tx1"/>
                </a:solidFill>
              </a:defRPr>
            </a:lvl4pPr>
            <a:lvl5pPr marL="458595" indent="0">
              <a:spcBef>
                <a:spcPts val="0"/>
              </a:spcBef>
              <a:spcAft>
                <a:spcPts val="0"/>
              </a:spcAft>
              <a:buFont typeface="+mj-lt"/>
              <a:buNone/>
              <a:defRPr sz="1834">
                <a:solidFill>
                  <a:schemeClr val="tx1"/>
                </a:solidFill>
              </a:defRPr>
            </a:lvl5pPr>
            <a:lvl6pPr marL="458595" indent="0">
              <a:spcBef>
                <a:spcPts val="0"/>
              </a:spcBef>
              <a:spcAft>
                <a:spcPts val="0"/>
              </a:spcAft>
              <a:buFont typeface="+mj-lt"/>
              <a:buNone/>
              <a:defRPr sz="1834">
                <a:solidFill>
                  <a:schemeClr val="tx1"/>
                </a:solidFill>
              </a:defRPr>
            </a:lvl6pPr>
            <a:lvl7pPr marL="458595" indent="0">
              <a:spcBef>
                <a:spcPts val="0"/>
              </a:spcBef>
              <a:spcAft>
                <a:spcPts val="0"/>
              </a:spcAft>
              <a:buFont typeface="+mj-lt"/>
              <a:buNone/>
              <a:defRPr sz="1834">
                <a:solidFill>
                  <a:schemeClr val="tx1"/>
                </a:solidFill>
              </a:defRPr>
            </a:lvl7pPr>
            <a:lvl8pPr marL="458595" indent="0">
              <a:spcBef>
                <a:spcPts val="0"/>
              </a:spcBef>
              <a:spcAft>
                <a:spcPts val="0"/>
              </a:spcAft>
              <a:buFont typeface="+mj-lt"/>
              <a:buNone/>
              <a:defRPr sz="1834">
                <a:solidFill>
                  <a:schemeClr val="tx1"/>
                </a:solidFill>
              </a:defRPr>
            </a:lvl8pPr>
            <a:lvl9pPr marL="458595" indent="0">
              <a:spcBef>
                <a:spcPts val="0"/>
              </a:spcBef>
              <a:spcAft>
                <a:spcPts val="0"/>
              </a:spcAft>
              <a:buFont typeface="+mj-lt"/>
              <a:buNone/>
              <a:defRPr sz="1834">
                <a:solidFill>
                  <a:schemeClr val="tx1"/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9" name="Bildplatzhalter 8">
            <a:extLst xmlns:a="http://schemas.openxmlformats.org/drawingml/2006/main">
              <a:ext uri="{FF2B5EF4-FFF2-40B4-BE49-F238E27FC236}">
                <a16:creationId xmlns:a16="http://schemas.microsoft.com/office/drawing/2014/main" id="{3675021C-79E6-11F4-F86F-7FB4DDE20A7A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7123326" y="1"/>
            <a:ext cx="5068675" cy="6858000"/>
          </a:xfrm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6" name="Gerader Verbinder 5">
            <a:extLst xmlns:a="http://schemas.openxmlformats.org/drawingml/2006/main">
              <a:ext uri="{FF2B5EF4-FFF2-40B4-BE49-F238E27FC236}">
                <a16:creationId xmlns:a16="http://schemas.microsoft.com/office/drawing/2014/main" id="{1F993A14-AD2D-49AD-9F3F-9FA06564F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FESTO-Logo">
            <a:extLst xmlns:a="http://schemas.openxmlformats.org/drawingml/2006/main">
              <a:ext uri="{FF2B5EF4-FFF2-40B4-BE49-F238E27FC236}">
                <a16:creationId xmlns:a16="http://schemas.microsoft.com/office/drawing/2014/main" id="{35FFA34E-8FC3-2461-93DD-6CCE57BCBB8F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488561" y="0"/>
            <a:ext cx="1217350" cy="122060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2e02122ce2004901">
              <a:extLst>
                <a:ext uri="{96DAC541-7B7A-43D3-8B79-37D633B846F1}">
                  <asvg:svgBlip xmlns:asvg="http://schemas.microsoft.com/office/drawing/2016/SVG/main" r:embed="R5a453cb4d1584338"/>
                </a:ext>
              </a:extLst>
            </a:blip>
            <a:srcRect l="0" t="0" r="0" b="0"/>
            <a:stretch>
              <a:fillRect l="-200" t="-900" r="0" b="100"/>
            </a:stretch>
          </a:blip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3" name="Datumsplatzhalter 2">
            <a:extLst xmlns:a="http://schemas.openxmlformats.org/drawingml/2006/main">
              <a:ext uri="{FF2B5EF4-FFF2-40B4-BE49-F238E27FC236}">
                <a16:creationId xmlns:a16="http://schemas.microsoft.com/office/drawing/2014/main" id="{D9320C13-E4DE-CCD8-8385-E2BA3B6122F0}"/>
              </a:ext>
            </a:extLst>
          </p:cNvPr>
          <p:cNvSpPr>
            <a:spLocks xmlns:a="http://schemas.openxmlformats.org/drawingml/2006/main" noGrp="1"/>
          </p:cNvSpPr>
          <p:nvPr>
            <p:ph type="dt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4" name="Fußzeilenplatzhalter 3">
            <a:extLst xmlns:a="http://schemas.openxmlformats.org/drawingml/2006/main">
              <a:ext uri="{FF2B5EF4-FFF2-40B4-BE49-F238E27FC236}">
                <a16:creationId xmlns:a16="http://schemas.microsoft.com/office/drawing/2014/main" id="{5910172C-7934-CDEC-A180-65F173A7617A}"/>
              </a:ext>
            </a:extLst>
          </p:cNvPr>
          <p:cNvSpPr>
            <a:spLocks xmlns:a="http://schemas.openxmlformats.org/drawingml/2006/main" noGrp="1"/>
          </p:cNvSpPr>
          <p:nvPr>
            <p:ph type="ftr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5" name="Foliennummernplatzhalter 4">
            <a:extLst xmlns:a="http://schemas.openxmlformats.org/drawingml/2006/main">
              <a:ext uri="{FF2B5EF4-FFF2-40B4-BE49-F238E27FC236}">
                <a16:creationId xmlns:a16="http://schemas.microsoft.com/office/drawing/2014/main" id="{86395ED0-EBC0-52CC-9CEE-CDE19B742B74}"/>
              </a:ext>
            </a:extLst>
          </p:cNvPr>
          <p:cNvSpPr>
            <a:spLocks xmlns:a="http://schemas.openxmlformats.org/drawingml/2006/main" noGrp="1"/>
          </p:cNvSpPr>
          <p:nvPr>
            <p:ph type="sldNum" idx="1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68.xml><?xml version="1.0" encoding="utf-8"?>
<p:sldLayout xmlns:p="http://schemas.openxmlformats.org/presentationml/2006/main" preserve="1">
  <p:cSld name="Agenda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2C65CC84-F51F-981C-9818-237CE520FF47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959377" y="933490"/>
            <a:ext cx="3009172" cy="954522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Agenda Titel</a:t>
            </a:r>
          </a:p>
        </p:txBody>
      </p:sp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479C6221-BAFE-3496-4DB6-276B07BA46A6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6" y="2475287"/>
            <a:ext cx="9173121" cy="4036497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458595" indent="-458595">
              <a:spcBef>
                <a:spcPts val="1834"/>
              </a:spcBef>
              <a:spcAft>
                <a:spcPts val="0"/>
              </a:spcAft>
              <a:buClr>
                <a:schemeClr val="accent4"/>
              </a:buClr>
              <a:buFont typeface="+mj-lt"/>
              <a:buAutoNum type="arabicPeriod"/>
              <a:defRPr b="0"/>
            </a:lvl1pPr>
            <a:lvl2pPr marL="458595" indent="0">
              <a:spcBef>
                <a:spcPts val="0"/>
              </a:spcBef>
              <a:spcAft>
                <a:spcPts val="0"/>
              </a:spcAft>
              <a:buFont typeface="+mj-lt"/>
              <a:buNone/>
              <a:defRPr sz="1834">
                <a:solidFill>
                  <a:schemeClr val="tx1"/>
                </a:solidFill>
              </a:defRPr>
            </a:lvl2pPr>
            <a:lvl3pPr marL="458595" indent="0">
              <a:spcBef>
                <a:spcPts val="0"/>
              </a:spcBef>
              <a:spcAft>
                <a:spcPts val="0"/>
              </a:spcAft>
              <a:buFont typeface="+mj-lt"/>
              <a:buNone/>
              <a:defRPr sz="1834">
                <a:solidFill>
                  <a:schemeClr val="tx1"/>
                </a:solidFill>
              </a:defRPr>
            </a:lvl3pPr>
            <a:lvl4pPr marL="458595" indent="0">
              <a:spcBef>
                <a:spcPts val="0"/>
              </a:spcBef>
              <a:spcAft>
                <a:spcPts val="0"/>
              </a:spcAft>
              <a:buNone/>
              <a:defRPr sz="1834">
                <a:solidFill>
                  <a:schemeClr val="tx1"/>
                </a:solidFill>
              </a:defRPr>
            </a:lvl4pPr>
            <a:lvl5pPr marL="458595" indent="0">
              <a:spcBef>
                <a:spcPts val="0"/>
              </a:spcBef>
              <a:spcAft>
                <a:spcPts val="0"/>
              </a:spcAft>
              <a:buFont typeface="+mj-lt"/>
              <a:buNone/>
              <a:defRPr sz="1834">
                <a:solidFill>
                  <a:schemeClr val="tx1"/>
                </a:solidFill>
              </a:defRPr>
            </a:lvl5pPr>
            <a:lvl6pPr marL="458595" indent="0">
              <a:spcBef>
                <a:spcPts val="0"/>
              </a:spcBef>
              <a:spcAft>
                <a:spcPts val="0"/>
              </a:spcAft>
              <a:buFont typeface="+mj-lt"/>
              <a:buNone/>
              <a:defRPr sz="1834">
                <a:solidFill>
                  <a:schemeClr val="tx1"/>
                </a:solidFill>
              </a:defRPr>
            </a:lvl6pPr>
            <a:lvl7pPr marL="458595" indent="0">
              <a:spcBef>
                <a:spcPts val="0"/>
              </a:spcBef>
              <a:spcAft>
                <a:spcPts val="0"/>
              </a:spcAft>
              <a:buFont typeface="+mj-lt"/>
              <a:buNone/>
              <a:defRPr sz="1834">
                <a:solidFill>
                  <a:schemeClr val="tx1"/>
                </a:solidFill>
              </a:defRPr>
            </a:lvl7pPr>
            <a:lvl8pPr marL="458595" indent="0">
              <a:spcBef>
                <a:spcPts val="0"/>
              </a:spcBef>
              <a:spcAft>
                <a:spcPts val="0"/>
              </a:spcAft>
              <a:buFont typeface="+mj-lt"/>
              <a:buNone/>
              <a:defRPr sz="1834">
                <a:solidFill>
                  <a:schemeClr val="tx1"/>
                </a:solidFill>
              </a:defRPr>
            </a:lvl8pPr>
            <a:lvl9pPr marL="458595" indent="0">
              <a:spcBef>
                <a:spcPts val="0"/>
              </a:spcBef>
              <a:spcAft>
                <a:spcPts val="0"/>
              </a:spcAft>
              <a:buFont typeface="+mj-lt"/>
              <a:buNone/>
              <a:defRPr sz="1834">
                <a:solidFill>
                  <a:schemeClr val="tx1"/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3" name="Gerader Verbinder 2">
            <a:extLst xmlns:a="http://schemas.openxmlformats.org/drawingml/2006/main">
              <a:ext uri="{FF2B5EF4-FFF2-40B4-BE49-F238E27FC236}">
                <a16:creationId xmlns:a16="http://schemas.microsoft.com/office/drawing/2014/main" id="{1A2B2C95-4BFE-4C7D-9DDC-CDBF02CE7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" name="Datumsplatzhalter 5">
            <a:extLst xmlns:a="http://schemas.openxmlformats.org/drawingml/2006/main">
              <a:ext uri="{FF2B5EF4-FFF2-40B4-BE49-F238E27FC236}">
                <a16:creationId xmlns:a16="http://schemas.microsoft.com/office/drawing/2014/main" id="{A4A13CC5-AAC5-DB9B-795C-96179337FD65}"/>
              </a:ext>
            </a:extLst>
          </p:cNvPr>
          <p:cNvSpPr>
            <a:spLocks xmlns:a="http://schemas.openxmlformats.org/drawingml/2006/main" noGrp="1"/>
          </p:cNvSpPr>
          <p:nvPr>
            <p:ph type="dt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8" name="Fußzeilenplatzhalter 7">
            <a:extLst xmlns:a="http://schemas.openxmlformats.org/drawingml/2006/main">
              <a:ext uri="{FF2B5EF4-FFF2-40B4-BE49-F238E27FC236}">
                <a16:creationId xmlns:a16="http://schemas.microsoft.com/office/drawing/2014/main" id="{E699CFAE-313F-CD58-4563-B6AA6D388C75}"/>
              </a:ext>
            </a:extLst>
          </p:cNvPr>
          <p:cNvSpPr>
            <a:spLocks xmlns:a="http://schemas.openxmlformats.org/drawingml/2006/main" noGrp="1"/>
          </p:cNvSpPr>
          <p:nvPr>
            <p:ph type="ftr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0" name="Foliennummernplatzhalter 9">
            <a:extLst xmlns:a="http://schemas.openxmlformats.org/drawingml/2006/main">
              <a:ext uri="{FF2B5EF4-FFF2-40B4-BE49-F238E27FC236}">
                <a16:creationId xmlns:a16="http://schemas.microsoft.com/office/drawing/2014/main" id="{DF52CCBD-5B28-346F-2D75-F25EF36C18EE}"/>
              </a:ext>
            </a:extLst>
          </p:cNvPr>
          <p:cNvSpPr>
            <a:spLocks xmlns:a="http://schemas.openxmlformats.org/drawingml/2006/main" noGrp="1"/>
          </p:cNvSpPr>
          <p:nvPr>
            <p:ph type="sldNum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69.xml><?xml version="1.0" encoding="utf-8"?>
<p:sldLayout xmlns:p="http://schemas.openxmlformats.org/presentationml/2006/main" preserve="1">
  <p:cSld name="Divider + Fullscreen Pictur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Bildplatzhalter 8">
            <a:extLst xmlns:a="http://schemas.openxmlformats.org/drawingml/2006/main">
              <a:ext uri="{FF2B5EF4-FFF2-40B4-BE49-F238E27FC236}">
                <a16:creationId xmlns:a16="http://schemas.microsoft.com/office/drawing/2014/main" id="{FAC117FD-470D-2D7A-475A-47983E4B22FB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0" y="1"/>
            <a:ext cx="12192000" cy="6858000"/>
          </a:xfrm>
        </p:spPr>
        <p:txBody>
          <a:bodyPr xmlns:a="http://schemas.openxmlformats.org/drawingml/2006/main" lIns="6264000" tIns="540000" anchor="ctr"/>
          <a:lstStyle xmlns:a="http://schemas.openxmlformats.org/drawingml/2006/main">
            <a:lvl1pPr marL="0" indent="0" algn="l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E09CFDC6-3065-D922-CF6E-9504EB7B0A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" y="1"/>
            <a:ext cx="5503185" cy="685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936000" tIns="2448000" rIns="504000">
            <a:noAutofit/>
          </a:bodyPr>
          <a:lstStyle xmlns:a="http://schemas.openxmlformats.org/drawingml/2006/main">
            <a:lvl1pPr>
              <a:buNone/>
              <a:defRPr sz="4484"/>
            </a:lvl1pPr>
          </a:lstStyle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6" name="FESTO-Logo">
            <a:extLst xmlns:a="http://schemas.openxmlformats.org/drawingml/2006/main">
              <a:ext uri="{FF2B5EF4-FFF2-40B4-BE49-F238E27FC236}">
                <a16:creationId xmlns:a16="http://schemas.microsoft.com/office/drawing/2014/main" id="{5079EA0B-06F5-9F65-A5D0-0D2943694D00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488561" y="0"/>
            <a:ext cx="1217350" cy="122060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ab591da1fdbd4eb6">
              <a:extLst>
                <a:ext uri="{96DAC541-7B7A-43D3-8B79-37D633B846F1}">
                  <asvg:svgBlip xmlns:asvg="http://schemas.microsoft.com/office/drawing/2016/SVG/main" r:embed="Ra9ba56bf4ae24b23"/>
                </a:ext>
              </a:extLst>
            </a:blip>
            <a:srcRect l="0" t="0" r="0" b="0"/>
            <a:stretch>
              <a:fillRect l="-200" t="-900" r="0" b="100"/>
            </a:stretch>
          </a:blip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3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F708548B-DDCD-C6D3-AB29-51D26DA4DE85}"/>
              </a:ext>
            </a:extLst>
          </p:cNvPr>
          <p:cNvSpPr>
            <a:spLocks xmlns:a="http://schemas.openxmlformats.org/drawingml/2006/main" noGrp="1"/>
          </p:cNvSpPr>
          <p:nvPr>
            <p:ph type="dgm" idx="18"/>
          </p:nvPr>
        </p:nvSpPr>
        <p:spPr>
          <a:xfrm xmlns:a="http://schemas.openxmlformats.org/drawingml/2006/main" flipV="1">
            <a:off x="19415" y="2759215"/>
            <a:ext cx="755967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7" name="Datumsplatzhalter 6">
            <a:extLst xmlns:a="http://schemas.openxmlformats.org/drawingml/2006/main">
              <a:ext uri="{FF2B5EF4-FFF2-40B4-BE49-F238E27FC236}">
                <a16:creationId xmlns:a16="http://schemas.microsoft.com/office/drawing/2014/main" id="{1E174B5A-F8CA-BEC1-1B1D-C026F3742E2C}"/>
              </a:ext>
            </a:extLst>
          </p:cNvPr>
          <p:cNvSpPr>
            <a:spLocks xmlns:a="http://schemas.openxmlformats.org/drawingml/2006/main" noGrp="1"/>
          </p:cNvSpPr>
          <p:nvPr>
            <p:ph type="dt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0" name="Fußzeilenplatzhalter 9">
            <a:extLst xmlns:a="http://schemas.openxmlformats.org/drawingml/2006/main">
              <a:ext uri="{FF2B5EF4-FFF2-40B4-BE49-F238E27FC236}">
                <a16:creationId xmlns:a16="http://schemas.microsoft.com/office/drawing/2014/main" id="{C02714C1-712C-0774-10FC-3337450E9D9D}"/>
              </a:ext>
            </a:extLst>
          </p:cNvPr>
          <p:cNvSpPr>
            <a:spLocks xmlns:a="http://schemas.openxmlformats.org/drawingml/2006/main" noGrp="1"/>
          </p:cNvSpPr>
          <p:nvPr>
            <p:ph type="ftr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2" name="Foliennummernplatzhalter 11">
            <a:extLst xmlns:a="http://schemas.openxmlformats.org/drawingml/2006/main">
              <a:ext uri="{FF2B5EF4-FFF2-40B4-BE49-F238E27FC236}">
                <a16:creationId xmlns:a16="http://schemas.microsoft.com/office/drawing/2014/main" id="{367D09B0-2E45-B728-AF7F-6BDFD386C573}"/>
              </a:ext>
            </a:extLst>
          </p:cNvPr>
          <p:cNvSpPr>
            <a:spLocks xmlns:a="http://schemas.openxmlformats.org/drawingml/2006/main" noGrp="1"/>
          </p:cNvSpPr>
          <p:nvPr>
            <p:ph type="sldNum" idx="2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70.xml><?xml version="1.0" encoding="utf-8"?>
<p:sldLayout xmlns:p="http://schemas.openxmlformats.org/presentationml/2006/main" preserve="1">
  <p:cSld name="Divider + Fullscreen Picture - without ribb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Bildplatzhalter 8">
            <a:extLst xmlns:a="http://schemas.openxmlformats.org/drawingml/2006/main">
              <a:ext uri="{FF2B5EF4-FFF2-40B4-BE49-F238E27FC236}">
                <a16:creationId xmlns:a16="http://schemas.microsoft.com/office/drawing/2014/main" id="{FAC117FD-470D-2D7A-475A-47983E4B22FB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0" y="1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lIns="6264000" tIns="540000" anchor="ctr"/>
          <a:lstStyle xmlns:a="http://schemas.openxmlformats.org/drawingml/2006/main">
            <a:lvl1pPr marL="0" indent="0" algn="l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E09CFDC6-3065-D922-CF6E-9504EB7B0A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" y="1"/>
            <a:ext cx="5503185" cy="685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936000" tIns="2448000" rIns="504000">
            <a:noAutofit/>
          </a:bodyPr>
          <a:lstStyle xmlns:a="http://schemas.openxmlformats.org/drawingml/2006/main">
            <a:lvl1pPr>
              <a:buNone/>
              <a:defRPr sz="4484"/>
            </a:lvl1pPr>
          </a:lstStyle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5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42893AD1-0AEB-9155-964C-B8501008697A}"/>
              </a:ext>
            </a:extLst>
          </p:cNvPr>
          <p:cNvSpPr>
            <a:spLocks xmlns:a="http://schemas.openxmlformats.org/drawingml/2006/main" noGrp="1"/>
          </p:cNvSpPr>
          <p:nvPr>
            <p:ph type="dgm" idx="18"/>
          </p:nvPr>
        </p:nvSpPr>
        <p:spPr>
          <a:xfrm xmlns:a="http://schemas.openxmlformats.org/drawingml/2006/main" flipV="1">
            <a:off x="19415" y="2759215"/>
            <a:ext cx="755967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8" name="Untertitel 2">
            <a:extLst xmlns:a="http://schemas.openxmlformats.org/drawingml/2006/main">
              <a:ext uri="{FF2B5EF4-FFF2-40B4-BE49-F238E27FC236}">
                <a16:creationId xmlns:a16="http://schemas.microsoft.com/office/drawing/2014/main" id="{05C8E4B2-E1A4-36FD-9A12-D996C8F6B10D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649620" y="893160"/>
            <a:ext cx="895233" cy="162409"/>
          </a:xfrm>
          <a:custGeom xmlns:a="http://schemas.openxmlformats.org/drawingml/2006/main">
            <a:gdLst>
              <a:gd name="connsiteX0" fmla="*/ 752298 w 867271"/>
              <a:gd name="connsiteY0" fmla="*/ 31510 h 157430"/>
              <a:gd name="connsiteX1" fmla="*/ 741899 w 867271"/>
              <a:gd name="connsiteY1" fmla="*/ 41995 h 157430"/>
              <a:gd name="connsiteX2" fmla="*/ 741899 w 867271"/>
              <a:gd name="connsiteY2" fmla="*/ 115437 h 157430"/>
              <a:gd name="connsiteX3" fmla="*/ 741899 w 867271"/>
              <a:gd name="connsiteY3" fmla="*/ 115481 h 157430"/>
              <a:gd name="connsiteX4" fmla="*/ 752359 w 867271"/>
              <a:gd name="connsiteY4" fmla="*/ 125950 h 157430"/>
              <a:gd name="connsiteX5" fmla="*/ 815045 w 867271"/>
              <a:gd name="connsiteY5" fmla="*/ 125950 h 157430"/>
              <a:gd name="connsiteX6" fmla="*/ 815087 w 867271"/>
              <a:gd name="connsiteY6" fmla="*/ 125950 h 157430"/>
              <a:gd name="connsiteX7" fmla="*/ 825501 w 867271"/>
              <a:gd name="connsiteY7" fmla="*/ 115437 h 157430"/>
              <a:gd name="connsiteX8" fmla="*/ 825497 w 867271"/>
              <a:gd name="connsiteY8" fmla="*/ 41997 h 157430"/>
              <a:gd name="connsiteX9" fmla="*/ 825497 w 867271"/>
              <a:gd name="connsiteY9" fmla="*/ 41934 h 157430"/>
              <a:gd name="connsiteX10" fmla="*/ 815041 w 867271"/>
              <a:gd name="connsiteY10" fmla="*/ 31510 h 157430"/>
              <a:gd name="connsiteX11" fmla="*/ 752355 w 867271"/>
              <a:gd name="connsiteY11" fmla="*/ 31510 h 157430"/>
              <a:gd name="connsiteX12" fmla="*/ 752298 w 867271"/>
              <a:gd name="connsiteY12" fmla="*/ 31510 h 157430"/>
              <a:gd name="connsiteX13" fmla="*/ 731443 w 867271"/>
              <a:gd name="connsiteY13" fmla="*/ 1 h 157430"/>
              <a:gd name="connsiteX14" fmla="*/ 835957 w 867271"/>
              <a:gd name="connsiteY14" fmla="*/ 1 h 157430"/>
              <a:gd name="connsiteX15" fmla="*/ 835991 w 867271"/>
              <a:gd name="connsiteY15" fmla="*/ 1 h 157430"/>
              <a:gd name="connsiteX16" fmla="*/ 867271 w 867271"/>
              <a:gd name="connsiteY16" fmla="*/ 31510 h 157430"/>
              <a:gd name="connsiteX17" fmla="*/ 867271 w 867271"/>
              <a:gd name="connsiteY17" fmla="*/ 125950 h 157430"/>
              <a:gd name="connsiteX18" fmla="*/ 867271 w 867271"/>
              <a:gd name="connsiteY18" fmla="*/ 126003 h 157430"/>
              <a:gd name="connsiteX19" fmla="*/ 835957 w 867271"/>
              <a:gd name="connsiteY19" fmla="*/ 157430 h 157430"/>
              <a:gd name="connsiteX20" fmla="*/ 731443 w 867271"/>
              <a:gd name="connsiteY20" fmla="*/ 157430 h 157430"/>
              <a:gd name="connsiteX21" fmla="*/ 700129 w 867271"/>
              <a:gd name="connsiteY21" fmla="*/ 125950 h 157430"/>
              <a:gd name="connsiteX22" fmla="*/ 700129 w 867271"/>
              <a:gd name="connsiteY22" fmla="*/ 31510 h 157430"/>
              <a:gd name="connsiteX23" fmla="*/ 731443 w 867271"/>
              <a:gd name="connsiteY23" fmla="*/ 1 h 157430"/>
              <a:gd name="connsiteX24" fmla="*/ 527701 w 867271"/>
              <a:gd name="connsiteY24" fmla="*/ 1 h 157430"/>
              <a:gd name="connsiteX25" fmla="*/ 527728 w 867271"/>
              <a:gd name="connsiteY25" fmla="*/ 1 h 157430"/>
              <a:gd name="connsiteX26" fmla="*/ 684414 w 867271"/>
              <a:gd name="connsiteY26" fmla="*/ 1 h 157430"/>
              <a:gd name="connsiteX27" fmla="*/ 689673 w 867271"/>
              <a:gd name="connsiteY27" fmla="*/ 5244 h 157430"/>
              <a:gd name="connsiteX28" fmla="*/ 689673 w 867271"/>
              <a:gd name="connsiteY28" fmla="*/ 5271 h 157430"/>
              <a:gd name="connsiteX29" fmla="*/ 689673 w 867271"/>
              <a:gd name="connsiteY29" fmla="*/ 26268 h 157430"/>
              <a:gd name="connsiteX30" fmla="*/ 684426 w 867271"/>
              <a:gd name="connsiteY30" fmla="*/ 31510 h 157430"/>
              <a:gd name="connsiteX31" fmla="*/ 684414 w 867271"/>
              <a:gd name="connsiteY31" fmla="*/ 31510 h 157430"/>
              <a:gd name="connsiteX32" fmla="*/ 632188 w 867271"/>
              <a:gd name="connsiteY32" fmla="*/ 31510 h 157430"/>
              <a:gd name="connsiteX33" fmla="*/ 626987 w 867271"/>
              <a:gd name="connsiteY33" fmla="*/ 36737 h 157430"/>
              <a:gd name="connsiteX34" fmla="*/ 626987 w 867271"/>
              <a:gd name="connsiteY34" fmla="*/ 36751 h 157430"/>
              <a:gd name="connsiteX35" fmla="*/ 626987 w 867271"/>
              <a:gd name="connsiteY35" fmla="*/ 152157 h 157430"/>
              <a:gd name="connsiteX36" fmla="*/ 621759 w 867271"/>
              <a:gd name="connsiteY36" fmla="*/ 157428 h 157430"/>
              <a:gd name="connsiteX37" fmla="*/ 621728 w 867271"/>
              <a:gd name="connsiteY37" fmla="*/ 157428 h 157430"/>
              <a:gd name="connsiteX38" fmla="*/ 590418 w 867271"/>
              <a:gd name="connsiteY38" fmla="*/ 157428 h 157430"/>
              <a:gd name="connsiteX39" fmla="*/ 585159 w 867271"/>
              <a:gd name="connsiteY39" fmla="*/ 152185 h 157430"/>
              <a:gd name="connsiteX40" fmla="*/ 585159 w 867271"/>
              <a:gd name="connsiteY40" fmla="*/ 152157 h 157430"/>
              <a:gd name="connsiteX41" fmla="*/ 585159 w 867271"/>
              <a:gd name="connsiteY41" fmla="*/ 36751 h 157430"/>
              <a:gd name="connsiteX42" fmla="*/ 579973 w 867271"/>
              <a:gd name="connsiteY42" fmla="*/ 31510 h 157430"/>
              <a:gd name="connsiteX43" fmla="*/ 579962 w 867271"/>
              <a:gd name="connsiteY43" fmla="*/ 31510 h 157430"/>
              <a:gd name="connsiteX44" fmla="*/ 527728 w 867271"/>
              <a:gd name="connsiteY44" fmla="*/ 31510 h 157430"/>
              <a:gd name="connsiteX45" fmla="*/ 522469 w 867271"/>
              <a:gd name="connsiteY45" fmla="*/ 26284 h 157430"/>
              <a:gd name="connsiteX46" fmla="*/ 522469 w 867271"/>
              <a:gd name="connsiteY46" fmla="*/ 26268 h 157430"/>
              <a:gd name="connsiteX47" fmla="*/ 522469 w 867271"/>
              <a:gd name="connsiteY47" fmla="*/ 5271 h 157430"/>
              <a:gd name="connsiteX48" fmla="*/ 527701 w 867271"/>
              <a:gd name="connsiteY48" fmla="*/ 1 h 157430"/>
              <a:gd name="connsiteX49" fmla="*/ 376185 w 867271"/>
              <a:gd name="connsiteY49" fmla="*/ 1 h 157430"/>
              <a:gd name="connsiteX50" fmla="*/ 480695 w 867271"/>
              <a:gd name="connsiteY50" fmla="*/ 1 h 157430"/>
              <a:gd name="connsiteX51" fmla="*/ 512009 w 867271"/>
              <a:gd name="connsiteY51" fmla="*/ 31510 h 157430"/>
              <a:gd name="connsiteX52" fmla="*/ 512009 w 867271"/>
              <a:gd name="connsiteY52" fmla="*/ 36751 h 157430"/>
              <a:gd name="connsiteX53" fmla="*/ 506812 w 867271"/>
              <a:gd name="connsiteY53" fmla="*/ 41995 h 157430"/>
              <a:gd name="connsiteX54" fmla="*/ 475436 w 867271"/>
              <a:gd name="connsiteY54" fmla="*/ 41995 h 157430"/>
              <a:gd name="connsiteX55" fmla="*/ 470239 w 867271"/>
              <a:gd name="connsiteY55" fmla="*/ 36751 h 157430"/>
              <a:gd name="connsiteX56" fmla="*/ 470239 w 867271"/>
              <a:gd name="connsiteY56" fmla="*/ 36704 h 157430"/>
              <a:gd name="connsiteX57" fmla="*/ 464980 w 867271"/>
              <a:gd name="connsiteY57" fmla="*/ 31510 h 157430"/>
              <a:gd name="connsiteX58" fmla="*/ 397082 w 867271"/>
              <a:gd name="connsiteY58" fmla="*/ 31510 h 157430"/>
              <a:gd name="connsiteX59" fmla="*/ 397059 w 867271"/>
              <a:gd name="connsiteY59" fmla="*/ 31510 h 157430"/>
              <a:gd name="connsiteX60" fmla="*/ 386626 w 867271"/>
              <a:gd name="connsiteY60" fmla="*/ 41995 h 157430"/>
              <a:gd name="connsiteX61" fmla="*/ 386626 w 867271"/>
              <a:gd name="connsiteY61" fmla="*/ 52478 h 157430"/>
              <a:gd name="connsiteX62" fmla="*/ 397082 w 867271"/>
              <a:gd name="connsiteY62" fmla="*/ 62991 h 157430"/>
              <a:gd name="connsiteX63" fmla="*/ 480695 w 867271"/>
              <a:gd name="connsiteY63" fmla="*/ 62991 h 157430"/>
              <a:gd name="connsiteX64" fmla="*/ 512009 w 867271"/>
              <a:gd name="connsiteY64" fmla="*/ 94440 h 157430"/>
              <a:gd name="connsiteX65" fmla="*/ 512009 w 867271"/>
              <a:gd name="connsiteY65" fmla="*/ 125950 h 157430"/>
              <a:gd name="connsiteX66" fmla="*/ 480695 w 867271"/>
              <a:gd name="connsiteY66" fmla="*/ 157430 h 157430"/>
              <a:gd name="connsiteX67" fmla="*/ 376185 w 867271"/>
              <a:gd name="connsiteY67" fmla="*/ 157430 h 157430"/>
              <a:gd name="connsiteX68" fmla="*/ 376160 w 867271"/>
              <a:gd name="connsiteY68" fmla="*/ 157430 h 157430"/>
              <a:gd name="connsiteX69" fmla="*/ 344842 w 867271"/>
              <a:gd name="connsiteY69" fmla="*/ 125950 h 157430"/>
              <a:gd name="connsiteX70" fmla="*/ 344842 w 867271"/>
              <a:gd name="connsiteY70" fmla="*/ 120678 h 157430"/>
              <a:gd name="connsiteX71" fmla="*/ 350047 w 867271"/>
              <a:gd name="connsiteY71" fmla="*/ 115437 h 157430"/>
              <a:gd name="connsiteX72" fmla="*/ 381413 w 867271"/>
              <a:gd name="connsiteY72" fmla="*/ 115437 h 157430"/>
              <a:gd name="connsiteX73" fmla="*/ 386626 w 867271"/>
              <a:gd name="connsiteY73" fmla="*/ 120678 h 157430"/>
              <a:gd name="connsiteX74" fmla="*/ 391854 w 867271"/>
              <a:gd name="connsiteY74" fmla="*/ 125950 h 157430"/>
              <a:gd name="connsiteX75" fmla="*/ 459783 w 867271"/>
              <a:gd name="connsiteY75" fmla="*/ 125950 h 157430"/>
              <a:gd name="connsiteX76" fmla="*/ 459825 w 867271"/>
              <a:gd name="connsiteY76" fmla="*/ 125950 h 157430"/>
              <a:gd name="connsiteX77" fmla="*/ 470239 w 867271"/>
              <a:gd name="connsiteY77" fmla="*/ 115437 h 157430"/>
              <a:gd name="connsiteX78" fmla="*/ 470239 w 867271"/>
              <a:gd name="connsiteY78" fmla="*/ 104954 h 157430"/>
              <a:gd name="connsiteX79" fmla="*/ 470239 w 867271"/>
              <a:gd name="connsiteY79" fmla="*/ 104947 h 157430"/>
              <a:gd name="connsiteX80" fmla="*/ 459783 w 867271"/>
              <a:gd name="connsiteY80" fmla="*/ 94440 h 157430"/>
              <a:gd name="connsiteX81" fmla="*/ 376185 w 867271"/>
              <a:gd name="connsiteY81" fmla="*/ 94440 h 157430"/>
              <a:gd name="connsiteX82" fmla="*/ 376176 w 867271"/>
              <a:gd name="connsiteY82" fmla="*/ 94440 h 157430"/>
              <a:gd name="connsiteX83" fmla="*/ 344842 w 867271"/>
              <a:gd name="connsiteY83" fmla="*/ 62991 h 157430"/>
              <a:gd name="connsiteX84" fmla="*/ 344842 w 867271"/>
              <a:gd name="connsiteY84" fmla="*/ 31510 h 157430"/>
              <a:gd name="connsiteX85" fmla="*/ 344842 w 867271"/>
              <a:gd name="connsiteY85" fmla="*/ 31505 h 157430"/>
              <a:gd name="connsiteX86" fmla="*/ 376185 w 867271"/>
              <a:gd name="connsiteY86" fmla="*/ 1 h 157430"/>
              <a:gd name="connsiteX87" fmla="*/ 172420 w 867271"/>
              <a:gd name="connsiteY87" fmla="*/ 1 h 157430"/>
              <a:gd name="connsiteX88" fmla="*/ 172424 w 867271"/>
              <a:gd name="connsiteY88" fmla="*/ 1 h 157430"/>
              <a:gd name="connsiteX89" fmla="*/ 329162 w 867271"/>
              <a:gd name="connsiteY89" fmla="*/ 1 h 157430"/>
              <a:gd name="connsiteX90" fmla="*/ 334390 w 867271"/>
              <a:gd name="connsiteY90" fmla="*/ 5271 h 157430"/>
              <a:gd name="connsiteX91" fmla="*/ 334390 w 867271"/>
              <a:gd name="connsiteY91" fmla="*/ 26268 h 157430"/>
              <a:gd name="connsiteX92" fmla="*/ 329162 w 867271"/>
              <a:gd name="connsiteY92" fmla="*/ 31510 h 157430"/>
              <a:gd name="connsiteX93" fmla="*/ 214223 w 867271"/>
              <a:gd name="connsiteY93" fmla="*/ 31510 h 157430"/>
              <a:gd name="connsiteX94" fmla="*/ 208995 w 867271"/>
              <a:gd name="connsiteY94" fmla="*/ 36722 h 157430"/>
              <a:gd name="connsiteX95" fmla="*/ 208995 w 867271"/>
              <a:gd name="connsiteY95" fmla="*/ 36751 h 157430"/>
              <a:gd name="connsiteX96" fmla="*/ 208995 w 867271"/>
              <a:gd name="connsiteY96" fmla="*/ 57748 h 157430"/>
              <a:gd name="connsiteX97" fmla="*/ 214223 w 867271"/>
              <a:gd name="connsiteY97" fmla="*/ 62991 h 157430"/>
              <a:gd name="connsiteX98" fmla="*/ 318706 w 867271"/>
              <a:gd name="connsiteY98" fmla="*/ 62991 h 157430"/>
              <a:gd name="connsiteX99" fmla="*/ 323935 w 867271"/>
              <a:gd name="connsiteY99" fmla="*/ 68228 h 157430"/>
              <a:gd name="connsiteX100" fmla="*/ 323935 w 867271"/>
              <a:gd name="connsiteY100" fmla="*/ 68232 h 157430"/>
              <a:gd name="connsiteX101" fmla="*/ 323935 w 867271"/>
              <a:gd name="connsiteY101" fmla="*/ 89229 h 157430"/>
              <a:gd name="connsiteX102" fmla="*/ 318706 w 867271"/>
              <a:gd name="connsiteY102" fmla="*/ 94440 h 157430"/>
              <a:gd name="connsiteX103" fmla="*/ 214223 w 867271"/>
              <a:gd name="connsiteY103" fmla="*/ 94440 h 157430"/>
              <a:gd name="connsiteX104" fmla="*/ 208995 w 867271"/>
              <a:gd name="connsiteY104" fmla="*/ 99703 h 157430"/>
              <a:gd name="connsiteX105" fmla="*/ 208995 w 867271"/>
              <a:gd name="connsiteY105" fmla="*/ 99712 h 157430"/>
              <a:gd name="connsiteX106" fmla="*/ 208995 w 867271"/>
              <a:gd name="connsiteY106" fmla="*/ 120678 h 157430"/>
              <a:gd name="connsiteX107" fmla="*/ 214214 w 867271"/>
              <a:gd name="connsiteY107" fmla="*/ 125950 h 157430"/>
              <a:gd name="connsiteX108" fmla="*/ 214223 w 867271"/>
              <a:gd name="connsiteY108" fmla="*/ 125950 h 157430"/>
              <a:gd name="connsiteX109" fmla="*/ 329162 w 867271"/>
              <a:gd name="connsiteY109" fmla="*/ 125950 h 157430"/>
              <a:gd name="connsiteX110" fmla="*/ 334390 w 867271"/>
              <a:gd name="connsiteY110" fmla="*/ 131188 h 157430"/>
              <a:gd name="connsiteX111" fmla="*/ 334390 w 867271"/>
              <a:gd name="connsiteY111" fmla="*/ 131192 h 157430"/>
              <a:gd name="connsiteX112" fmla="*/ 334390 w 867271"/>
              <a:gd name="connsiteY112" fmla="*/ 152157 h 157430"/>
              <a:gd name="connsiteX113" fmla="*/ 329162 w 867271"/>
              <a:gd name="connsiteY113" fmla="*/ 157428 h 157430"/>
              <a:gd name="connsiteX114" fmla="*/ 172424 w 867271"/>
              <a:gd name="connsiteY114" fmla="*/ 157428 h 157430"/>
              <a:gd name="connsiteX115" fmla="*/ 167195 w 867271"/>
              <a:gd name="connsiteY115" fmla="*/ 152162 h 157430"/>
              <a:gd name="connsiteX116" fmla="*/ 167195 w 867271"/>
              <a:gd name="connsiteY116" fmla="*/ 152157 h 157430"/>
              <a:gd name="connsiteX117" fmla="*/ 167195 w 867271"/>
              <a:gd name="connsiteY117" fmla="*/ 5271 h 157430"/>
              <a:gd name="connsiteX118" fmla="*/ 172420 w 867271"/>
              <a:gd name="connsiteY118" fmla="*/ 1 h 157430"/>
              <a:gd name="connsiteX119" fmla="*/ 5229 w 867271"/>
              <a:gd name="connsiteY119" fmla="*/ 1 h 157430"/>
              <a:gd name="connsiteX120" fmla="*/ 151513 w 867271"/>
              <a:gd name="connsiteY120" fmla="*/ 1 h 157430"/>
              <a:gd name="connsiteX121" fmla="*/ 156742 w 867271"/>
              <a:gd name="connsiteY121" fmla="*/ 5268 h 157430"/>
              <a:gd name="connsiteX122" fmla="*/ 156742 w 867271"/>
              <a:gd name="connsiteY122" fmla="*/ 5271 h 157430"/>
              <a:gd name="connsiteX123" fmla="*/ 156742 w 867271"/>
              <a:gd name="connsiteY123" fmla="*/ 26268 h 157430"/>
              <a:gd name="connsiteX124" fmla="*/ 151513 w 867271"/>
              <a:gd name="connsiteY124" fmla="*/ 31510 h 157430"/>
              <a:gd name="connsiteX125" fmla="*/ 47030 w 867271"/>
              <a:gd name="connsiteY125" fmla="*/ 31510 h 157430"/>
              <a:gd name="connsiteX126" fmla="*/ 41801 w 867271"/>
              <a:gd name="connsiteY126" fmla="*/ 36751 h 157430"/>
              <a:gd name="connsiteX127" fmla="*/ 41801 w 867271"/>
              <a:gd name="connsiteY127" fmla="*/ 57748 h 157430"/>
              <a:gd name="connsiteX128" fmla="*/ 47030 w 867271"/>
              <a:gd name="connsiteY128" fmla="*/ 62991 h 157430"/>
              <a:gd name="connsiteX129" fmla="*/ 141083 w 867271"/>
              <a:gd name="connsiteY129" fmla="*/ 62991 h 157430"/>
              <a:gd name="connsiteX130" fmla="*/ 146312 w 867271"/>
              <a:gd name="connsiteY130" fmla="*/ 68232 h 157430"/>
              <a:gd name="connsiteX131" fmla="*/ 146284 w 867271"/>
              <a:gd name="connsiteY131" fmla="*/ 89229 h 157430"/>
              <a:gd name="connsiteX132" fmla="*/ 141082 w 867271"/>
              <a:gd name="connsiteY132" fmla="*/ 94440 h 157430"/>
              <a:gd name="connsiteX133" fmla="*/ 47028 w 867271"/>
              <a:gd name="connsiteY133" fmla="*/ 94440 h 157430"/>
              <a:gd name="connsiteX134" fmla="*/ 41801 w 867271"/>
              <a:gd name="connsiteY134" fmla="*/ 99712 h 157430"/>
              <a:gd name="connsiteX135" fmla="*/ 41801 w 867271"/>
              <a:gd name="connsiteY135" fmla="*/ 152157 h 157430"/>
              <a:gd name="connsiteX136" fmla="*/ 36579 w 867271"/>
              <a:gd name="connsiteY136" fmla="*/ 157428 h 157430"/>
              <a:gd name="connsiteX137" fmla="*/ 36572 w 867271"/>
              <a:gd name="connsiteY137" fmla="*/ 157428 h 157430"/>
              <a:gd name="connsiteX138" fmla="*/ 5229 w 867271"/>
              <a:gd name="connsiteY138" fmla="*/ 157430 h 157430"/>
              <a:gd name="connsiteX139" fmla="*/ 0 w 867271"/>
              <a:gd name="connsiteY139" fmla="*/ 152157 h 157430"/>
              <a:gd name="connsiteX140" fmla="*/ 0 w 867271"/>
              <a:gd name="connsiteY140" fmla="*/ 5271 h 157430"/>
              <a:gd name="connsiteX141" fmla="*/ 5229 w 867271"/>
              <a:gd name="connsiteY141" fmla="*/ 1 h 157430"/>
            </a:gdLst>
            <a:rect l="l" t="t" r="r" b="b"/>
            <a:pathLst>
              <a:path w="867271" h="157430">
                <a:moveTo>
                  <a:pt x="752298" y="31510"/>
                </a:moveTo>
                <a:cubicBezTo>
                  <a:pt x="746542" y="31521"/>
                  <a:pt x="741888" y="36215"/>
                  <a:pt x="741899" y="41995"/>
                </a:cubicBezTo>
                <a:lnTo>
                  <a:pt x="741899" y="115437"/>
                </a:lnTo>
                <a:cubicBezTo>
                  <a:pt x="741899" y="115452"/>
                  <a:pt x="741899" y="115467"/>
                  <a:pt x="741899" y="115481"/>
                </a:cubicBezTo>
                <a:cubicBezTo>
                  <a:pt x="741910" y="121273"/>
                  <a:pt x="746592" y="125960"/>
                  <a:pt x="752359" y="125950"/>
                </a:cubicBezTo>
                <a:lnTo>
                  <a:pt x="815045" y="125950"/>
                </a:lnTo>
                <a:cubicBezTo>
                  <a:pt x="815056" y="125950"/>
                  <a:pt x="815072" y="125950"/>
                  <a:pt x="815087" y="125950"/>
                </a:cubicBezTo>
                <a:cubicBezTo>
                  <a:pt x="820854" y="125936"/>
                  <a:pt x="825516" y="121229"/>
                  <a:pt x="825501" y="115437"/>
                </a:cubicBezTo>
                <a:lnTo>
                  <a:pt x="825497" y="41997"/>
                </a:lnTo>
                <a:cubicBezTo>
                  <a:pt x="825497" y="41975"/>
                  <a:pt x="825497" y="41954"/>
                  <a:pt x="825497" y="41934"/>
                </a:cubicBezTo>
                <a:cubicBezTo>
                  <a:pt x="825478" y="36154"/>
                  <a:pt x="820793" y="31488"/>
                  <a:pt x="815041" y="31510"/>
                </a:cubicBezTo>
                <a:lnTo>
                  <a:pt x="752355" y="31510"/>
                </a:lnTo>
                <a:cubicBezTo>
                  <a:pt x="752336" y="31510"/>
                  <a:pt x="752317" y="31510"/>
                  <a:pt x="752298" y="31510"/>
                </a:cubicBezTo>
                <a:close/>
                <a:moveTo>
                  <a:pt x="731443" y="1"/>
                </a:moveTo>
                <a:lnTo>
                  <a:pt x="835957" y="1"/>
                </a:lnTo>
                <a:cubicBezTo>
                  <a:pt x="835968" y="1"/>
                  <a:pt x="835980" y="1"/>
                  <a:pt x="835991" y="1"/>
                </a:cubicBezTo>
                <a:cubicBezTo>
                  <a:pt x="853289" y="26"/>
                  <a:pt x="867294" y="14133"/>
                  <a:pt x="867271" y="31510"/>
                </a:cubicBezTo>
                <a:lnTo>
                  <a:pt x="867271" y="125950"/>
                </a:lnTo>
                <a:cubicBezTo>
                  <a:pt x="867271" y="125968"/>
                  <a:pt x="867271" y="125985"/>
                  <a:pt x="867271" y="126003"/>
                </a:cubicBezTo>
                <a:cubicBezTo>
                  <a:pt x="867263" y="143366"/>
                  <a:pt x="853243" y="157437"/>
                  <a:pt x="835957" y="157430"/>
                </a:cubicBezTo>
                <a:lnTo>
                  <a:pt x="731443" y="157430"/>
                </a:lnTo>
                <a:cubicBezTo>
                  <a:pt x="714145" y="157415"/>
                  <a:pt x="700129" y="143325"/>
                  <a:pt x="700129" y="125950"/>
                </a:cubicBezTo>
                <a:lnTo>
                  <a:pt x="700129" y="31510"/>
                </a:lnTo>
                <a:cubicBezTo>
                  <a:pt x="700129" y="14129"/>
                  <a:pt x="714138" y="29"/>
                  <a:pt x="731443" y="1"/>
                </a:cubicBezTo>
                <a:close/>
                <a:moveTo>
                  <a:pt x="527701" y="1"/>
                </a:moveTo>
                <a:cubicBezTo>
                  <a:pt x="527712" y="1"/>
                  <a:pt x="527720" y="1"/>
                  <a:pt x="527728" y="1"/>
                </a:cubicBezTo>
                <a:lnTo>
                  <a:pt x="684414" y="1"/>
                </a:lnTo>
                <a:cubicBezTo>
                  <a:pt x="687309" y="-10"/>
                  <a:pt x="689665" y="2338"/>
                  <a:pt x="689673" y="5244"/>
                </a:cubicBezTo>
                <a:cubicBezTo>
                  <a:pt x="689673" y="5253"/>
                  <a:pt x="689673" y="5262"/>
                  <a:pt x="689673" y="5271"/>
                </a:cubicBezTo>
                <a:lnTo>
                  <a:pt x="689673" y="26268"/>
                </a:lnTo>
                <a:cubicBezTo>
                  <a:pt x="689665" y="29171"/>
                  <a:pt x="687317" y="31518"/>
                  <a:pt x="684426" y="31510"/>
                </a:cubicBezTo>
                <a:cubicBezTo>
                  <a:pt x="684422" y="31510"/>
                  <a:pt x="684418" y="31510"/>
                  <a:pt x="684414" y="31510"/>
                </a:cubicBezTo>
                <a:lnTo>
                  <a:pt x="632188" y="31510"/>
                </a:lnTo>
                <a:cubicBezTo>
                  <a:pt x="629316" y="31511"/>
                  <a:pt x="626987" y="33851"/>
                  <a:pt x="626987" y="36737"/>
                </a:cubicBezTo>
                <a:cubicBezTo>
                  <a:pt x="626987" y="36741"/>
                  <a:pt x="626987" y="36746"/>
                  <a:pt x="626987" y="36751"/>
                </a:cubicBezTo>
                <a:lnTo>
                  <a:pt x="626987" y="152157"/>
                </a:lnTo>
                <a:cubicBezTo>
                  <a:pt x="626994" y="155063"/>
                  <a:pt x="624654" y="157423"/>
                  <a:pt x="621759" y="157428"/>
                </a:cubicBezTo>
                <a:cubicBezTo>
                  <a:pt x="621747" y="157428"/>
                  <a:pt x="621740" y="157428"/>
                  <a:pt x="621728" y="157428"/>
                </a:cubicBezTo>
                <a:lnTo>
                  <a:pt x="590418" y="157428"/>
                </a:lnTo>
                <a:cubicBezTo>
                  <a:pt x="587522" y="157439"/>
                  <a:pt x="585170" y="155091"/>
                  <a:pt x="585159" y="152185"/>
                </a:cubicBezTo>
                <a:cubicBezTo>
                  <a:pt x="585159" y="152175"/>
                  <a:pt x="585159" y="152166"/>
                  <a:pt x="585159" y="152157"/>
                </a:cubicBezTo>
                <a:lnTo>
                  <a:pt x="585159" y="36751"/>
                </a:lnTo>
                <a:cubicBezTo>
                  <a:pt x="585167" y="33866"/>
                  <a:pt x="582849" y="31519"/>
                  <a:pt x="579973" y="31510"/>
                </a:cubicBezTo>
                <a:cubicBezTo>
                  <a:pt x="579969" y="31510"/>
                  <a:pt x="579965" y="31510"/>
                  <a:pt x="579962" y="31510"/>
                </a:cubicBezTo>
                <a:lnTo>
                  <a:pt x="527728" y="31510"/>
                </a:lnTo>
                <a:cubicBezTo>
                  <a:pt x="524840" y="31525"/>
                  <a:pt x="522484" y="29186"/>
                  <a:pt x="522469" y="26284"/>
                </a:cubicBezTo>
                <a:cubicBezTo>
                  <a:pt x="522469" y="26279"/>
                  <a:pt x="522469" y="26273"/>
                  <a:pt x="522469" y="26268"/>
                </a:cubicBezTo>
                <a:lnTo>
                  <a:pt x="522469" y="5271"/>
                </a:lnTo>
                <a:cubicBezTo>
                  <a:pt x="522465" y="2365"/>
                  <a:pt x="524810" y="5"/>
                  <a:pt x="527701" y="1"/>
                </a:cubicBezTo>
                <a:close/>
                <a:moveTo>
                  <a:pt x="376185" y="1"/>
                </a:moveTo>
                <a:lnTo>
                  <a:pt x="480695" y="1"/>
                </a:lnTo>
                <a:cubicBezTo>
                  <a:pt x="498001" y="28"/>
                  <a:pt x="512013" y="14128"/>
                  <a:pt x="512009" y="31510"/>
                </a:cubicBezTo>
                <a:lnTo>
                  <a:pt x="512009" y="36751"/>
                </a:lnTo>
                <a:cubicBezTo>
                  <a:pt x="512009" y="39638"/>
                  <a:pt x="509688" y="41982"/>
                  <a:pt x="506812" y="41995"/>
                </a:cubicBezTo>
                <a:lnTo>
                  <a:pt x="475436" y="41995"/>
                </a:lnTo>
                <a:cubicBezTo>
                  <a:pt x="472564" y="41982"/>
                  <a:pt x="470239" y="39638"/>
                  <a:pt x="470239" y="36751"/>
                </a:cubicBezTo>
                <a:cubicBezTo>
                  <a:pt x="470239" y="36735"/>
                  <a:pt x="470239" y="36720"/>
                  <a:pt x="470239" y="36704"/>
                </a:cubicBezTo>
                <a:cubicBezTo>
                  <a:pt x="470216" y="33811"/>
                  <a:pt x="467860" y="31486"/>
                  <a:pt x="464980" y="31510"/>
                </a:cubicBezTo>
                <a:lnTo>
                  <a:pt x="397082" y="31510"/>
                </a:lnTo>
                <a:cubicBezTo>
                  <a:pt x="397074" y="31510"/>
                  <a:pt x="397066" y="31510"/>
                  <a:pt x="397059" y="31510"/>
                </a:cubicBezTo>
                <a:cubicBezTo>
                  <a:pt x="391295" y="31511"/>
                  <a:pt x="386626" y="36205"/>
                  <a:pt x="386626" y="41995"/>
                </a:cubicBezTo>
                <a:lnTo>
                  <a:pt x="386626" y="52478"/>
                </a:lnTo>
                <a:cubicBezTo>
                  <a:pt x="386622" y="58281"/>
                  <a:pt x="391303" y="62988"/>
                  <a:pt x="397082" y="62991"/>
                </a:cubicBezTo>
                <a:lnTo>
                  <a:pt x="480695" y="62991"/>
                </a:lnTo>
                <a:cubicBezTo>
                  <a:pt x="497989" y="62991"/>
                  <a:pt x="512009" y="77071"/>
                  <a:pt x="512009" y="94440"/>
                </a:cubicBezTo>
                <a:lnTo>
                  <a:pt x="512009" y="125950"/>
                </a:lnTo>
                <a:cubicBezTo>
                  <a:pt x="512009" y="143325"/>
                  <a:pt x="497997" y="157415"/>
                  <a:pt x="480695" y="157430"/>
                </a:cubicBezTo>
                <a:lnTo>
                  <a:pt x="376185" y="157430"/>
                </a:lnTo>
                <a:cubicBezTo>
                  <a:pt x="376176" y="157430"/>
                  <a:pt x="376168" y="157430"/>
                  <a:pt x="376160" y="157430"/>
                </a:cubicBezTo>
                <a:cubicBezTo>
                  <a:pt x="358857" y="157423"/>
                  <a:pt x="344836" y="143330"/>
                  <a:pt x="344842" y="125950"/>
                </a:cubicBezTo>
                <a:lnTo>
                  <a:pt x="344842" y="120678"/>
                </a:lnTo>
                <a:cubicBezTo>
                  <a:pt x="344845" y="117790"/>
                  <a:pt x="347171" y="115447"/>
                  <a:pt x="350047" y="115437"/>
                </a:cubicBezTo>
                <a:lnTo>
                  <a:pt x="381413" y="115437"/>
                </a:lnTo>
                <a:cubicBezTo>
                  <a:pt x="384293" y="115444"/>
                  <a:pt x="386622" y="117787"/>
                  <a:pt x="386626" y="120678"/>
                </a:cubicBezTo>
                <a:cubicBezTo>
                  <a:pt x="386622" y="123583"/>
                  <a:pt x="388963" y="125941"/>
                  <a:pt x="391854" y="125950"/>
                </a:cubicBezTo>
                <a:lnTo>
                  <a:pt x="459783" y="125950"/>
                </a:lnTo>
                <a:cubicBezTo>
                  <a:pt x="459798" y="125950"/>
                  <a:pt x="459810" y="125950"/>
                  <a:pt x="459825" y="125950"/>
                </a:cubicBezTo>
                <a:cubicBezTo>
                  <a:pt x="465592" y="125936"/>
                  <a:pt x="470254" y="121229"/>
                  <a:pt x="470239" y="115437"/>
                </a:cubicBezTo>
                <a:lnTo>
                  <a:pt x="470239" y="104954"/>
                </a:lnTo>
                <a:cubicBezTo>
                  <a:pt x="470239" y="104951"/>
                  <a:pt x="470239" y="104949"/>
                  <a:pt x="470239" y="104947"/>
                </a:cubicBezTo>
                <a:cubicBezTo>
                  <a:pt x="470239" y="99145"/>
                  <a:pt x="465558" y="94441"/>
                  <a:pt x="459783" y="94440"/>
                </a:cubicBezTo>
                <a:lnTo>
                  <a:pt x="376185" y="94440"/>
                </a:lnTo>
                <a:cubicBezTo>
                  <a:pt x="376182" y="94440"/>
                  <a:pt x="376179" y="94440"/>
                  <a:pt x="376176" y="94440"/>
                </a:cubicBezTo>
                <a:cubicBezTo>
                  <a:pt x="358877" y="94447"/>
                  <a:pt x="344849" y="80366"/>
                  <a:pt x="344842" y="62991"/>
                </a:cubicBezTo>
                <a:lnTo>
                  <a:pt x="344842" y="31510"/>
                </a:lnTo>
                <a:cubicBezTo>
                  <a:pt x="344842" y="31508"/>
                  <a:pt x="344842" y="31507"/>
                  <a:pt x="344842" y="31505"/>
                </a:cubicBezTo>
                <a:cubicBezTo>
                  <a:pt x="344836" y="14112"/>
                  <a:pt x="358869" y="7"/>
                  <a:pt x="376185" y="1"/>
                </a:cubicBezTo>
                <a:close/>
                <a:moveTo>
                  <a:pt x="172420" y="1"/>
                </a:moveTo>
                <a:cubicBezTo>
                  <a:pt x="172421" y="1"/>
                  <a:pt x="172422" y="1"/>
                  <a:pt x="172424" y="1"/>
                </a:cubicBezTo>
                <a:lnTo>
                  <a:pt x="329162" y="1"/>
                </a:lnTo>
                <a:cubicBezTo>
                  <a:pt x="332052" y="11"/>
                  <a:pt x="334391" y="2368"/>
                  <a:pt x="334390" y="5271"/>
                </a:cubicBezTo>
                <a:lnTo>
                  <a:pt x="334390" y="26268"/>
                </a:lnTo>
                <a:cubicBezTo>
                  <a:pt x="334379" y="29162"/>
                  <a:pt x="332043" y="31504"/>
                  <a:pt x="329162" y="31510"/>
                </a:cubicBezTo>
                <a:lnTo>
                  <a:pt x="214223" y="31510"/>
                </a:lnTo>
                <a:cubicBezTo>
                  <a:pt x="211347" y="31499"/>
                  <a:pt x="209006" y="33832"/>
                  <a:pt x="208995" y="36722"/>
                </a:cubicBezTo>
                <a:cubicBezTo>
                  <a:pt x="208995" y="36732"/>
                  <a:pt x="208995" y="36741"/>
                  <a:pt x="208995" y="36751"/>
                </a:cubicBezTo>
                <a:lnTo>
                  <a:pt x="208995" y="57748"/>
                </a:lnTo>
                <a:cubicBezTo>
                  <a:pt x="208999" y="60645"/>
                  <a:pt x="211339" y="62991"/>
                  <a:pt x="214223" y="62991"/>
                </a:cubicBezTo>
                <a:lnTo>
                  <a:pt x="318706" y="62991"/>
                </a:lnTo>
                <a:cubicBezTo>
                  <a:pt x="321590" y="62987"/>
                  <a:pt x="323931" y="65332"/>
                  <a:pt x="323935" y="68228"/>
                </a:cubicBezTo>
                <a:cubicBezTo>
                  <a:pt x="323935" y="68230"/>
                  <a:pt x="323935" y="68231"/>
                  <a:pt x="323935" y="68232"/>
                </a:cubicBezTo>
                <a:lnTo>
                  <a:pt x="323935" y="89229"/>
                </a:lnTo>
                <a:cubicBezTo>
                  <a:pt x="323920" y="92117"/>
                  <a:pt x="321581" y="94448"/>
                  <a:pt x="318706" y="94440"/>
                </a:cubicBezTo>
                <a:lnTo>
                  <a:pt x="214223" y="94440"/>
                </a:lnTo>
                <a:cubicBezTo>
                  <a:pt x="211333" y="94443"/>
                  <a:pt x="208992" y="96799"/>
                  <a:pt x="208995" y="99703"/>
                </a:cubicBezTo>
                <a:cubicBezTo>
                  <a:pt x="208995" y="99706"/>
                  <a:pt x="208995" y="99709"/>
                  <a:pt x="208995" y="99712"/>
                </a:cubicBezTo>
                <a:lnTo>
                  <a:pt x="208995" y="120678"/>
                </a:lnTo>
                <a:cubicBezTo>
                  <a:pt x="208987" y="123582"/>
                  <a:pt x="211323" y="125942"/>
                  <a:pt x="214214" y="125950"/>
                </a:cubicBezTo>
                <a:cubicBezTo>
                  <a:pt x="214217" y="125950"/>
                  <a:pt x="214220" y="125950"/>
                  <a:pt x="214223" y="125950"/>
                </a:cubicBezTo>
                <a:lnTo>
                  <a:pt x="329162" y="125950"/>
                </a:lnTo>
                <a:cubicBezTo>
                  <a:pt x="332046" y="125946"/>
                  <a:pt x="334387" y="128291"/>
                  <a:pt x="334390" y="131188"/>
                </a:cubicBezTo>
                <a:cubicBezTo>
                  <a:pt x="334390" y="131189"/>
                  <a:pt x="334390" y="131191"/>
                  <a:pt x="334390" y="131192"/>
                </a:cubicBezTo>
                <a:lnTo>
                  <a:pt x="334390" y="152157"/>
                </a:lnTo>
                <a:cubicBezTo>
                  <a:pt x="334391" y="155061"/>
                  <a:pt x="332053" y="157418"/>
                  <a:pt x="329162" y="157428"/>
                </a:cubicBezTo>
                <a:lnTo>
                  <a:pt x="172424" y="157428"/>
                </a:lnTo>
                <a:cubicBezTo>
                  <a:pt x="169532" y="157424"/>
                  <a:pt x="167191" y="155066"/>
                  <a:pt x="167195" y="152162"/>
                </a:cubicBezTo>
                <a:cubicBezTo>
                  <a:pt x="167195" y="152160"/>
                  <a:pt x="167195" y="152159"/>
                  <a:pt x="167195" y="152157"/>
                </a:cubicBezTo>
                <a:lnTo>
                  <a:pt x="167195" y="5271"/>
                </a:lnTo>
                <a:cubicBezTo>
                  <a:pt x="167189" y="2367"/>
                  <a:pt x="169528" y="7"/>
                  <a:pt x="172420" y="1"/>
                </a:cubicBezTo>
                <a:close/>
                <a:moveTo>
                  <a:pt x="5229" y="1"/>
                </a:moveTo>
                <a:lnTo>
                  <a:pt x="151513" y="1"/>
                </a:lnTo>
                <a:cubicBezTo>
                  <a:pt x="154404" y="5"/>
                  <a:pt x="156745" y="2363"/>
                  <a:pt x="156742" y="5268"/>
                </a:cubicBezTo>
                <a:cubicBezTo>
                  <a:pt x="156742" y="5269"/>
                  <a:pt x="156742" y="5270"/>
                  <a:pt x="156742" y="5271"/>
                </a:cubicBezTo>
                <a:lnTo>
                  <a:pt x="156742" y="26268"/>
                </a:lnTo>
                <a:cubicBezTo>
                  <a:pt x="156736" y="29164"/>
                  <a:pt x="154397" y="31509"/>
                  <a:pt x="151513" y="31510"/>
                </a:cubicBezTo>
                <a:lnTo>
                  <a:pt x="47030" y="31510"/>
                </a:lnTo>
                <a:cubicBezTo>
                  <a:pt x="44146" y="31509"/>
                  <a:pt x="41806" y="33854"/>
                  <a:pt x="41801" y="36751"/>
                </a:cubicBezTo>
                <a:lnTo>
                  <a:pt x="41801" y="57748"/>
                </a:lnTo>
                <a:cubicBezTo>
                  <a:pt x="41815" y="60641"/>
                  <a:pt x="44149" y="62981"/>
                  <a:pt x="47030" y="62991"/>
                </a:cubicBezTo>
                <a:lnTo>
                  <a:pt x="141083" y="62991"/>
                </a:lnTo>
                <a:cubicBezTo>
                  <a:pt x="143967" y="62989"/>
                  <a:pt x="146307" y="65335"/>
                  <a:pt x="146312" y="68232"/>
                </a:cubicBezTo>
                <a:lnTo>
                  <a:pt x="146284" y="89229"/>
                </a:lnTo>
                <a:cubicBezTo>
                  <a:pt x="146279" y="92111"/>
                  <a:pt x="143951" y="94443"/>
                  <a:pt x="141082" y="94440"/>
                </a:cubicBezTo>
                <a:lnTo>
                  <a:pt x="47028" y="94440"/>
                </a:lnTo>
                <a:cubicBezTo>
                  <a:pt x="44139" y="94454"/>
                  <a:pt x="41802" y="96810"/>
                  <a:pt x="41801" y="99712"/>
                </a:cubicBezTo>
                <a:lnTo>
                  <a:pt x="41801" y="152157"/>
                </a:lnTo>
                <a:cubicBezTo>
                  <a:pt x="41808" y="155061"/>
                  <a:pt x="39470" y="157421"/>
                  <a:pt x="36579" y="157428"/>
                </a:cubicBezTo>
                <a:cubicBezTo>
                  <a:pt x="36577" y="157428"/>
                  <a:pt x="36574" y="157428"/>
                  <a:pt x="36572" y="157428"/>
                </a:cubicBezTo>
                <a:lnTo>
                  <a:pt x="5229" y="157430"/>
                </a:lnTo>
                <a:cubicBezTo>
                  <a:pt x="2338" y="157417"/>
                  <a:pt x="1" y="155060"/>
                  <a:pt x="0" y="152157"/>
                </a:cubicBezTo>
                <a:lnTo>
                  <a:pt x="0" y="5271"/>
                </a:lnTo>
                <a:cubicBezTo>
                  <a:pt x="2" y="2369"/>
                  <a:pt x="2339" y="14"/>
                  <a:pt x="5229" y="1"/>
                </a:cubicBezTo>
                <a:close/>
              </a:path>
            </a:pathLst>
          </a:custGeom>
          <a:solidFill xmlns:a="http://schemas.openxmlformats.org/drawingml/2006/main">
            <a:srgbClr val="0091DC"/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3" name="Datumsplatzhalter 2">
            <a:extLst xmlns:a="http://schemas.openxmlformats.org/drawingml/2006/main">
              <a:ext uri="{FF2B5EF4-FFF2-40B4-BE49-F238E27FC236}">
                <a16:creationId xmlns:a16="http://schemas.microsoft.com/office/drawing/2014/main" id="{90030E4F-B493-F3CE-4974-CD33B4E59B65}"/>
              </a:ext>
            </a:extLst>
          </p:cNvPr>
          <p:cNvSpPr>
            <a:spLocks xmlns:a="http://schemas.openxmlformats.org/drawingml/2006/main" noGrp="1"/>
          </p:cNvSpPr>
          <p:nvPr>
            <p:ph type="dt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7" name="Fußzeilenplatzhalter 6">
            <a:extLst xmlns:a="http://schemas.openxmlformats.org/drawingml/2006/main">
              <a:ext uri="{FF2B5EF4-FFF2-40B4-BE49-F238E27FC236}">
                <a16:creationId xmlns:a16="http://schemas.microsoft.com/office/drawing/2014/main" id="{956DCFB3-F7CE-14B9-0E15-C2EA7D0BEEBE}"/>
              </a:ext>
            </a:extLst>
          </p:cNvPr>
          <p:cNvSpPr>
            <a:spLocks xmlns:a="http://schemas.openxmlformats.org/drawingml/2006/main" noGrp="1"/>
          </p:cNvSpPr>
          <p:nvPr>
            <p:ph type="ftr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0" name="Foliennummernplatzhalter 9">
            <a:extLst xmlns:a="http://schemas.openxmlformats.org/drawingml/2006/main">
              <a:ext uri="{FF2B5EF4-FFF2-40B4-BE49-F238E27FC236}">
                <a16:creationId xmlns:a16="http://schemas.microsoft.com/office/drawing/2014/main" id="{2F4F3DE1-B64E-5D9B-955A-CF5E0B80F3BA}"/>
              </a:ext>
            </a:extLst>
          </p:cNvPr>
          <p:cNvSpPr>
            <a:spLocks xmlns:a="http://schemas.openxmlformats.org/drawingml/2006/main" noGrp="1"/>
          </p:cNvSpPr>
          <p:nvPr>
            <p:ph type="sldNum" idx="2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71.xml><?xml version="1.0" encoding="utf-8"?>
<p:sldLayout xmlns:p="http://schemas.openxmlformats.org/presentationml/2006/main" preserve="1">
  <p:cSld name="Divider + Fullscreen Picture Gradi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Bildplatzhalter 8">
            <a:extLst xmlns:a="http://schemas.openxmlformats.org/drawingml/2006/main">
              <a:ext uri="{FF2B5EF4-FFF2-40B4-BE49-F238E27FC236}">
                <a16:creationId xmlns:a16="http://schemas.microsoft.com/office/drawing/2014/main" id="{FAC117FD-470D-2D7A-475A-47983E4B22FB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0" y="1"/>
            <a:ext cx="12192000" cy="6858000"/>
          </a:xfrm>
        </p:spPr>
        <p:txBody>
          <a:bodyPr xmlns:a="http://schemas.openxmlformats.org/drawingml/2006/main" lIns="6264000" tIns="540000" anchor="ctr"/>
          <a:lstStyle xmlns:a="http://schemas.openxmlformats.org/drawingml/2006/main">
            <a:lvl1pPr marL="0" indent="0" algn="l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E09CFDC6-3065-D922-CF6E-9504EB7B0A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" y="1"/>
            <a:ext cx="5503185" cy="6858000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75000">
                <a:schemeClr val="bg1">
                  <a:alpha val="80000"/>
                </a:schemeClr>
              </a:gs>
              <a:gs pos="0">
                <a:schemeClr val="accent1">
                  <a:lumMod val="5000"/>
                  <a:lumOff val="95000"/>
                  <a:alpha val="8000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</p:spPr>
        <p:txBody>
          <a:bodyPr xmlns:a="http://schemas.openxmlformats.org/drawingml/2006/main" vert="horz" lIns="936000" tIns="2448000" rIns="504000">
            <a:noAutofit/>
          </a:bodyPr>
          <a:lstStyle xmlns:a="http://schemas.openxmlformats.org/drawingml/2006/main">
            <a:lvl1pPr>
              <a:buNone/>
              <a:defRPr sz="4484"/>
            </a:lvl1pPr>
          </a:lstStyle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6" name="FESTO-Logo">
            <a:extLst xmlns:a="http://schemas.openxmlformats.org/drawingml/2006/main">
              <a:ext uri="{FF2B5EF4-FFF2-40B4-BE49-F238E27FC236}">
                <a16:creationId xmlns:a16="http://schemas.microsoft.com/office/drawing/2014/main" id="{5079EA0B-06F5-9F65-A5D0-0D2943694D00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488561" y="0"/>
            <a:ext cx="1217350" cy="122060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3b2d44c59b8f4990">
              <a:extLst>
                <a:ext uri="{96DAC541-7B7A-43D3-8B79-37D633B846F1}">
                  <asvg:svgBlip xmlns:asvg="http://schemas.microsoft.com/office/drawing/2016/SVG/main" r:embed="R7473bd6b5aee4fdd"/>
                </a:ext>
              </a:extLst>
            </a:blip>
            <a:srcRect l="0" t="0" r="0" b="0"/>
            <a:stretch>
              <a:fillRect l="-200" t="-900" r="0" b="100"/>
            </a:stretch>
          </a:blip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3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61F9FDFA-2792-D1F3-B9B0-1BCD4430CB93}"/>
              </a:ext>
            </a:extLst>
          </p:cNvPr>
          <p:cNvSpPr>
            <a:spLocks xmlns:a="http://schemas.openxmlformats.org/drawingml/2006/main" noGrp="1"/>
          </p:cNvSpPr>
          <p:nvPr>
            <p:ph type="dgm" idx="18"/>
          </p:nvPr>
        </p:nvSpPr>
        <p:spPr>
          <a:xfrm xmlns:a="http://schemas.openxmlformats.org/drawingml/2006/main" flipV="1">
            <a:off x="19415" y="2759215"/>
            <a:ext cx="755967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7" name="Datumsplatzhalter 6">
            <a:extLst xmlns:a="http://schemas.openxmlformats.org/drawingml/2006/main">
              <a:ext uri="{FF2B5EF4-FFF2-40B4-BE49-F238E27FC236}">
                <a16:creationId xmlns:a16="http://schemas.microsoft.com/office/drawing/2014/main" id="{D0C0D92F-00A3-8242-B8C3-E7AC3FDDB781}"/>
              </a:ext>
            </a:extLst>
          </p:cNvPr>
          <p:cNvSpPr>
            <a:spLocks xmlns:a="http://schemas.openxmlformats.org/drawingml/2006/main" noGrp="1"/>
          </p:cNvSpPr>
          <p:nvPr>
            <p:ph type="dt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0" name="Fußzeilenplatzhalter 9">
            <a:extLst xmlns:a="http://schemas.openxmlformats.org/drawingml/2006/main">
              <a:ext uri="{FF2B5EF4-FFF2-40B4-BE49-F238E27FC236}">
                <a16:creationId xmlns:a16="http://schemas.microsoft.com/office/drawing/2014/main" id="{F7737547-95D4-07D2-2448-2F9B2316F338}"/>
              </a:ext>
            </a:extLst>
          </p:cNvPr>
          <p:cNvSpPr>
            <a:spLocks xmlns:a="http://schemas.openxmlformats.org/drawingml/2006/main" noGrp="1"/>
          </p:cNvSpPr>
          <p:nvPr>
            <p:ph type="ftr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2" name="Foliennummernplatzhalter 11">
            <a:extLst xmlns:a="http://schemas.openxmlformats.org/drawingml/2006/main">
              <a:ext uri="{FF2B5EF4-FFF2-40B4-BE49-F238E27FC236}">
                <a16:creationId xmlns:a16="http://schemas.microsoft.com/office/drawing/2014/main" id="{C2B79A6B-713B-C129-AB21-B132EF559590}"/>
              </a:ext>
            </a:extLst>
          </p:cNvPr>
          <p:cNvSpPr>
            <a:spLocks xmlns:a="http://schemas.openxmlformats.org/drawingml/2006/main" noGrp="1"/>
          </p:cNvSpPr>
          <p:nvPr>
            <p:ph type="sldNum" idx="2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72.xml><?xml version="1.0" encoding="utf-8"?>
<p:sldLayout xmlns:p="http://schemas.openxmlformats.org/presentationml/2006/main" preserve="1">
  <p:cSld name="Divider + Pictur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Bildplatzhalter 8">
            <a:extLst xmlns:a="http://schemas.openxmlformats.org/drawingml/2006/main">
              <a:ext uri="{FF2B5EF4-FFF2-40B4-BE49-F238E27FC236}">
                <a16:creationId xmlns:a16="http://schemas.microsoft.com/office/drawing/2014/main" id="{FAC117FD-470D-2D7A-475A-47983E4B22FB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0" y="1"/>
            <a:ext cx="7051169" cy="6858000"/>
          </a:xfrm>
        </p:spPr>
        <p:txBody>
          <a:bodyPr xmlns:a="http://schemas.openxmlformats.org/drawingml/2006/main" lIns="0" tIns="216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E09CFDC6-3065-D922-CF6E-9504EB7B0A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150650" y="1887937"/>
            <a:ext cx="3595914" cy="2569197"/>
          </a:xfrm>
        </p:spPr>
        <p:txBody>
          <a:bodyPr xmlns:a="http://schemas.openxmlformats.org/drawingml/2006/main" vert="horz">
            <a:noAutofit/>
          </a:bodyPr>
          <a:lstStyle xmlns:a="http://schemas.openxmlformats.org/drawingml/2006/main">
            <a:lvl1pPr>
              <a:buNone/>
              <a:defRPr sz="4484"/>
            </a:lvl1pPr>
          </a:lstStyle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4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108220F0-B277-252D-2EF4-05729507C525}"/>
              </a:ext>
            </a:extLst>
          </p:cNvPr>
          <p:cNvSpPr>
            <a:spLocks xmlns:a="http://schemas.openxmlformats.org/drawingml/2006/main" noGrp="1"/>
          </p:cNvSpPr>
          <p:nvPr>
            <p:ph type="dgm" idx="17"/>
          </p:nvPr>
        </p:nvSpPr>
        <p:spPr>
          <a:xfrm xmlns:a="http://schemas.openxmlformats.org/drawingml/2006/main">
            <a:off x="6737965" y="2154955"/>
            <a:ext cx="1229045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3" name="Datumsplatzhalter 2">
            <a:extLst xmlns:a="http://schemas.openxmlformats.org/drawingml/2006/main">
              <a:ext uri="{FF2B5EF4-FFF2-40B4-BE49-F238E27FC236}">
                <a16:creationId xmlns:a16="http://schemas.microsoft.com/office/drawing/2014/main" id="{ACBB4B0E-363E-DD67-2047-042641B1C1B8}"/>
              </a:ext>
            </a:extLst>
          </p:cNvPr>
          <p:cNvSpPr>
            <a:spLocks xmlns:a="http://schemas.openxmlformats.org/drawingml/2006/main" noGrp="1"/>
          </p:cNvSpPr>
          <p:nvPr>
            <p:ph type="dt" idx="1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7" name="Fußzeilenplatzhalter 6">
            <a:extLst xmlns:a="http://schemas.openxmlformats.org/drawingml/2006/main">
              <a:ext uri="{FF2B5EF4-FFF2-40B4-BE49-F238E27FC236}">
                <a16:creationId xmlns:a16="http://schemas.microsoft.com/office/drawing/2014/main" id="{F525B947-9CE2-6C5C-C469-B3BD68AC7E68}"/>
              </a:ext>
            </a:extLst>
          </p:cNvPr>
          <p:cNvSpPr>
            <a:spLocks xmlns:a="http://schemas.openxmlformats.org/drawingml/2006/main" noGrp="1"/>
          </p:cNvSpPr>
          <p:nvPr>
            <p:ph type="ftr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0" name="Foliennummernplatzhalter 9">
            <a:extLst xmlns:a="http://schemas.openxmlformats.org/drawingml/2006/main">
              <a:ext uri="{FF2B5EF4-FFF2-40B4-BE49-F238E27FC236}">
                <a16:creationId xmlns:a16="http://schemas.microsoft.com/office/drawing/2014/main" id="{F30EC9CB-C78C-88BF-499F-971417A04015}"/>
              </a:ext>
            </a:extLst>
          </p:cNvPr>
          <p:cNvSpPr>
            <a:spLocks xmlns:a="http://schemas.openxmlformats.org/drawingml/2006/main" noGrp="1"/>
          </p:cNvSpPr>
          <p:nvPr>
            <p:ph type="sldNum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73.xml><?xml version="1.0" encoding="utf-8"?>
<p:sldLayout xmlns:p="http://schemas.openxmlformats.org/presentationml/2006/main" preserve="1">
  <p:cSld name="Single Speaker Intr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Bildplatzhalter 8">
            <a:extLst xmlns:a="http://schemas.openxmlformats.org/drawingml/2006/main">
              <a:ext uri="{FF2B5EF4-FFF2-40B4-BE49-F238E27FC236}">
                <a16:creationId xmlns:a16="http://schemas.microsoft.com/office/drawing/2014/main" id="{FAC117FD-470D-2D7A-475A-47983E4B22FB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7123325" y="1"/>
            <a:ext cx="5068675" cy="6858000"/>
          </a:xfrm>
        </p:spPr>
        <p:txBody>
          <a:bodyPr xmlns:a="http://schemas.openxmlformats.org/drawingml/2006/main" lIns="0" tIns="216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E09CFDC6-3065-D922-CF6E-9504EB7B0A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7" y="1887938"/>
            <a:ext cx="5503543" cy="1541872"/>
          </a:xfrm>
        </p:spPr>
        <p:txBody>
          <a:bodyPr xmlns:a="http://schemas.openxmlformats.org/drawingml/2006/main" vert="horz">
            <a:noAutofit/>
          </a:bodyPr>
          <a:lstStyle xmlns:a="http://schemas.openxmlformats.org/drawingml/2006/main">
            <a:lvl1pPr>
              <a:buNone/>
              <a:defRPr sz="4484"/>
            </a:lvl1pPr>
          </a:lstStyle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14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7AF4CA4A-A31E-4CE8-8927-9BD28AD0D640}"/>
              </a:ext>
            </a:extLst>
          </p:cNvPr>
          <p:cNvSpPr>
            <a:spLocks xmlns:a="http://schemas.openxmlformats.org/drawingml/2006/main" noGrp="1"/>
          </p:cNvSpPr>
          <p:nvPr>
            <p:ph type="dgm" idx="18"/>
          </p:nvPr>
        </p:nvSpPr>
        <p:spPr>
          <a:xfrm xmlns:a="http://schemas.openxmlformats.org/drawingml/2006/main">
            <a:off x="1" y="2153276"/>
            <a:ext cx="775381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15" name="Textplatzhalter 16">
            <a:extLst xmlns:a="http://schemas.openxmlformats.org/drawingml/2006/main">
              <a:ext uri="{FF2B5EF4-FFF2-40B4-BE49-F238E27FC236}">
                <a16:creationId xmlns:a16="http://schemas.microsoft.com/office/drawing/2014/main" id="{7F63CAC2-3EA9-DD45-BF36-E97C840B72B5}"/>
              </a:ext>
            </a:extLst>
          </p:cNvPr>
          <p:cNvSpPr>
            <a:spLocks xmlns:a="http://schemas.openxmlformats.org/drawingml/2006/main" noGrp="1"/>
          </p:cNvSpPr>
          <p:nvPr>
            <p:ph type="body" idx="16" hasCustomPrompt="1"/>
          </p:nvPr>
        </p:nvSpPr>
        <p:spPr>
          <a:xfrm xmlns:a="http://schemas.openxmlformats.org/drawingml/2006/main">
            <a:off x="4041350" y="4897388"/>
            <a:ext cx="3009172" cy="587071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7f649fecc3a1489f">
              <a:extLst>
                <a:ext uri="{96DAC541-7B7A-43D3-8B79-37D633B846F1}">
                  <asvg:svgBlip xmlns:asvg="http://schemas.microsoft.com/office/drawing/2016/SVG/main" r:embed="Rb4afcb7b5338463d"/>
                </a:ext>
              </a:extLst>
            </a:blip>
            <a:srcRect l="0" t="0" r="0" b="0"/>
            <a:tile tx="0" ty="0" sx="100000" sy="100000" flip="none" algn="tr"/>
          </a:blipFill>
        </p:spPr>
        <p:txBody>
          <a:bodyPr xmlns:a="http://schemas.openxmlformats.org/drawingml/2006/main" rIns="720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834" b="0">
                <a:solidFill>
                  <a:schemeClr val="accent4"/>
                </a:solidFill>
              </a:defRPr>
            </a:lvl1pPr>
            <a:lvl2pPr marL="0" indent="0" algn="r">
              <a:spcBef>
                <a:spcPts val="0"/>
              </a:spcBef>
              <a:spcAft>
                <a:spcPts val="0"/>
              </a:spcAft>
              <a:buNone/>
              <a:defRPr sz="1834"/>
            </a:lvl2pPr>
            <a:lvl3pPr marL="0" indent="0" algn="r">
              <a:spcBef>
                <a:spcPts val="0"/>
              </a:spcBef>
              <a:spcAft>
                <a:spcPts val="0"/>
              </a:spcAft>
              <a:buNone/>
              <a:defRPr sz="1834"/>
            </a:lvl3pPr>
            <a:lvl4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834"/>
            </a:lvl4pPr>
            <a:lvl5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834"/>
            </a:lvl5pPr>
            <a:lvl6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834"/>
            </a:lvl6pPr>
            <a:lvl7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834"/>
            </a:lvl7pPr>
            <a:lvl8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834"/>
            </a:lvl8pPr>
            <a:lvl9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834"/>
            </a:lvl9pPr>
          </a:lstStyle>
          <a:p xmlns:a="http://schemas.openxmlformats.org/drawingml/2006/main">
            <a:pPr lvl="0">
              <a:buNone/>
            </a:pPr>
            <a:r>
              <a:t>Name</a:t>
            </a:r>
          </a:p>
          <a:p xmlns:a="http://schemas.openxmlformats.org/drawingml/2006/main">
            <a:pPr lvl="0">
              <a:buNone/>
            </a:pPr>
            <a:r>
              <a:t>Position</a:t>
            </a:r>
          </a:p>
        </p:txBody>
      </p:sp>
      <p:sp>
        <p:nvSpPr>
          <p:cNvPr id="16" name="Textplatzhalter 16">
            <a:extLst xmlns:a="http://schemas.openxmlformats.org/drawingml/2006/main">
              <a:ext uri="{FF2B5EF4-FFF2-40B4-BE49-F238E27FC236}">
                <a16:creationId xmlns:a16="http://schemas.microsoft.com/office/drawing/2014/main" id="{27D44B04-3D0B-1955-B8E6-0F61C103999A}"/>
              </a:ext>
            </a:extLst>
          </p:cNvPr>
          <p:cNvSpPr>
            <a:spLocks xmlns:a="http://schemas.openxmlformats.org/drawingml/2006/main" noGrp="1"/>
          </p:cNvSpPr>
          <p:nvPr>
            <p:ph type="body" idx="19"/>
          </p:nvPr>
        </p:nvSpPr>
        <p:spPr>
          <a:xfrm xmlns:a="http://schemas.openxmlformats.org/drawingml/2006/main">
            <a:off x="959376" y="3502612"/>
            <a:ext cx="3009172" cy="198184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1pPr>
            <a:lvl2pPr marL="0" indent="0">
              <a:spcBef>
                <a:spcPts val="1223"/>
              </a:spcBef>
              <a:spcAft>
                <a:spcPts val="1223"/>
              </a:spcAft>
              <a:buNone/>
              <a:defRPr sz="2242"/>
            </a:lvl2pPr>
            <a:lvl3pPr marL="0" indent="0">
              <a:spcBef>
                <a:spcPts val="1223"/>
              </a:spcBef>
              <a:spcAft>
                <a:spcPts val="1223"/>
              </a:spcAft>
              <a:buNone/>
              <a:defRPr sz="2242"/>
            </a:lvl3pPr>
            <a:lvl4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4pPr>
            <a:lvl5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5pPr>
            <a:lvl6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6pPr>
            <a:lvl7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7pPr>
            <a:lvl8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8pPr>
            <a:lvl9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4" name="FESTO-Logo">
            <a:extLst xmlns:a="http://schemas.openxmlformats.org/drawingml/2006/main">
              <a:ext uri="{FF2B5EF4-FFF2-40B4-BE49-F238E27FC236}">
                <a16:creationId xmlns:a16="http://schemas.microsoft.com/office/drawing/2014/main" id="{B775B275-537D-D0C6-FD5C-607F8DDCDF71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488561" y="0"/>
            <a:ext cx="1217350" cy="122060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6afb23de11814c11">
              <a:extLst>
                <a:ext uri="{96DAC541-7B7A-43D3-8B79-37D633B846F1}">
                  <asvg:svgBlip xmlns:asvg="http://schemas.microsoft.com/office/drawing/2016/SVG/main" r:embed="R364cd17f52b54e6e"/>
                </a:ext>
              </a:extLst>
            </a:blip>
            <a:srcRect l="0" t="0" r="0" b="0"/>
            <a:stretch>
              <a:fillRect l="-200" t="-900" r="0" b="100"/>
            </a:stretch>
          </a:blip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3" name="Datumsplatzhalter 2">
            <a:extLst xmlns:a="http://schemas.openxmlformats.org/drawingml/2006/main">
              <a:ext uri="{FF2B5EF4-FFF2-40B4-BE49-F238E27FC236}">
                <a16:creationId xmlns:a16="http://schemas.microsoft.com/office/drawing/2014/main" id="{785668AC-A315-7C76-8EA0-316454A8A092}"/>
              </a:ext>
            </a:extLst>
          </p:cNvPr>
          <p:cNvSpPr>
            <a:spLocks xmlns:a="http://schemas.openxmlformats.org/drawingml/2006/main" noGrp="1"/>
          </p:cNvSpPr>
          <p:nvPr>
            <p:ph type="dt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7" name="Fußzeilenplatzhalter 6">
            <a:extLst xmlns:a="http://schemas.openxmlformats.org/drawingml/2006/main">
              <a:ext uri="{FF2B5EF4-FFF2-40B4-BE49-F238E27FC236}">
                <a16:creationId xmlns:a16="http://schemas.microsoft.com/office/drawing/2014/main" id="{525739B8-F9C0-26CC-530B-8EDCC62A3857}"/>
              </a:ext>
            </a:extLst>
          </p:cNvPr>
          <p:cNvSpPr>
            <a:spLocks xmlns:a="http://schemas.openxmlformats.org/drawingml/2006/main" noGrp="1"/>
          </p:cNvSpPr>
          <p:nvPr>
            <p:ph type="ftr" idx="2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0" name="Foliennummernplatzhalter 9">
            <a:extLst xmlns:a="http://schemas.openxmlformats.org/drawingml/2006/main">
              <a:ext uri="{FF2B5EF4-FFF2-40B4-BE49-F238E27FC236}">
                <a16:creationId xmlns:a16="http://schemas.microsoft.com/office/drawing/2014/main" id="{626897B6-5FF0-F5C9-1D60-846D647AA458}"/>
              </a:ext>
            </a:extLst>
          </p:cNvPr>
          <p:cNvSpPr>
            <a:spLocks xmlns:a="http://schemas.openxmlformats.org/drawingml/2006/main" noGrp="1"/>
          </p:cNvSpPr>
          <p:nvPr>
            <p:ph type="sldNum" idx="2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74.xml><?xml version="1.0" encoding="utf-8"?>
<p:sldLayout xmlns:p="http://schemas.openxmlformats.org/presentationml/2006/main" preserve="1">
  <p:cSld name="Basic Slides">
    <p:bg>
      <p:bgPr>
        <a:solidFill xmlns:a="http://schemas.openxmlformats.org/drawingml/2006/main">
          <a:schemeClr val="tx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feld 5">
            <a:extLst xmlns:a="http://schemas.openxmlformats.org/drawingml/2006/main">
              <a:ext uri="{FF2B5EF4-FFF2-40B4-BE49-F238E27FC236}">
                <a16:creationId xmlns:a16="http://schemas.microsoft.com/office/drawing/2014/main" id="{EB4D9AFF-BFB1-3060-5E48-71EBC380E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102" y="1888014"/>
            <a:ext cx="11447796" cy="25691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611"/>
              </a:spcBef>
              <a:spcAft>
                <a:spcPts val="611"/>
              </a:spcAft>
              <a:buClr>
                <a:schemeClr val="accent4"/>
              </a:buClr>
              <a:buFont typeface="Arial"/>
              <a:buNone/>
            </a:pPr>
            <a:r>
              <a:rPr sz="14064" b="1">
                <a:solidFill>
                  <a:schemeClr val="bg1"/>
                </a:solidFill>
                <a:latin typeface="+mn-lt"/>
                <a:ea typeface="+mn-lt"/>
                <a:cs typeface="+mn-lt"/>
              </a:rPr>
              <a:t>Basic slides</a:t>
            </a:r>
          </a:p>
        </p:txBody>
      </p:sp>
      <p:sp>
        <p:nvSpPr>
          <p:cNvPr id="5" name="Datumsplatzhalter 4">
            <a:extLst xmlns:a="http://schemas.openxmlformats.org/drawingml/2006/main">
              <a:ext uri="{FF2B5EF4-FFF2-40B4-BE49-F238E27FC236}">
                <a16:creationId xmlns:a16="http://schemas.microsoft.com/office/drawing/2014/main" id="{87669A0C-683E-6D0E-CE86-4E782F00E46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8" name="Fußzeilenplatzhalter 7">
            <a:extLst xmlns:a="http://schemas.openxmlformats.org/drawingml/2006/main">
              <a:ext uri="{FF2B5EF4-FFF2-40B4-BE49-F238E27FC236}">
                <a16:creationId xmlns:a16="http://schemas.microsoft.com/office/drawing/2014/main" id="{A146F1F3-EC33-6A46-DEF7-C60337263F5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9" name="Foliennummernplatzhalter 8">
            <a:extLst xmlns:a="http://schemas.openxmlformats.org/drawingml/2006/main">
              <a:ext uri="{FF2B5EF4-FFF2-40B4-BE49-F238E27FC236}">
                <a16:creationId xmlns:a16="http://schemas.microsoft.com/office/drawing/2014/main" id="{38048C61-7BAE-D31C-12EE-311C3A6DE27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  <p:sp>
        <p:nvSpPr>
          <p:cNvPr id="10" name="Rechteck 9">
            <a:extLst xmlns:a="http://schemas.openxmlformats.org/drawingml/2006/main">
              <a:ext uri="{FF2B5EF4-FFF2-40B4-BE49-F238E27FC236}">
                <a16:creationId xmlns:a16="http://schemas.microsoft.com/office/drawing/2014/main" id="{1AF1F145-F6BB-9F25-6121-9CED5CA88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5300" y="0"/>
            <a:ext cx="1614599" cy="137354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220127" tIns="220127" rIns="220127" bIns="220127" anchor="ctr"/>
          <a:lstStyle xmlns:a="http://schemas.openxmlformats.org/drawingml/2006/main"/>
          <a:p xmlns:a="http://schemas.openxmlformats.org/drawingml/2006/main">
            <a:pPr algn="ctr">
              <a:spcBef>
                <a:spcPts val="611"/>
              </a:spcBef>
              <a:spcAft>
                <a:spcPts val="611"/>
              </a:spcAft>
              <a:buClr>
                <a:schemeClr val="bg1"/>
              </a:buClr>
              <a:buNone/>
            </a:pPr>
            <a:endParaRPr>
              <a:solidFill>
                <a:schemeClr val="bg1"/>
              </a:solidFill>
            </a:endParaRPr>
          </a:p>
        </p:txBody>
      </p:sp>
      <p:sp>
        <p:nvSpPr>
          <p:cNvPr id="3" name="Rechteck 2">
            <a:extLst xmlns:a="http://schemas.openxmlformats.org/drawingml/2006/main">
              <a:ext uri="{FF2B5EF4-FFF2-40B4-BE49-F238E27FC236}">
                <a16:creationId xmlns:a16="http://schemas.microsoft.com/office/drawing/2014/main" id="{9553B833-57AE-D539-DC9F-F2C2D3592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102" y="420637"/>
            <a:ext cx="3596446" cy="512854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220127" tIns="220127" rIns="220127" bIns="220127" anchor="ctr"/>
          <a:lstStyle xmlns:a="http://schemas.openxmlformats.org/drawingml/2006/main"/>
          <a:p xmlns:a="http://schemas.openxmlformats.org/drawingml/2006/main">
            <a:pPr algn="ctr">
              <a:spcBef>
                <a:spcPts val="611"/>
              </a:spcBef>
              <a:spcAft>
                <a:spcPts val="611"/>
              </a:spcAft>
              <a:buClr>
                <a:schemeClr val="bg1"/>
              </a:buClr>
              <a:buNone/>
            </a:pPr>
            <a:r>
              <a:rPr>
                <a:solidFill>
                  <a:schemeClr val="tx1"/>
                </a:solidFill>
              </a:rPr>
              <a:t>Not for layout purposes</a:t>
            </a:r>
          </a:p>
        </p:txBody>
      </p:sp>
    </p:spTree>
  </p:cSld>
</p:sldLayout>
</file>

<file path=ppt/slideLayouts/slideLayout75.xml><?xml version="1.0" encoding="utf-8"?>
<p:sldLayout xmlns:p="http://schemas.openxmlformats.org/presentationml/2006/main" preserve="1">
  <p:cSld name="Only 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8145797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7" name="Gerader Verbinder 6">
            <a:extLst xmlns:a="http://schemas.openxmlformats.org/drawingml/2006/main">
              <a:ext uri="{FF2B5EF4-FFF2-40B4-BE49-F238E27FC236}">
                <a16:creationId xmlns:a16="http://schemas.microsoft.com/office/drawing/2014/main" id="{A7DC8A55-23C8-4824-B6EE-CAF3A765A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" name="Datumsplatzhalter 5">
            <a:extLst xmlns:a="http://schemas.openxmlformats.org/drawingml/2006/main">
              <a:ext uri="{FF2B5EF4-FFF2-40B4-BE49-F238E27FC236}">
                <a16:creationId xmlns:a16="http://schemas.microsoft.com/office/drawing/2014/main" id="{971DF951-125C-FFA7-B39B-45C08A09CC6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8" name="Fußzeilenplatzhalter 7">
            <a:extLst xmlns:a="http://schemas.openxmlformats.org/drawingml/2006/main">
              <a:ext uri="{FF2B5EF4-FFF2-40B4-BE49-F238E27FC236}">
                <a16:creationId xmlns:a16="http://schemas.microsoft.com/office/drawing/2014/main" id="{D9B4EB2A-DCB2-81C0-7AC6-110D76C4601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9" name="Foliennummernplatzhalter 8">
            <a:extLst xmlns:a="http://schemas.openxmlformats.org/drawingml/2006/main">
              <a:ext uri="{FF2B5EF4-FFF2-40B4-BE49-F238E27FC236}">
                <a16:creationId xmlns:a16="http://schemas.microsoft.com/office/drawing/2014/main" id="{34B2B5BE-7FE0-0E4E-3BC7-E07C02D4B55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76.xml><?xml version="1.0" encoding="utf-8"?>
<p:sldLayout xmlns:p="http://schemas.openxmlformats.org/presentationml/2006/main" preserve="1">
  <p:cSld name="Title +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8145797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6" y="2475009"/>
            <a:ext cx="8145797" cy="4036774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Gerader Verbinder 7">
            <a:extLst xmlns:a="http://schemas.openxmlformats.org/drawingml/2006/main">
              <a:ext uri="{FF2B5EF4-FFF2-40B4-BE49-F238E27FC236}">
                <a16:creationId xmlns:a16="http://schemas.microsoft.com/office/drawing/2014/main" id="{FE47D34E-EE92-4DB9-9E13-2C48F0EA3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" name="Datumsplatzhalter 5">
            <a:extLst xmlns:a="http://schemas.openxmlformats.org/drawingml/2006/main">
              <a:ext uri="{FF2B5EF4-FFF2-40B4-BE49-F238E27FC236}">
                <a16:creationId xmlns:a16="http://schemas.microsoft.com/office/drawing/2014/main" id="{1314ECAA-A9DA-C8E7-19FC-B34E168C58CB}"/>
              </a:ext>
            </a:extLst>
          </p:cNvPr>
          <p:cNvSpPr>
            <a:spLocks xmlns:a="http://schemas.openxmlformats.org/drawingml/2006/main" noGrp="1"/>
          </p:cNvSpPr>
          <p:nvPr>
            <p:ph type="dt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9" name="Fußzeilenplatzhalter 8">
            <a:extLst xmlns:a="http://schemas.openxmlformats.org/drawingml/2006/main">
              <a:ext uri="{FF2B5EF4-FFF2-40B4-BE49-F238E27FC236}">
                <a16:creationId xmlns:a16="http://schemas.microsoft.com/office/drawing/2014/main" id="{DE04AF4F-1DC1-7401-063B-D60FC68604A6}"/>
              </a:ext>
            </a:extLst>
          </p:cNvPr>
          <p:cNvSpPr>
            <a:spLocks xmlns:a="http://schemas.openxmlformats.org/drawingml/2006/main" noGrp="1"/>
          </p:cNvSpPr>
          <p:nvPr>
            <p:ph type="ftr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0" name="Foliennummernplatzhalter 9">
            <a:extLst xmlns:a="http://schemas.openxmlformats.org/drawingml/2006/main">
              <a:ext uri="{FF2B5EF4-FFF2-40B4-BE49-F238E27FC236}">
                <a16:creationId xmlns:a16="http://schemas.microsoft.com/office/drawing/2014/main" id="{47EA4193-CC86-DD26-92E5-CBE7C2F713E3}"/>
              </a:ext>
            </a:extLst>
          </p:cNvPr>
          <p:cNvSpPr>
            <a:spLocks xmlns:a="http://schemas.openxmlformats.org/drawingml/2006/main" noGrp="1"/>
          </p:cNvSpPr>
          <p:nvPr>
            <p:ph type="sldNum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77.xml><?xml version="1.0" encoding="utf-8"?>
<p:sldLayout xmlns:p="http://schemas.openxmlformats.org/presentationml/2006/main" preserve="1">
  <p:cSld name="Title + 2x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8145796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6" y="2475286"/>
            <a:ext cx="4549552" cy="4036497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6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CDEB4EAD-6F30-5313-E6D7-3A44B6B6EFAD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6095670" y="2475286"/>
            <a:ext cx="4549552" cy="4036497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Gerader Verbinder 7">
            <a:extLst xmlns:a="http://schemas.openxmlformats.org/drawingml/2006/main">
              <a:ext uri="{FF2B5EF4-FFF2-40B4-BE49-F238E27FC236}">
                <a16:creationId xmlns:a16="http://schemas.microsoft.com/office/drawing/2014/main" id="{ACFEB543-899F-4701-888B-66D43C399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Datumsplatzhalter 8">
            <a:extLst xmlns:a="http://schemas.openxmlformats.org/drawingml/2006/main">
              <a:ext uri="{FF2B5EF4-FFF2-40B4-BE49-F238E27FC236}">
                <a16:creationId xmlns:a16="http://schemas.microsoft.com/office/drawing/2014/main" id="{645F030C-255E-E957-4FAC-9F8258E133F3}"/>
              </a:ext>
            </a:extLst>
          </p:cNvPr>
          <p:cNvSpPr>
            <a:spLocks xmlns:a="http://schemas.openxmlformats.org/drawingml/2006/main" noGrp="1"/>
          </p:cNvSpPr>
          <p:nvPr>
            <p:ph type="dt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0" name="Fußzeilenplatzhalter 9">
            <a:extLst xmlns:a="http://schemas.openxmlformats.org/drawingml/2006/main">
              <a:ext uri="{FF2B5EF4-FFF2-40B4-BE49-F238E27FC236}">
                <a16:creationId xmlns:a16="http://schemas.microsoft.com/office/drawing/2014/main" id="{727D534B-C12F-6B05-6B38-2B730F5116CF}"/>
              </a:ext>
            </a:extLst>
          </p:cNvPr>
          <p:cNvSpPr>
            <a:spLocks xmlns:a="http://schemas.openxmlformats.org/drawingml/2006/main" noGrp="1"/>
          </p:cNvSpPr>
          <p:nvPr>
            <p:ph type="ftr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1" name="Foliennummernplatzhalter 10">
            <a:extLst xmlns:a="http://schemas.openxmlformats.org/drawingml/2006/main">
              <a:ext uri="{FF2B5EF4-FFF2-40B4-BE49-F238E27FC236}">
                <a16:creationId xmlns:a16="http://schemas.microsoft.com/office/drawing/2014/main" id="{20CFBF48-E365-A3FC-3135-DB1978F78FF8}"/>
              </a:ext>
            </a:extLst>
          </p:cNvPr>
          <p:cNvSpPr>
            <a:spLocks xmlns:a="http://schemas.openxmlformats.org/drawingml/2006/main" noGrp="1"/>
          </p:cNvSpPr>
          <p:nvPr>
            <p:ph type="sldNum" idx="1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78.xml><?xml version="1.0" encoding="utf-8"?>
<p:sldLayout xmlns:p="http://schemas.openxmlformats.org/presentationml/2006/main" preserve="1">
  <p:cSld name="2x Picture + 2x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8145796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7" y="4529937"/>
            <a:ext cx="3447785" cy="198184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6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CDEB4EAD-6F30-5313-E6D7-3A44B6B6EFAD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5068676" y="4529937"/>
            <a:ext cx="3447785" cy="198184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793990F0-19EC-5850-56E2-CF3D4AA94378}"/>
              </a:ext>
            </a:extLst>
          </p:cNvPr>
          <p:cNvSpPr>
            <a:spLocks xmlns:a="http://schemas.openxmlformats.org/drawingml/2006/main" noGrp="1"/>
          </p:cNvSpPr>
          <p:nvPr>
            <p:ph type="pic" idx="15" hasCustomPrompt="1"/>
          </p:nvPr>
        </p:nvSpPr>
        <p:spPr>
          <a:xfrm xmlns:a="http://schemas.openxmlformats.org/drawingml/2006/main">
            <a:off x="959378" y="2475287"/>
            <a:ext cx="4036495" cy="1981847"/>
          </a:xfrm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0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97FC5FEC-BC3E-A386-77D5-1EFBA477D7B8}"/>
              </a:ext>
            </a:extLst>
          </p:cNvPr>
          <p:cNvSpPr>
            <a:spLocks xmlns:a="http://schemas.openxmlformats.org/drawingml/2006/main" noGrp="1"/>
          </p:cNvSpPr>
          <p:nvPr>
            <p:ph type="pic" idx="16" hasCustomPrompt="1"/>
          </p:nvPr>
        </p:nvSpPr>
        <p:spPr>
          <a:xfrm xmlns:a="http://schemas.openxmlformats.org/drawingml/2006/main">
            <a:off x="5068676" y="2475287"/>
            <a:ext cx="4036495" cy="1981847"/>
          </a:xfrm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1" name="Gerader Verbinder 10">
            <a:extLst xmlns:a="http://schemas.openxmlformats.org/drawingml/2006/main">
              <a:ext uri="{FF2B5EF4-FFF2-40B4-BE49-F238E27FC236}">
                <a16:creationId xmlns:a16="http://schemas.microsoft.com/office/drawing/2014/main" id="{44C6B8E6-9619-4D83-BD72-E47DEEC65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Datumsplatzhalter 8">
            <a:extLst xmlns:a="http://schemas.openxmlformats.org/drawingml/2006/main">
              <a:ext uri="{FF2B5EF4-FFF2-40B4-BE49-F238E27FC236}">
                <a16:creationId xmlns:a16="http://schemas.microsoft.com/office/drawing/2014/main" id="{FBDC3B60-FAF1-128B-89D6-06146C6BE337}"/>
              </a:ext>
            </a:extLst>
          </p:cNvPr>
          <p:cNvSpPr>
            <a:spLocks xmlns:a="http://schemas.openxmlformats.org/drawingml/2006/main" noGrp="1"/>
          </p:cNvSpPr>
          <p:nvPr>
            <p:ph type="dt" idx="1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2" name="Fußzeilenplatzhalter 11">
            <a:extLst xmlns:a="http://schemas.openxmlformats.org/drawingml/2006/main">
              <a:ext uri="{FF2B5EF4-FFF2-40B4-BE49-F238E27FC236}">
                <a16:creationId xmlns:a16="http://schemas.microsoft.com/office/drawing/2014/main" id="{8016A6D7-46E2-34E0-B5D2-E0C329B9A42C}"/>
              </a:ext>
            </a:extLst>
          </p:cNvPr>
          <p:cNvSpPr>
            <a:spLocks xmlns:a="http://schemas.openxmlformats.org/drawingml/2006/main" noGrp="1"/>
          </p:cNvSpPr>
          <p:nvPr>
            <p:ph type="ftr" idx="1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3" name="Foliennummernplatzhalter 12">
            <a:extLst xmlns:a="http://schemas.openxmlformats.org/drawingml/2006/main">
              <a:ext uri="{FF2B5EF4-FFF2-40B4-BE49-F238E27FC236}">
                <a16:creationId xmlns:a16="http://schemas.microsoft.com/office/drawing/2014/main" id="{7DD511E2-EBC1-ACE3-221F-9BFFB7208994}"/>
              </a:ext>
            </a:extLst>
          </p:cNvPr>
          <p:cNvSpPr>
            <a:spLocks xmlns:a="http://schemas.openxmlformats.org/drawingml/2006/main" noGrp="1"/>
          </p:cNvSpPr>
          <p:nvPr>
            <p:ph type="sldNum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79.xml><?xml version="1.0" encoding="utf-8"?>
<p:sldLayout xmlns:p="http://schemas.openxmlformats.org/presentationml/2006/main" preserve="1">
  <p:cSld name="3x Picture + 3x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8145796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6" y="4529937"/>
            <a:ext cx="2421418" cy="198184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6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CDEB4EAD-6F30-5313-E6D7-3A44B6B6EFAD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4041251" y="4529937"/>
            <a:ext cx="2421499" cy="198184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76CAE007-2F2E-F036-FBA8-9ADF7623A0B3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>
          <a:xfrm xmlns:a="http://schemas.openxmlformats.org/drawingml/2006/main">
            <a:off x="7123376" y="4529937"/>
            <a:ext cx="2421499" cy="198184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9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C2BA3090-A4C2-73D1-182D-3BBD68CE0D6E}"/>
              </a:ext>
            </a:extLst>
          </p:cNvPr>
          <p:cNvSpPr>
            <a:spLocks xmlns:a="http://schemas.openxmlformats.org/drawingml/2006/main" noGrp="1"/>
          </p:cNvSpPr>
          <p:nvPr>
            <p:ph type="pic" idx="16" hasCustomPrompt="1"/>
          </p:nvPr>
        </p:nvSpPr>
        <p:spPr>
          <a:xfrm xmlns:a="http://schemas.openxmlformats.org/drawingml/2006/main">
            <a:off x="959377" y="2475287"/>
            <a:ext cx="3009171" cy="1981847"/>
          </a:xfrm>
        </p:spPr>
        <p:txBody>
          <a:bodyPr xmlns:a="http://schemas.openxmlformats.org/drawingml/2006/main" tIns="324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1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F3F768CB-88D4-D60D-DEB8-C65E114C22CE}"/>
              </a:ext>
            </a:extLst>
          </p:cNvPr>
          <p:cNvSpPr>
            <a:spLocks xmlns:a="http://schemas.openxmlformats.org/drawingml/2006/main" noGrp="1"/>
          </p:cNvSpPr>
          <p:nvPr>
            <p:ph type="pic" idx="17" hasCustomPrompt="1"/>
          </p:nvPr>
        </p:nvSpPr>
        <p:spPr>
          <a:xfrm xmlns:a="http://schemas.openxmlformats.org/drawingml/2006/main">
            <a:off x="4041250" y="2475287"/>
            <a:ext cx="3009171" cy="1981847"/>
          </a:xfrm>
        </p:spPr>
        <p:txBody>
          <a:bodyPr xmlns:a="http://schemas.openxmlformats.org/drawingml/2006/main" tIns="324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2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98BFC965-C76E-72DE-B633-2FB2A13E93CA}"/>
              </a:ext>
            </a:extLst>
          </p:cNvPr>
          <p:cNvSpPr>
            <a:spLocks xmlns:a="http://schemas.openxmlformats.org/drawingml/2006/main" noGrp="1"/>
          </p:cNvSpPr>
          <p:nvPr>
            <p:ph type="pic" idx="18" hasCustomPrompt="1"/>
          </p:nvPr>
        </p:nvSpPr>
        <p:spPr>
          <a:xfrm xmlns:a="http://schemas.openxmlformats.org/drawingml/2006/main">
            <a:off x="7123376" y="2475287"/>
            <a:ext cx="3009171" cy="1981847"/>
          </a:xfrm>
        </p:spPr>
        <p:txBody>
          <a:bodyPr xmlns:a="http://schemas.openxmlformats.org/drawingml/2006/main" tIns="324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3" name="Gerader Verbinder 12">
            <a:extLst xmlns:a="http://schemas.openxmlformats.org/drawingml/2006/main">
              <a:ext uri="{FF2B5EF4-FFF2-40B4-BE49-F238E27FC236}">
                <a16:creationId xmlns:a16="http://schemas.microsoft.com/office/drawing/2014/main" id="{2A3DF348-66A2-40EA-8A2C-3D43654C5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Datumsplatzhalter 9">
            <a:extLst xmlns:a="http://schemas.openxmlformats.org/drawingml/2006/main">
              <a:ext uri="{FF2B5EF4-FFF2-40B4-BE49-F238E27FC236}">
                <a16:creationId xmlns:a16="http://schemas.microsoft.com/office/drawing/2014/main" id="{539CAA46-3ACB-B3B8-BFE8-E505927C10BD}"/>
              </a:ext>
            </a:extLst>
          </p:cNvPr>
          <p:cNvSpPr>
            <a:spLocks xmlns:a="http://schemas.openxmlformats.org/drawingml/2006/main" noGrp="1"/>
          </p:cNvSpPr>
          <p:nvPr>
            <p:ph type="dt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4" name="Fußzeilenplatzhalter 13">
            <a:extLst xmlns:a="http://schemas.openxmlformats.org/drawingml/2006/main">
              <a:ext uri="{FF2B5EF4-FFF2-40B4-BE49-F238E27FC236}">
                <a16:creationId xmlns:a16="http://schemas.microsoft.com/office/drawing/2014/main" id="{A5FD5E2A-7002-AB47-4D61-38A8F12AA050}"/>
              </a:ext>
            </a:extLst>
          </p:cNvPr>
          <p:cNvSpPr>
            <a:spLocks xmlns:a="http://schemas.openxmlformats.org/drawingml/2006/main" noGrp="1"/>
          </p:cNvSpPr>
          <p:nvPr>
            <p:ph type="ftr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5" name="Foliennummernplatzhalter 14">
            <a:extLst xmlns:a="http://schemas.openxmlformats.org/drawingml/2006/main">
              <a:ext uri="{FF2B5EF4-FFF2-40B4-BE49-F238E27FC236}">
                <a16:creationId xmlns:a16="http://schemas.microsoft.com/office/drawing/2014/main" id="{367EF3CB-FA74-F99C-9F34-EFC15B09026D}"/>
              </a:ext>
            </a:extLst>
          </p:cNvPr>
          <p:cNvSpPr>
            <a:spLocks xmlns:a="http://schemas.openxmlformats.org/drawingml/2006/main" noGrp="1"/>
          </p:cNvSpPr>
          <p:nvPr>
            <p:ph type="sldNum" idx="2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80.xml><?xml version="1.0" encoding="utf-8"?>
<p:sldLayout xmlns:p="http://schemas.openxmlformats.org/presentationml/2006/main" preserve="1">
  <p:cSld name="4x Bulletpicture + 4x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8145796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9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C2BA3090-A4C2-73D1-182D-3BBD68CE0D6E}"/>
              </a:ext>
            </a:extLst>
          </p:cNvPr>
          <p:cNvSpPr>
            <a:spLocks xmlns:a="http://schemas.openxmlformats.org/drawingml/2006/main" noGrp="1"/>
          </p:cNvSpPr>
          <p:nvPr>
            <p:ph type="pic" idx="16" hasCustomPrompt="1"/>
          </p:nvPr>
        </p:nvSpPr>
        <p:spPr>
          <a:xfrm xmlns:a="http://schemas.openxmlformats.org/drawingml/2006/main">
            <a:off x="959377" y="2475287"/>
            <a:ext cx="1981797" cy="1981847"/>
          </a:xfrm>
          <a:prstGeom xmlns:a="http://schemas.openxmlformats.org/drawingml/2006/main" prst="ellipse">
            <a:avLst/>
          </a:prstGeom>
        </p:spPr>
        <p:txBody>
          <a:bodyPr xmlns:a="http://schemas.openxmlformats.org/drawingml/2006/main" tIns="216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815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1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F3F768CB-88D4-D60D-DEB8-C65E114C22CE}"/>
              </a:ext>
            </a:extLst>
          </p:cNvPr>
          <p:cNvSpPr>
            <a:spLocks xmlns:a="http://schemas.openxmlformats.org/drawingml/2006/main" noGrp="1"/>
          </p:cNvSpPr>
          <p:nvPr>
            <p:ph type="pic" idx="17" hasCustomPrompt="1"/>
          </p:nvPr>
        </p:nvSpPr>
        <p:spPr>
          <a:xfrm xmlns:a="http://schemas.openxmlformats.org/drawingml/2006/main">
            <a:off x="3741948" y="2475287"/>
            <a:ext cx="1981797" cy="1981847"/>
          </a:xfrm>
          <a:prstGeom xmlns:a="http://schemas.openxmlformats.org/drawingml/2006/main" prst="ellipse">
            <a:avLst/>
          </a:prstGeom>
        </p:spPr>
        <p:txBody>
          <a:bodyPr xmlns:a="http://schemas.openxmlformats.org/drawingml/2006/main" tIns="216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815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2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98BFC965-C76E-72DE-B633-2FB2A13E93CA}"/>
              </a:ext>
            </a:extLst>
          </p:cNvPr>
          <p:cNvSpPr>
            <a:spLocks xmlns:a="http://schemas.openxmlformats.org/drawingml/2006/main" noGrp="1"/>
          </p:cNvSpPr>
          <p:nvPr>
            <p:ph type="pic" idx="18" hasCustomPrompt="1"/>
          </p:nvPr>
        </p:nvSpPr>
        <p:spPr>
          <a:xfrm xmlns:a="http://schemas.openxmlformats.org/drawingml/2006/main">
            <a:off x="6464007" y="2475287"/>
            <a:ext cx="1981797" cy="1981847"/>
          </a:xfrm>
          <a:prstGeom xmlns:a="http://schemas.openxmlformats.org/drawingml/2006/main" prst="ellipse">
            <a:avLst/>
          </a:prstGeom>
        </p:spPr>
        <p:txBody>
          <a:bodyPr xmlns:a="http://schemas.openxmlformats.org/drawingml/2006/main" tIns="216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815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5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BC8E5022-CAC8-E389-6196-8F133D8F65A8}"/>
              </a:ext>
            </a:extLst>
          </p:cNvPr>
          <p:cNvSpPr>
            <a:spLocks xmlns:a="http://schemas.openxmlformats.org/drawingml/2006/main" noGrp="1"/>
          </p:cNvSpPr>
          <p:nvPr>
            <p:ph type="pic" idx="20" hasCustomPrompt="1"/>
          </p:nvPr>
        </p:nvSpPr>
        <p:spPr>
          <a:xfrm xmlns:a="http://schemas.openxmlformats.org/drawingml/2006/main">
            <a:off x="9251080" y="2475287"/>
            <a:ext cx="1981797" cy="1981847"/>
          </a:xfrm>
          <a:prstGeom xmlns:a="http://schemas.openxmlformats.org/drawingml/2006/main" prst="ellipse">
            <a:avLst/>
          </a:prstGeom>
        </p:spPr>
        <p:txBody>
          <a:bodyPr xmlns:a="http://schemas.openxmlformats.org/drawingml/2006/main" tIns="216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815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6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2C67417D-D1BA-7331-154C-141B24C61F79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6" y="4529759"/>
            <a:ext cx="1981114" cy="198202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847336ae5e9d4d9a">
              <a:extLst>
                <a:ext uri="{96DAC541-7B7A-43D3-8B79-37D633B846F1}">
                  <asvg:svgBlip xmlns:asvg="http://schemas.microsoft.com/office/drawing/2016/SVG/main" r:embed="Rb765d5d04faa4883"/>
                </a:ext>
              </a:extLst>
            </a:blip>
            <a:srcRect l="0" t="0" r="0" b="0"/>
            <a:tile tx="0" ty="0" sx="100000" sy="100000" flip="none" algn="t"/>
          </a:blipFill>
        </p:spPr>
        <p:txBody>
          <a:bodyPr xmlns:a="http://schemas.openxmlformats.org/drawingml/2006/main" tIns="252000"/>
          <a:lstStyle xmlns:a="http://schemas.openxmlformats.org/drawingml/2006/main">
            <a:lvl1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1pPr>
            <a:lvl2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2pPr>
            <a:lvl3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3pPr>
            <a:lvl4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4pPr>
            <a:lvl5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5pPr>
            <a:lvl6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6pPr>
            <a:lvl7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7pPr>
            <a:lvl8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8pPr>
            <a:lvl9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1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6BB9F258-F5FC-CD95-CC79-98BA9173ED24}"/>
              </a:ext>
            </a:extLst>
          </p:cNvPr>
          <p:cNvSpPr>
            <a:spLocks xmlns:a="http://schemas.openxmlformats.org/drawingml/2006/main" noGrp="1"/>
          </p:cNvSpPr>
          <p:nvPr>
            <p:ph type="body" idx="19"/>
          </p:nvPr>
        </p:nvSpPr>
        <p:spPr>
          <a:xfrm xmlns:a="http://schemas.openxmlformats.org/drawingml/2006/main">
            <a:off x="3741751" y="4529759"/>
            <a:ext cx="1981114" cy="198202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847336ae5e9d4d9a">
              <a:extLst>
                <a:ext uri="{96DAC541-7B7A-43D3-8B79-37D633B846F1}">
                  <asvg:svgBlip xmlns:asvg="http://schemas.microsoft.com/office/drawing/2016/SVG/main" r:embed="Rb765d5d04faa4883"/>
                </a:ext>
              </a:extLst>
            </a:blip>
            <a:srcRect l="0" t="0" r="0" b="0"/>
            <a:tile tx="0" ty="0" sx="100000" sy="100000" flip="none" algn="t"/>
          </a:blipFill>
        </p:spPr>
        <p:txBody>
          <a:bodyPr xmlns:a="http://schemas.openxmlformats.org/drawingml/2006/main" tIns="252000"/>
          <a:lstStyle xmlns:a="http://schemas.openxmlformats.org/drawingml/2006/main">
            <a:lvl1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1pPr>
            <a:lvl2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2pPr>
            <a:lvl3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3pPr>
            <a:lvl4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4pPr>
            <a:lvl5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5pPr>
            <a:lvl6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6pPr>
            <a:lvl7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7pPr>
            <a:lvl8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8pPr>
            <a:lvl9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18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5790AE74-4619-2D07-07EC-067B07776DAA}"/>
              </a:ext>
            </a:extLst>
          </p:cNvPr>
          <p:cNvSpPr>
            <a:spLocks xmlns:a="http://schemas.openxmlformats.org/drawingml/2006/main" noGrp="1"/>
          </p:cNvSpPr>
          <p:nvPr>
            <p:ph type="body" idx="21"/>
          </p:nvPr>
        </p:nvSpPr>
        <p:spPr>
          <a:xfrm xmlns:a="http://schemas.openxmlformats.org/drawingml/2006/main">
            <a:off x="6464007" y="4529759"/>
            <a:ext cx="1981114" cy="198202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847336ae5e9d4d9a">
              <a:extLst>
                <a:ext uri="{96DAC541-7B7A-43D3-8B79-37D633B846F1}">
                  <asvg:svgBlip xmlns:asvg="http://schemas.microsoft.com/office/drawing/2016/SVG/main" r:embed="Rb765d5d04faa4883"/>
                </a:ext>
              </a:extLst>
            </a:blip>
            <a:srcRect l="0" t="0" r="0" b="0"/>
            <a:tile tx="0" ty="0" sx="100000" sy="100000" flip="none" algn="t"/>
          </a:blipFill>
        </p:spPr>
        <p:txBody>
          <a:bodyPr xmlns:a="http://schemas.openxmlformats.org/drawingml/2006/main" tIns="252000"/>
          <a:lstStyle xmlns:a="http://schemas.openxmlformats.org/drawingml/2006/main">
            <a:lvl1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1pPr>
            <a:lvl2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2pPr>
            <a:lvl3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3pPr>
            <a:lvl4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4pPr>
            <a:lvl5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5pPr>
            <a:lvl6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6pPr>
            <a:lvl7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7pPr>
            <a:lvl8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8pPr>
            <a:lvl9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19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3E3119C8-BDA4-D116-9FDD-F41A6666F659}"/>
              </a:ext>
            </a:extLst>
          </p:cNvPr>
          <p:cNvSpPr>
            <a:spLocks xmlns:a="http://schemas.openxmlformats.org/drawingml/2006/main" noGrp="1"/>
          </p:cNvSpPr>
          <p:nvPr>
            <p:ph type="body" idx="22"/>
          </p:nvPr>
        </p:nvSpPr>
        <p:spPr>
          <a:xfrm xmlns:a="http://schemas.openxmlformats.org/drawingml/2006/main">
            <a:off x="9251080" y="4529759"/>
            <a:ext cx="1981114" cy="198202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847336ae5e9d4d9a">
              <a:extLst>
                <a:ext uri="{96DAC541-7B7A-43D3-8B79-37D633B846F1}">
                  <asvg:svgBlip xmlns:asvg="http://schemas.microsoft.com/office/drawing/2016/SVG/main" r:embed="Rb765d5d04faa4883"/>
                </a:ext>
              </a:extLst>
            </a:blip>
            <a:srcRect l="0" t="0" r="0" b="0"/>
            <a:tile tx="0" ty="0" sx="100000" sy="100000" flip="none" algn="t"/>
          </a:blipFill>
        </p:spPr>
        <p:txBody>
          <a:bodyPr xmlns:a="http://schemas.openxmlformats.org/drawingml/2006/main" tIns="252000"/>
          <a:lstStyle xmlns:a="http://schemas.openxmlformats.org/drawingml/2006/main">
            <a:lvl1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1pPr>
            <a:lvl2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2pPr>
            <a:lvl3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3pPr>
            <a:lvl4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4pPr>
            <a:lvl5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5pPr>
            <a:lvl6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6pPr>
            <a:lvl7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7pPr>
            <a:lvl8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8pPr>
            <a:lvl9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6" name="Gerader Verbinder 5">
            <a:extLst xmlns:a="http://schemas.openxmlformats.org/drawingml/2006/main">
              <a:ext uri="{FF2B5EF4-FFF2-40B4-BE49-F238E27FC236}">
                <a16:creationId xmlns:a16="http://schemas.microsoft.com/office/drawing/2014/main" id="{80550617-6036-46E5-9787-17797AB2D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Datumsplatzhalter 6">
            <a:extLst xmlns:a="http://schemas.openxmlformats.org/drawingml/2006/main">
              <a:ext uri="{FF2B5EF4-FFF2-40B4-BE49-F238E27FC236}">
                <a16:creationId xmlns:a16="http://schemas.microsoft.com/office/drawing/2014/main" id="{FCAC5AE1-DD17-81A8-B3CA-501B94C2AA20}"/>
              </a:ext>
            </a:extLst>
          </p:cNvPr>
          <p:cNvSpPr>
            <a:spLocks xmlns:a="http://schemas.openxmlformats.org/drawingml/2006/main" noGrp="1"/>
          </p:cNvSpPr>
          <p:nvPr>
            <p:ph type="dt" idx="2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8" name="Fußzeilenplatzhalter 7">
            <a:extLst xmlns:a="http://schemas.openxmlformats.org/drawingml/2006/main">
              <a:ext uri="{FF2B5EF4-FFF2-40B4-BE49-F238E27FC236}">
                <a16:creationId xmlns:a16="http://schemas.microsoft.com/office/drawing/2014/main" id="{2688C00F-7597-7D03-E20D-46B356467C63}"/>
              </a:ext>
            </a:extLst>
          </p:cNvPr>
          <p:cNvSpPr>
            <a:spLocks xmlns:a="http://schemas.openxmlformats.org/drawingml/2006/main" noGrp="1"/>
          </p:cNvSpPr>
          <p:nvPr>
            <p:ph type="ftr" idx="2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0" name="Foliennummernplatzhalter 9">
            <a:extLst xmlns:a="http://schemas.openxmlformats.org/drawingml/2006/main">
              <a:ext uri="{FF2B5EF4-FFF2-40B4-BE49-F238E27FC236}">
                <a16:creationId xmlns:a16="http://schemas.microsoft.com/office/drawing/2014/main" id="{69515DB7-E267-98F8-A0A7-9F4339CE4664}"/>
              </a:ext>
            </a:extLst>
          </p:cNvPr>
          <p:cNvSpPr>
            <a:spLocks xmlns:a="http://schemas.openxmlformats.org/drawingml/2006/main" noGrp="1"/>
          </p:cNvSpPr>
          <p:nvPr>
            <p:ph type="sldNum" idx="2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81.xml><?xml version="1.0" encoding="utf-8"?>
<p:sldLayout xmlns:p="http://schemas.openxmlformats.org/presentationml/2006/main" preserve="1">
  <p:cSld name="5x Bulletpicture + 5x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8145796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9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C2BA3090-A4C2-73D1-182D-3BBD68CE0D6E}"/>
              </a:ext>
            </a:extLst>
          </p:cNvPr>
          <p:cNvSpPr>
            <a:spLocks xmlns:a="http://schemas.openxmlformats.org/drawingml/2006/main" noGrp="1"/>
          </p:cNvSpPr>
          <p:nvPr>
            <p:ph type="pic" idx="16" hasCustomPrompt="1"/>
          </p:nvPr>
        </p:nvSpPr>
        <p:spPr>
          <a:xfrm xmlns:a="http://schemas.openxmlformats.org/drawingml/2006/main">
            <a:off x="959377" y="2475287"/>
            <a:ext cx="1981797" cy="1981847"/>
          </a:xfrm>
          <a:prstGeom xmlns:a="http://schemas.openxmlformats.org/drawingml/2006/main" prst="ellipse">
            <a:avLst/>
          </a:prstGeom>
        </p:spPr>
        <p:txBody>
          <a:bodyPr xmlns:a="http://schemas.openxmlformats.org/drawingml/2006/main" tIns="216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815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1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F3F768CB-88D4-D60D-DEB8-C65E114C22CE}"/>
              </a:ext>
            </a:extLst>
          </p:cNvPr>
          <p:cNvSpPr>
            <a:spLocks xmlns:a="http://schemas.openxmlformats.org/drawingml/2006/main" noGrp="1"/>
          </p:cNvSpPr>
          <p:nvPr>
            <p:ph type="pic" idx="17" hasCustomPrompt="1"/>
          </p:nvPr>
        </p:nvSpPr>
        <p:spPr>
          <a:xfrm xmlns:a="http://schemas.openxmlformats.org/drawingml/2006/main">
            <a:off x="3014065" y="2475287"/>
            <a:ext cx="1981797" cy="1981847"/>
          </a:xfrm>
          <a:prstGeom xmlns:a="http://schemas.openxmlformats.org/drawingml/2006/main" prst="ellipse">
            <a:avLst/>
          </a:prstGeom>
        </p:spPr>
        <p:txBody>
          <a:bodyPr xmlns:a="http://schemas.openxmlformats.org/drawingml/2006/main" tIns="216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815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2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98BFC965-C76E-72DE-B633-2FB2A13E93CA}"/>
              </a:ext>
            </a:extLst>
          </p:cNvPr>
          <p:cNvSpPr>
            <a:spLocks xmlns:a="http://schemas.openxmlformats.org/drawingml/2006/main" noGrp="1"/>
          </p:cNvSpPr>
          <p:nvPr>
            <p:ph type="pic" idx="18" hasCustomPrompt="1"/>
          </p:nvPr>
        </p:nvSpPr>
        <p:spPr>
          <a:xfrm xmlns:a="http://schemas.openxmlformats.org/drawingml/2006/main">
            <a:off x="5068752" y="2475287"/>
            <a:ext cx="1981797" cy="1981847"/>
          </a:xfrm>
          <a:prstGeom xmlns:a="http://schemas.openxmlformats.org/drawingml/2006/main" prst="ellipse">
            <a:avLst/>
          </a:prstGeom>
        </p:spPr>
        <p:txBody>
          <a:bodyPr xmlns:a="http://schemas.openxmlformats.org/drawingml/2006/main" tIns="216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815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5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BC8E5022-CAC8-E389-6196-8F133D8F65A8}"/>
              </a:ext>
            </a:extLst>
          </p:cNvPr>
          <p:cNvSpPr>
            <a:spLocks xmlns:a="http://schemas.openxmlformats.org/drawingml/2006/main" noGrp="1"/>
          </p:cNvSpPr>
          <p:nvPr>
            <p:ph type="pic" idx="20" hasCustomPrompt="1"/>
          </p:nvPr>
        </p:nvSpPr>
        <p:spPr>
          <a:xfrm xmlns:a="http://schemas.openxmlformats.org/drawingml/2006/main">
            <a:off x="7123439" y="2475287"/>
            <a:ext cx="1981797" cy="1981847"/>
          </a:xfrm>
          <a:prstGeom xmlns:a="http://schemas.openxmlformats.org/drawingml/2006/main" prst="ellipse">
            <a:avLst/>
          </a:prstGeom>
        </p:spPr>
        <p:txBody>
          <a:bodyPr xmlns:a="http://schemas.openxmlformats.org/drawingml/2006/main" tIns="216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815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6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455BA56B-3A41-BFA2-2B64-87DF0C821D53}"/>
              </a:ext>
            </a:extLst>
          </p:cNvPr>
          <p:cNvSpPr>
            <a:spLocks xmlns:a="http://schemas.openxmlformats.org/drawingml/2006/main" noGrp="1"/>
          </p:cNvSpPr>
          <p:nvPr>
            <p:ph type="pic" idx="21" hasCustomPrompt="1"/>
          </p:nvPr>
        </p:nvSpPr>
        <p:spPr>
          <a:xfrm xmlns:a="http://schemas.openxmlformats.org/drawingml/2006/main">
            <a:off x="9178126" y="2475287"/>
            <a:ext cx="1981797" cy="1981847"/>
          </a:xfrm>
          <a:prstGeom xmlns:a="http://schemas.openxmlformats.org/drawingml/2006/main" prst="ellipse">
            <a:avLst/>
          </a:prstGeom>
        </p:spPr>
        <p:txBody>
          <a:bodyPr xmlns:a="http://schemas.openxmlformats.org/drawingml/2006/main" tIns="216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815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8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D19E72B5-5D19-CB33-EFFE-5C00E1C53936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6" y="4529759"/>
            <a:ext cx="1981114" cy="198202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75200ebe743b40b2">
              <a:extLst>
                <a:ext uri="{96DAC541-7B7A-43D3-8B79-37D633B846F1}">
                  <asvg:svgBlip xmlns:asvg="http://schemas.microsoft.com/office/drawing/2016/SVG/main" r:embed="R0db9836b75874cd7"/>
                </a:ext>
              </a:extLst>
            </a:blip>
            <a:srcRect l="0" t="0" r="0" b="0"/>
            <a:tile tx="0" ty="0" sx="100000" sy="100000" flip="none" algn="t"/>
          </a:blipFill>
        </p:spPr>
        <p:txBody>
          <a:bodyPr xmlns:a="http://schemas.openxmlformats.org/drawingml/2006/main" lIns="72000" tIns="252000" rIns="72000"/>
          <a:lstStyle xmlns:a="http://schemas.openxmlformats.org/drawingml/2006/main">
            <a:lvl1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1pPr>
            <a:lvl2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2pPr>
            <a:lvl3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3pPr>
            <a:lvl4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4pPr>
            <a:lvl5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5pPr>
            <a:lvl6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6pPr>
            <a:lvl7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7pPr>
            <a:lvl8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8pPr>
            <a:lvl9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19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FDDC1707-C012-09AA-27B6-7A5EF3856DC2}"/>
              </a:ext>
            </a:extLst>
          </p:cNvPr>
          <p:cNvSpPr>
            <a:spLocks xmlns:a="http://schemas.openxmlformats.org/drawingml/2006/main" noGrp="1"/>
          </p:cNvSpPr>
          <p:nvPr>
            <p:ph type="body" idx="19"/>
          </p:nvPr>
        </p:nvSpPr>
        <p:spPr>
          <a:xfrm xmlns:a="http://schemas.openxmlformats.org/drawingml/2006/main">
            <a:off x="3019360" y="4529759"/>
            <a:ext cx="1981114" cy="198202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75200ebe743b40b2">
              <a:extLst>
                <a:ext uri="{96DAC541-7B7A-43D3-8B79-37D633B846F1}">
                  <asvg:svgBlip xmlns:asvg="http://schemas.microsoft.com/office/drawing/2016/SVG/main" r:embed="R0db9836b75874cd7"/>
                </a:ext>
              </a:extLst>
            </a:blip>
            <a:srcRect l="0" t="0" r="0" b="0"/>
            <a:tile tx="0" ty="0" sx="100000" sy="100000" flip="none" algn="t"/>
          </a:blipFill>
        </p:spPr>
        <p:txBody>
          <a:bodyPr xmlns:a="http://schemas.openxmlformats.org/drawingml/2006/main" lIns="72000" tIns="252000" rIns="72000"/>
          <a:lstStyle xmlns:a="http://schemas.openxmlformats.org/drawingml/2006/main">
            <a:lvl1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1pPr>
            <a:lvl2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2pPr>
            <a:lvl3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3pPr>
            <a:lvl4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4pPr>
            <a:lvl5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5pPr>
            <a:lvl6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6pPr>
            <a:lvl7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7pPr>
            <a:lvl8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8pPr>
            <a:lvl9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20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B953A51A-53EF-A551-4AE6-C0CFD0EACE2A}"/>
              </a:ext>
            </a:extLst>
          </p:cNvPr>
          <p:cNvSpPr>
            <a:spLocks xmlns:a="http://schemas.openxmlformats.org/drawingml/2006/main" noGrp="1"/>
          </p:cNvSpPr>
          <p:nvPr>
            <p:ph type="body" idx="22"/>
          </p:nvPr>
        </p:nvSpPr>
        <p:spPr>
          <a:xfrm xmlns:a="http://schemas.openxmlformats.org/drawingml/2006/main">
            <a:off x="5069435" y="4529759"/>
            <a:ext cx="1981114" cy="198202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75200ebe743b40b2">
              <a:extLst>
                <a:ext uri="{96DAC541-7B7A-43D3-8B79-37D633B846F1}">
                  <asvg:svgBlip xmlns:asvg="http://schemas.microsoft.com/office/drawing/2016/SVG/main" r:embed="R0db9836b75874cd7"/>
                </a:ext>
              </a:extLst>
            </a:blip>
            <a:srcRect l="0" t="0" r="0" b="0"/>
            <a:tile tx="0" ty="0" sx="100000" sy="100000" flip="none" algn="t"/>
          </a:blipFill>
        </p:spPr>
        <p:txBody>
          <a:bodyPr xmlns:a="http://schemas.openxmlformats.org/drawingml/2006/main" lIns="72000" tIns="252000" rIns="72000"/>
          <a:lstStyle xmlns:a="http://schemas.openxmlformats.org/drawingml/2006/main">
            <a:lvl1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1pPr>
            <a:lvl2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2pPr>
            <a:lvl3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3pPr>
            <a:lvl4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4pPr>
            <a:lvl5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5pPr>
            <a:lvl6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6pPr>
            <a:lvl7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7pPr>
            <a:lvl8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8pPr>
            <a:lvl9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21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1A439ACB-5B1E-ECCF-C1EC-7B965ED53E25}"/>
              </a:ext>
            </a:extLst>
          </p:cNvPr>
          <p:cNvSpPr>
            <a:spLocks xmlns:a="http://schemas.openxmlformats.org/drawingml/2006/main" noGrp="1"/>
          </p:cNvSpPr>
          <p:nvPr>
            <p:ph type="body" idx="23"/>
          </p:nvPr>
        </p:nvSpPr>
        <p:spPr>
          <a:xfrm xmlns:a="http://schemas.openxmlformats.org/drawingml/2006/main">
            <a:off x="7124058" y="4529759"/>
            <a:ext cx="1981114" cy="198202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75200ebe743b40b2">
              <a:extLst>
                <a:ext uri="{96DAC541-7B7A-43D3-8B79-37D633B846F1}">
                  <asvg:svgBlip xmlns:asvg="http://schemas.microsoft.com/office/drawing/2016/SVG/main" r:embed="R0db9836b75874cd7"/>
                </a:ext>
              </a:extLst>
            </a:blip>
            <a:srcRect l="0" t="0" r="0" b="0"/>
            <a:tile tx="0" ty="0" sx="100000" sy="100000" flip="none" algn="t"/>
          </a:blipFill>
        </p:spPr>
        <p:txBody>
          <a:bodyPr xmlns:a="http://schemas.openxmlformats.org/drawingml/2006/main" lIns="72000" tIns="252000" rIns="72000"/>
          <a:lstStyle xmlns:a="http://schemas.openxmlformats.org/drawingml/2006/main">
            <a:lvl1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1pPr>
            <a:lvl2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2pPr>
            <a:lvl3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3pPr>
            <a:lvl4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4pPr>
            <a:lvl5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5pPr>
            <a:lvl6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6pPr>
            <a:lvl7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7pPr>
            <a:lvl8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8pPr>
            <a:lvl9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22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330376B6-82E2-6D85-A9F4-10CD928C4615}"/>
              </a:ext>
            </a:extLst>
          </p:cNvPr>
          <p:cNvSpPr>
            <a:spLocks xmlns:a="http://schemas.openxmlformats.org/drawingml/2006/main" noGrp="1"/>
          </p:cNvSpPr>
          <p:nvPr>
            <p:ph type="body" idx="24"/>
          </p:nvPr>
        </p:nvSpPr>
        <p:spPr>
          <a:xfrm xmlns:a="http://schemas.openxmlformats.org/drawingml/2006/main">
            <a:off x="9177975" y="4529759"/>
            <a:ext cx="1981114" cy="198202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75200ebe743b40b2">
              <a:extLst>
                <a:ext uri="{96DAC541-7B7A-43D3-8B79-37D633B846F1}">
                  <asvg:svgBlip xmlns:asvg="http://schemas.microsoft.com/office/drawing/2016/SVG/main" r:embed="R0db9836b75874cd7"/>
                </a:ext>
              </a:extLst>
            </a:blip>
            <a:srcRect l="0" t="0" r="0" b="0"/>
            <a:tile tx="0" ty="0" sx="100000" sy="100000" flip="none" algn="t"/>
          </a:blipFill>
        </p:spPr>
        <p:txBody>
          <a:bodyPr xmlns:a="http://schemas.openxmlformats.org/drawingml/2006/main" lIns="72000" tIns="252000" rIns="72000"/>
          <a:lstStyle xmlns:a="http://schemas.openxmlformats.org/drawingml/2006/main">
            <a:lvl1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1pPr>
            <a:lvl2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2pPr>
            <a:lvl3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3pPr>
            <a:lvl4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4pPr>
            <a:lvl5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5pPr>
            <a:lvl6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6pPr>
            <a:lvl7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7pPr>
            <a:lvl8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8pPr>
            <a:lvl9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6" name="Gerader Verbinder 5">
            <a:extLst xmlns:a="http://schemas.openxmlformats.org/drawingml/2006/main">
              <a:ext uri="{FF2B5EF4-FFF2-40B4-BE49-F238E27FC236}">
                <a16:creationId xmlns:a16="http://schemas.microsoft.com/office/drawing/2014/main" id="{24EAD74D-C4FB-4D4A-AFE1-6F6110526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Datumsplatzhalter 6">
            <a:extLst xmlns:a="http://schemas.openxmlformats.org/drawingml/2006/main">
              <a:ext uri="{FF2B5EF4-FFF2-40B4-BE49-F238E27FC236}">
                <a16:creationId xmlns:a16="http://schemas.microsoft.com/office/drawing/2014/main" id="{D0D5EA32-7547-91F4-27D2-04FCF311B495}"/>
              </a:ext>
            </a:extLst>
          </p:cNvPr>
          <p:cNvSpPr>
            <a:spLocks xmlns:a="http://schemas.openxmlformats.org/drawingml/2006/main" noGrp="1"/>
          </p:cNvSpPr>
          <p:nvPr>
            <p:ph type="dt" idx="2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8" name="Fußzeilenplatzhalter 7">
            <a:extLst xmlns:a="http://schemas.openxmlformats.org/drawingml/2006/main">
              <a:ext uri="{FF2B5EF4-FFF2-40B4-BE49-F238E27FC236}">
                <a16:creationId xmlns:a16="http://schemas.microsoft.com/office/drawing/2014/main" id="{1C55D207-07B7-4A91-A687-9767EA6C6634}"/>
              </a:ext>
            </a:extLst>
          </p:cNvPr>
          <p:cNvSpPr>
            <a:spLocks xmlns:a="http://schemas.openxmlformats.org/drawingml/2006/main" noGrp="1"/>
          </p:cNvSpPr>
          <p:nvPr>
            <p:ph type="ftr" idx="2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0" name="Foliennummernplatzhalter 9">
            <a:extLst xmlns:a="http://schemas.openxmlformats.org/drawingml/2006/main">
              <a:ext uri="{FF2B5EF4-FFF2-40B4-BE49-F238E27FC236}">
                <a16:creationId xmlns:a16="http://schemas.microsoft.com/office/drawing/2014/main" id="{E89C19EB-5D9D-DC1F-4F76-85903C1875F9}"/>
              </a:ext>
            </a:extLst>
          </p:cNvPr>
          <p:cNvSpPr>
            <a:spLocks xmlns:a="http://schemas.openxmlformats.org/drawingml/2006/main" noGrp="1"/>
          </p:cNvSpPr>
          <p:nvPr>
            <p:ph type="sldNum" idx="2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82.xml><?xml version="1.0" encoding="utf-8"?>
<p:sldLayout xmlns:p="http://schemas.openxmlformats.org/presentationml/2006/main" preserve="1">
  <p:cSld name="Keymessag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el 2">
            <a:extLst xmlns:a="http://schemas.openxmlformats.org/drawingml/2006/main">
              <a:ext uri="{FF2B5EF4-FFF2-40B4-BE49-F238E27FC236}">
                <a16:creationId xmlns:a16="http://schemas.microsoft.com/office/drawing/2014/main" id="{AB845F91-210D-AF4C-14EF-FF45CBCE387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986701" y="2480343"/>
            <a:ext cx="7118471" cy="300411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6115"/>
            </a:lvl1pPr>
          </a:lstStyle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2" name="Gerader Verbinder 1">
            <a:extLst xmlns:a="http://schemas.openxmlformats.org/drawingml/2006/main">
              <a:ext uri="{FF2B5EF4-FFF2-40B4-BE49-F238E27FC236}">
                <a16:creationId xmlns:a16="http://schemas.microsoft.com/office/drawing/2014/main" id="{7FF069F5-F33F-4335-8FC3-A532FA435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-1" y="2841928"/>
            <a:ext cx="1529885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" name="Datumsplatzhalter 5">
            <a:extLst xmlns:a="http://schemas.openxmlformats.org/drawingml/2006/main">
              <a:ext uri="{FF2B5EF4-FFF2-40B4-BE49-F238E27FC236}">
                <a16:creationId xmlns:a16="http://schemas.microsoft.com/office/drawing/2014/main" id="{0FAF8966-13AB-6814-804E-CBAE6EADEC9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7" name="Fußzeilenplatzhalter 6">
            <a:extLst xmlns:a="http://schemas.openxmlformats.org/drawingml/2006/main">
              <a:ext uri="{FF2B5EF4-FFF2-40B4-BE49-F238E27FC236}">
                <a16:creationId xmlns:a16="http://schemas.microsoft.com/office/drawing/2014/main" id="{28E03894-DBF6-56DB-D52B-988AB996DCA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8" name="Foliennummernplatzhalter 7">
            <a:extLst xmlns:a="http://schemas.openxmlformats.org/drawingml/2006/main">
              <a:ext uri="{FF2B5EF4-FFF2-40B4-BE49-F238E27FC236}">
                <a16:creationId xmlns:a16="http://schemas.microsoft.com/office/drawing/2014/main" id="{31F3B9CD-DFDE-15C5-DB6E-42DD1A65405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83.xml><?xml version="1.0" encoding="utf-8"?>
<p:sldLayout xmlns:p="http://schemas.openxmlformats.org/presentationml/2006/main" preserve="1">
  <p:cSld name="2x Contac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8145796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7" name="Bildplatzhalter 6">
            <a:extLst xmlns:a="http://schemas.openxmlformats.org/drawingml/2006/main">
              <a:ext uri="{FF2B5EF4-FFF2-40B4-BE49-F238E27FC236}">
                <a16:creationId xmlns:a16="http://schemas.microsoft.com/office/drawing/2014/main" id="{BBD3187F-A314-0111-14AD-BBCB5D1C4A08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3014126" y="2475286"/>
            <a:ext cx="2568438" cy="3009172"/>
          </a:xfrm>
        </p:spPr>
        <p:txBody>
          <a:bodyPr xmlns:a="http://schemas.openxmlformats.org/drawingml/2006/main" tIns="324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</a:t>
            </a:r>
            <a:br/>
            <a:r>
              <a:t>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0" name="Bildplatzhalter 6">
            <a:extLst xmlns:a="http://schemas.openxmlformats.org/drawingml/2006/main">
              <a:ext uri="{FF2B5EF4-FFF2-40B4-BE49-F238E27FC236}">
                <a16:creationId xmlns:a16="http://schemas.microsoft.com/office/drawing/2014/main" id="{9B74EED3-4DC4-185E-AB17-F95D76F04324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8150751" y="2475286"/>
            <a:ext cx="2568438" cy="3009172"/>
          </a:xfrm>
        </p:spPr>
        <p:txBody>
          <a:bodyPr xmlns:a="http://schemas.openxmlformats.org/drawingml/2006/main" tIns="324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</a:t>
            </a:r>
            <a:br/>
            <a:r>
              <a:t>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5" name="Textplatzhalter 16">
            <a:extLst xmlns:a="http://schemas.openxmlformats.org/drawingml/2006/main">
              <a:ext uri="{FF2B5EF4-FFF2-40B4-BE49-F238E27FC236}">
                <a16:creationId xmlns:a16="http://schemas.microsoft.com/office/drawing/2014/main" id="{52AC31C9-DC96-8D9F-7335-7C2C9E78DFB0}"/>
              </a:ext>
            </a:extLst>
          </p:cNvPr>
          <p:cNvSpPr>
            <a:spLocks xmlns:a="http://schemas.openxmlformats.org/drawingml/2006/main" noGrp="1"/>
          </p:cNvSpPr>
          <p:nvPr>
            <p:ph type="body" idx="16" hasCustomPrompt="1"/>
          </p:nvPr>
        </p:nvSpPr>
        <p:spPr>
          <a:xfrm xmlns:a="http://schemas.openxmlformats.org/drawingml/2006/main">
            <a:off x="959377" y="4566804"/>
            <a:ext cx="1981847" cy="219561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3351ed4efb5e49eb">
              <a:extLst>
                <a:ext uri="{96DAC541-7B7A-43D3-8B79-37D633B846F1}">
                  <asvg:svgBlip xmlns:asvg="http://schemas.microsoft.com/office/drawing/2016/SVG/main" r:embed="R6a02e46a82fe4613"/>
                </a:ext>
              </a:extLst>
            </a:blip>
            <a:tile tx="0" ty="0" sx="100000" sy="100000" flip="none" algn="tr"/>
          </a:blipFill>
        </p:spPr>
        <p:txBody>
          <a:bodyPr xmlns:a="http://schemas.openxmlformats.org/drawingml/2006/main" tIns="0" rIns="108000" bIns="0" anchor="ctr">
            <a:spAutoFit/>
          </a:bodyPr>
          <a:lstStyle xmlns:a="http://schemas.openxmlformats.org/drawingml/2006/main">
            <a:lvl1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 b="0">
                <a:solidFill>
                  <a:schemeClr val="accent4"/>
                </a:solidFill>
              </a:defRPr>
            </a:lvl1pPr>
            <a:lvl2pPr marL="0" indent="0" algn="r">
              <a:spcBef>
                <a:spcPts val="0"/>
              </a:spcBef>
              <a:spcAft>
                <a:spcPts val="0"/>
              </a:spcAft>
              <a:buNone/>
              <a:defRPr sz="1427"/>
            </a:lvl2pPr>
            <a:lvl3pPr marL="0" indent="0" algn="r">
              <a:spcBef>
                <a:spcPts val="0"/>
              </a:spcBef>
              <a:spcAft>
                <a:spcPts val="0"/>
              </a:spcAft>
              <a:buNone/>
              <a:defRPr sz="1427"/>
            </a:lvl3pPr>
            <a:lvl4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4pPr>
            <a:lvl5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5pPr>
            <a:lvl6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6pPr>
            <a:lvl7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7pPr>
            <a:lvl8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8pPr>
            <a:lvl9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9pPr>
          </a:lstStyle>
          <a:p xmlns:a="http://schemas.openxmlformats.org/drawingml/2006/main">
            <a:pPr lvl="0">
              <a:buNone/>
            </a:pPr>
            <a:r>
              <a:t>Name</a:t>
            </a:r>
          </a:p>
        </p:txBody>
      </p:sp>
      <p:sp>
        <p:nvSpPr>
          <p:cNvPr id="16" name="Textplatzhalter 16">
            <a:extLst xmlns:a="http://schemas.openxmlformats.org/drawingml/2006/main">
              <a:ext uri="{FF2B5EF4-FFF2-40B4-BE49-F238E27FC236}">
                <a16:creationId xmlns:a16="http://schemas.microsoft.com/office/drawing/2014/main" id="{4EA6C058-B3B6-787F-1746-FD8E668612B8}"/>
              </a:ext>
            </a:extLst>
          </p:cNvPr>
          <p:cNvSpPr>
            <a:spLocks xmlns:a="http://schemas.openxmlformats.org/drawingml/2006/main" noGrp="1"/>
          </p:cNvSpPr>
          <p:nvPr>
            <p:ph type="body" idx="21" hasCustomPrompt="1"/>
          </p:nvPr>
        </p:nvSpPr>
        <p:spPr>
          <a:xfrm xmlns:a="http://schemas.openxmlformats.org/drawingml/2006/main">
            <a:off x="6096000" y="4566804"/>
            <a:ext cx="1981848" cy="219561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3351ed4efb5e49eb">
              <a:extLst>
                <a:ext uri="{96DAC541-7B7A-43D3-8B79-37D633B846F1}">
                  <asvg:svgBlip xmlns:asvg="http://schemas.microsoft.com/office/drawing/2016/SVG/main" r:embed="R6a02e46a82fe4613"/>
                </a:ext>
              </a:extLst>
            </a:blip>
            <a:tile tx="0" ty="0" sx="100000" sy="100000" flip="none" algn="tr"/>
          </a:blipFill>
        </p:spPr>
        <p:txBody>
          <a:bodyPr xmlns:a="http://schemas.openxmlformats.org/drawingml/2006/main" tIns="0" rIns="108000" bIns="0" anchor="ctr">
            <a:spAutoFit/>
          </a:bodyPr>
          <a:lstStyle xmlns:a="http://schemas.openxmlformats.org/drawingml/2006/main">
            <a:lvl1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 b="0">
                <a:solidFill>
                  <a:schemeClr val="accent4"/>
                </a:solidFill>
              </a:defRPr>
            </a:lvl1pPr>
            <a:lvl2pPr marL="0" indent="0" algn="r">
              <a:spcBef>
                <a:spcPts val="0"/>
              </a:spcBef>
              <a:spcAft>
                <a:spcPts val="0"/>
              </a:spcAft>
              <a:buNone/>
              <a:defRPr sz="1427"/>
            </a:lvl2pPr>
            <a:lvl3pPr marL="0" indent="0" algn="r">
              <a:spcBef>
                <a:spcPts val="0"/>
              </a:spcBef>
              <a:spcAft>
                <a:spcPts val="0"/>
              </a:spcAft>
              <a:buNone/>
              <a:defRPr sz="1427"/>
            </a:lvl3pPr>
            <a:lvl4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4pPr>
            <a:lvl5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5pPr>
            <a:lvl6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6pPr>
            <a:lvl7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7pPr>
            <a:lvl8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8pPr>
            <a:lvl9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9pPr>
          </a:lstStyle>
          <a:p xmlns:a="http://schemas.openxmlformats.org/drawingml/2006/main">
            <a:pPr lvl="0">
              <a:buNone/>
            </a:pPr>
            <a:r>
              <a:t>Name</a:t>
            </a:r>
          </a:p>
        </p:txBody>
      </p:sp>
      <p:sp>
        <p:nvSpPr>
          <p:cNvPr id="4" name="Gerader Verbinder 3">
            <a:extLst xmlns:a="http://schemas.openxmlformats.org/drawingml/2006/main">
              <a:ext uri="{FF2B5EF4-FFF2-40B4-BE49-F238E27FC236}">
                <a16:creationId xmlns:a16="http://schemas.microsoft.com/office/drawing/2014/main" id="{C92EE00F-B018-490A-AB93-DBC43A2E2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" name="Datumsplatzhalter 2">
            <a:extLst xmlns:a="http://schemas.openxmlformats.org/drawingml/2006/main">
              <a:ext uri="{FF2B5EF4-FFF2-40B4-BE49-F238E27FC236}">
                <a16:creationId xmlns:a16="http://schemas.microsoft.com/office/drawing/2014/main" id="{9C57F206-E59F-E588-487B-AAF2EE217858}"/>
              </a:ext>
            </a:extLst>
          </p:cNvPr>
          <p:cNvSpPr>
            <a:spLocks xmlns:a="http://schemas.openxmlformats.org/drawingml/2006/main" noGrp="1"/>
          </p:cNvSpPr>
          <p:nvPr>
            <p:ph type="dt" idx="2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5" name="Fußzeilenplatzhalter 4">
            <a:extLst xmlns:a="http://schemas.openxmlformats.org/drawingml/2006/main">
              <a:ext uri="{FF2B5EF4-FFF2-40B4-BE49-F238E27FC236}">
                <a16:creationId xmlns:a16="http://schemas.microsoft.com/office/drawing/2014/main" id="{200E090E-6051-4A2B-7EC7-57D5B62A7819}"/>
              </a:ext>
            </a:extLst>
          </p:cNvPr>
          <p:cNvSpPr>
            <a:spLocks xmlns:a="http://schemas.openxmlformats.org/drawingml/2006/main" noGrp="1"/>
          </p:cNvSpPr>
          <p:nvPr>
            <p:ph type="ftr" idx="2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6" name="Foliennummernplatzhalter 5">
            <a:extLst xmlns:a="http://schemas.openxmlformats.org/drawingml/2006/main">
              <a:ext uri="{FF2B5EF4-FFF2-40B4-BE49-F238E27FC236}">
                <a16:creationId xmlns:a16="http://schemas.microsoft.com/office/drawing/2014/main" id="{B31969E9-4E72-A6F6-D69F-3F57B4E474C5}"/>
              </a:ext>
            </a:extLst>
          </p:cNvPr>
          <p:cNvSpPr>
            <a:spLocks xmlns:a="http://schemas.openxmlformats.org/drawingml/2006/main" noGrp="1"/>
          </p:cNvSpPr>
          <p:nvPr>
            <p:ph type="sldNum" idx="2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84.xml><?xml version="1.0" encoding="utf-8"?>
<p:sldLayout xmlns:p="http://schemas.openxmlformats.org/presentationml/2006/main" preserve="1">
  <p:cSld name="3x Contac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8145796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7" name="Bildplatzhalter 6">
            <a:extLst xmlns:a="http://schemas.openxmlformats.org/drawingml/2006/main">
              <a:ext uri="{FF2B5EF4-FFF2-40B4-BE49-F238E27FC236}">
                <a16:creationId xmlns:a16="http://schemas.microsoft.com/office/drawing/2014/main" id="{BBD3187F-A314-0111-14AD-BBCB5D1C4A08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959124" y="2475286"/>
            <a:ext cx="2568767" cy="3009558"/>
          </a:xfrm>
        </p:spPr>
        <p:txBody>
          <a:bodyPr xmlns:a="http://schemas.openxmlformats.org/drawingml/2006/main" tIns="324000" anchor="ctr"/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 sz="1223"/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</a:t>
            </a:r>
            <a:br/>
            <a:r>
              <a:t>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0" name="Bildplatzhalter 6">
            <a:extLst xmlns:a="http://schemas.openxmlformats.org/drawingml/2006/main">
              <a:ext uri="{FF2B5EF4-FFF2-40B4-BE49-F238E27FC236}">
                <a16:creationId xmlns:a16="http://schemas.microsoft.com/office/drawing/2014/main" id="{9B74EED3-4DC4-185E-AB17-F95D76F04324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4041351" y="2475286"/>
            <a:ext cx="2568767" cy="3009558"/>
          </a:xfrm>
        </p:spPr>
        <p:txBody>
          <a:bodyPr xmlns:a="http://schemas.openxmlformats.org/drawingml/2006/main" tIns="324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</a:t>
            </a:r>
            <a:br/>
            <a:r>
              <a:t>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1" name="Bildplatzhalter 6">
            <a:extLst xmlns:a="http://schemas.openxmlformats.org/drawingml/2006/main">
              <a:ext uri="{FF2B5EF4-FFF2-40B4-BE49-F238E27FC236}">
                <a16:creationId xmlns:a16="http://schemas.microsoft.com/office/drawing/2014/main" id="{091B7205-BCF7-E5E6-7696-C5A959CB638A}"/>
              </a:ext>
            </a:extLst>
          </p:cNvPr>
          <p:cNvSpPr>
            <a:spLocks xmlns:a="http://schemas.openxmlformats.org/drawingml/2006/main" noGrp="1"/>
          </p:cNvSpPr>
          <p:nvPr>
            <p:ph type="pic" idx="15" hasCustomPrompt="1"/>
          </p:nvPr>
        </p:nvSpPr>
        <p:spPr>
          <a:xfrm xmlns:a="http://schemas.openxmlformats.org/drawingml/2006/main">
            <a:off x="7123376" y="2475286"/>
            <a:ext cx="2568767" cy="3009558"/>
          </a:xfrm>
        </p:spPr>
        <p:txBody>
          <a:bodyPr xmlns:a="http://schemas.openxmlformats.org/drawingml/2006/main" tIns="324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</a:t>
            </a:r>
            <a:br/>
            <a:r>
              <a:t>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7" name="Textplatzhalter 16">
            <a:extLst xmlns:a="http://schemas.openxmlformats.org/drawingml/2006/main">
              <a:ext uri="{FF2B5EF4-FFF2-40B4-BE49-F238E27FC236}">
                <a16:creationId xmlns:a16="http://schemas.microsoft.com/office/drawing/2014/main" id="{370B3FB5-E73F-47E5-6AD6-4664928CC467}"/>
              </a:ext>
            </a:extLst>
          </p:cNvPr>
          <p:cNvSpPr>
            <a:spLocks xmlns:a="http://schemas.openxmlformats.org/drawingml/2006/main" noGrp="1"/>
          </p:cNvSpPr>
          <p:nvPr>
            <p:ph type="body" idx="16" hasCustomPrompt="1"/>
          </p:nvPr>
        </p:nvSpPr>
        <p:spPr>
          <a:xfrm xmlns:a="http://schemas.openxmlformats.org/drawingml/2006/main">
            <a:off x="959375" y="5557134"/>
            <a:ext cx="2568516" cy="219561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aef399f81eb44d4c">
              <a:extLst>
                <a:ext uri="{96DAC541-7B7A-43D3-8B79-37D633B846F1}">
                  <asvg:svgBlip xmlns:asvg="http://schemas.microsoft.com/office/drawing/2016/SVG/main" r:embed="R2920bd03eae8422c"/>
                </a:ext>
              </a:extLst>
            </a:blip>
            <a:srcRect l="0" t="0" r="0" b="0"/>
            <a:tile tx="0" ty="0" sx="100000" sy="100000" flip="none" algn="tr"/>
          </a:blipFill>
        </p:spPr>
        <p:txBody>
          <a:bodyPr xmlns:a="http://schemas.openxmlformats.org/drawingml/2006/main" wrap="square" tIns="0" rIns="108000" bIns="0" anchor="t">
            <a:spAutoFit/>
          </a:bodyPr>
          <a:lstStyle xmlns:a="http://schemas.openxmlformats.org/drawingml/2006/main">
            <a:lvl1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 b="0">
                <a:solidFill>
                  <a:schemeClr val="accent4"/>
                </a:solidFill>
              </a:defRPr>
            </a:lvl1pPr>
            <a:lvl2pPr marL="0" indent="0" algn="r">
              <a:spcBef>
                <a:spcPts val="0"/>
              </a:spcBef>
              <a:spcAft>
                <a:spcPts val="0"/>
              </a:spcAft>
              <a:buNone/>
              <a:defRPr sz="1427"/>
            </a:lvl2pPr>
            <a:lvl3pPr marL="0" indent="0" algn="r">
              <a:spcBef>
                <a:spcPts val="0"/>
              </a:spcBef>
              <a:spcAft>
                <a:spcPts val="0"/>
              </a:spcAft>
              <a:buNone/>
              <a:defRPr sz="1427"/>
            </a:lvl3pPr>
            <a:lvl4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4pPr>
            <a:lvl5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5pPr>
            <a:lvl6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6pPr>
            <a:lvl7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7pPr>
            <a:lvl8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8pPr>
            <a:lvl9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9pPr>
          </a:lstStyle>
          <a:p xmlns:a="http://schemas.openxmlformats.org/drawingml/2006/main">
            <a:pPr lvl="0">
              <a:buNone/>
            </a:pPr>
            <a:r>
              <a:t>Names</a:t>
            </a:r>
            <a:endParaRPr/>
          </a:p>
        </p:txBody>
      </p:sp>
      <p:sp>
        <p:nvSpPr>
          <p:cNvPr id="18" name="Textplatzhalter 16">
            <a:extLst xmlns:a="http://schemas.openxmlformats.org/drawingml/2006/main">
              <a:ext uri="{FF2B5EF4-FFF2-40B4-BE49-F238E27FC236}">
                <a16:creationId xmlns:a16="http://schemas.microsoft.com/office/drawing/2014/main" id="{6AAC5F41-A734-F619-0ADF-17C354FA1D43}"/>
              </a:ext>
            </a:extLst>
          </p:cNvPr>
          <p:cNvSpPr>
            <a:spLocks xmlns:a="http://schemas.openxmlformats.org/drawingml/2006/main" noGrp="1"/>
          </p:cNvSpPr>
          <p:nvPr>
            <p:ph type="body" idx="22" hasCustomPrompt="1"/>
          </p:nvPr>
        </p:nvSpPr>
        <p:spPr>
          <a:xfrm xmlns:a="http://schemas.openxmlformats.org/drawingml/2006/main">
            <a:off x="4041350" y="5557134"/>
            <a:ext cx="2568516" cy="219561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aef399f81eb44d4c">
              <a:extLst>
                <a:ext uri="{96DAC541-7B7A-43D3-8B79-37D633B846F1}">
                  <asvg:svgBlip xmlns:asvg="http://schemas.microsoft.com/office/drawing/2016/SVG/main" r:embed="R2920bd03eae8422c"/>
                </a:ext>
              </a:extLst>
            </a:blip>
            <a:srcRect l="0" t="0" r="0" b="0"/>
            <a:tile tx="0" ty="0" sx="100000" sy="100000" flip="none" algn="tr"/>
          </a:blipFill>
        </p:spPr>
        <p:txBody>
          <a:bodyPr xmlns:a="http://schemas.openxmlformats.org/drawingml/2006/main" wrap="square" tIns="0" rIns="108000" bIns="0" anchor="t">
            <a:spAutoFit/>
          </a:bodyPr>
          <a:lstStyle xmlns:a="http://schemas.openxmlformats.org/drawingml/2006/main">
            <a:lvl1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 b="0">
                <a:solidFill>
                  <a:schemeClr val="accent4"/>
                </a:solidFill>
              </a:defRPr>
            </a:lvl1pPr>
            <a:lvl2pPr marL="0" indent="0" algn="r">
              <a:spcBef>
                <a:spcPts val="0"/>
              </a:spcBef>
              <a:spcAft>
                <a:spcPts val="0"/>
              </a:spcAft>
              <a:buNone/>
              <a:defRPr sz="1427"/>
            </a:lvl2pPr>
            <a:lvl3pPr marL="0" indent="0" algn="r">
              <a:spcBef>
                <a:spcPts val="0"/>
              </a:spcBef>
              <a:spcAft>
                <a:spcPts val="0"/>
              </a:spcAft>
              <a:buNone/>
              <a:defRPr sz="1427"/>
            </a:lvl3pPr>
            <a:lvl4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4pPr>
            <a:lvl5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5pPr>
            <a:lvl6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6pPr>
            <a:lvl7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7pPr>
            <a:lvl8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8pPr>
            <a:lvl9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9pPr>
          </a:lstStyle>
          <a:p xmlns:a="http://schemas.openxmlformats.org/drawingml/2006/main">
            <a:pPr lvl="0">
              <a:buNone/>
            </a:pPr>
            <a:r>
              <a:t>Name</a:t>
            </a:r>
          </a:p>
        </p:txBody>
      </p:sp>
      <p:sp>
        <p:nvSpPr>
          <p:cNvPr id="19" name="Textplatzhalter 16">
            <a:extLst xmlns:a="http://schemas.openxmlformats.org/drawingml/2006/main">
              <a:ext uri="{FF2B5EF4-FFF2-40B4-BE49-F238E27FC236}">
                <a16:creationId xmlns:a16="http://schemas.microsoft.com/office/drawing/2014/main" id="{0D4276E4-5B9A-20A9-6579-BE0440972E11}"/>
              </a:ext>
            </a:extLst>
          </p:cNvPr>
          <p:cNvSpPr>
            <a:spLocks xmlns:a="http://schemas.openxmlformats.org/drawingml/2006/main" noGrp="1"/>
          </p:cNvSpPr>
          <p:nvPr>
            <p:ph type="body" idx="23" hasCustomPrompt="1"/>
          </p:nvPr>
        </p:nvSpPr>
        <p:spPr>
          <a:xfrm xmlns:a="http://schemas.openxmlformats.org/drawingml/2006/main">
            <a:off x="7129852" y="5557134"/>
            <a:ext cx="2568516" cy="219561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aef399f81eb44d4c">
              <a:extLst>
                <a:ext uri="{96DAC541-7B7A-43D3-8B79-37D633B846F1}">
                  <asvg:svgBlip xmlns:asvg="http://schemas.microsoft.com/office/drawing/2016/SVG/main" r:embed="R2920bd03eae8422c"/>
                </a:ext>
              </a:extLst>
            </a:blip>
            <a:srcRect l="0" t="0" r="0" b="0"/>
            <a:tile tx="0" ty="0" sx="100000" sy="100000" flip="none" algn="tr"/>
          </a:blipFill>
        </p:spPr>
        <p:txBody>
          <a:bodyPr xmlns:a="http://schemas.openxmlformats.org/drawingml/2006/main" wrap="square" tIns="0" rIns="108000" bIns="0" anchor="t">
            <a:spAutoFit/>
          </a:bodyPr>
          <a:lstStyle xmlns:a="http://schemas.openxmlformats.org/drawingml/2006/main">
            <a:lvl1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 b="0">
                <a:solidFill>
                  <a:schemeClr val="accent4"/>
                </a:solidFill>
              </a:defRPr>
            </a:lvl1pPr>
            <a:lvl2pPr marL="0" indent="0" algn="r">
              <a:spcBef>
                <a:spcPts val="0"/>
              </a:spcBef>
              <a:spcAft>
                <a:spcPts val="0"/>
              </a:spcAft>
              <a:buNone/>
              <a:defRPr sz="1427"/>
            </a:lvl2pPr>
            <a:lvl3pPr marL="0" indent="0" algn="r">
              <a:spcBef>
                <a:spcPts val="0"/>
              </a:spcBef>
              <a:spcAft>
                <a:spcPts val="0"/>
              </a:spcAft>
              <a:buNone/>
              <a:defRPr sz="1427"/>
            </a:lvl3pPr>
            <a:lvl4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4pPr>
            <a:lvl5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5pPr>
            <a:lvl6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6pPr>
            <a:lvl7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7pPr>
            <a:lvl8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8pPr>
            <a:lvl9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9pPr>
          </a:lstStyle>
          <a:p xmlns:a="http://schemas.openxmlformats.org/drawingml/2006/main">
            <a:pPr lvl="0">
              <a:buNone/>
            </a:pPr>
            <a:r>
              <a:t>Name</a:t>
            </a:r>
          </a:p>
        </p:txBody>
      </p:sp>
      <p:sp>
        <p:nvSpPr>
          <p:cNvPr id="3" name="Gerader Verbinder 2">
            <a:extLst xmlns:a="http://schemas.openxmlformats.org/drawingml/2006/main">
              <a:ext uri="{FF2B5EF4-FFF2-40B4-BE49-F238E27FC236}">
                <a16:creationId xmlns:a16="http://schemas.microsoft.com/office/drawing/2014/main" id="{D9CA87CA-0D54-4342-A6BB-85E13E639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" name="Datumsplatzhalter 3">
            <a:extLst xmlns:a="http://schemas.openxmlformats.org/drawingml/2006/main">
              <a:ext uri="{FF2B5EF4-FFF2-40B4-BE49-F238E27FC236}">
                <a16:creationId xmlns:a16="http://schemas.microsoft.com/office/drawing/2014/main" id="{1F383428-C9D0-A961-DBA1-AAE73B77FFD0}"/>
              </a:ext>
            </a:extLst>
          </p:cNvPr>
          <p:cNvSpPr>
            <a:spLocks xmlns:a="http://schemas.openxmlformats.org/drawingml/2006/main" noGrp="1"/>
          </p:cNvSpPr>
          <p:nvPr>
            <p:ph type="dt" idx="2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5" name="Fußzeilenplatzhalter 4">
            <a:extLst xmlns:a="http://schemas.openxmlformats.org/drawingml/2006/main">
              <a:ext uri="{FF2B5EF4-FFF2-40B4-BE49-F238E27FC236}">
                <a16:creationId xmlns:a16="http://schemas.microsoft.com/office/drawing/2014/main" id="{1DB38D59-E01D-96E5-B2CF-452A536C038B}"/>
              </a:ext>
            </a:extLst>
          </p:cNvPr>
          <p:cNvSpPr>
            <a:spLocks xmlns:a="http://schemas.openxmlformats.org/drawingml/2006/main" noGrp="1"/>
          </p:cNvSpPr>
          <p:nvPr>
            <p:ph type="ftr" idx="2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6" name="Foliennummernplatzhalter 5">
            <a:extLst xmlns:a="http://schemas.openxmlformats.org/drawingml/2006/main">
              <a:ext uri="{FF2B5EF4-FFF2-40B4-BE49-F238E27FC236}">
                <a16:creationId xmlns:a16="http://schemas.microsoft.com/office/drawing/2014/main" id="{F3CE96E9-3952-BA93-B440-51D726FCA104}"/>
              </a:ext>
            </a:extLst>
          </p:cNvPr>
          <p:cNvSpPr>
            <a:spLocks xmlns:a="http://schemas.openxmlformats.org/drawingml/2006/main" noGrp="1"/>
          </p:cNvSpPr>
          <p:nvPr>
            <p:ph type="sldNum" idx="2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85.xml><?xml version="1.0" encoding="utf-8"?>
<p:sldLayout xmlns:p="http://schemas.openxmlformats.org/presentationml/2006/main" preserve="1">
  <p:cSld name="Empt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Datumsplatzhalter 2">
            <a:extLst xmlns:a="http://schemas.openxmlformats.org/drawingml/2006/main">
              <a:ext uri="{FF2B5EF4-FFF2-40B4-BE49-F238E27FC236}">
                <a16:creationId xmlns:a16="http://schemas.microsoft.com/office/drawing/2014/main" id="{8487D194-296B-4582-CE04-F3DCE2B8F25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6" name="Fußzeilenplatzhalter 5">
            <a:extLst xmlns:a="http://schemas.openxmlformats.org/drawingml/2006/main">
              <a:ext uri="{FF2B5EF4-FFF2-40B4-BE49-F238E27FC236}">
                <a16:creationId xmlns:a16="http://schemas.microsoft.com/office/drawing/2014/main" id="{FF979EEB-5D10-CB0C-D270-7BA84726C86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9" name="Foliennummernplatzhalter 8">
            <a:extLst xmlns:a="http://schemas.openxmlformats.org/drawingml/2006/main">
              <a:ext uri="{FF2B5EF4-FFF2-40B4-BE49-F238E27FC236}">
                <a16:creationId xmlns:a16="http://schemas.microsoft.com/office/drawing/2014/main" id="{BA9F4787-6D4D-AA03-BB70-DAF7D93C955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86.xml><?xml version="1.0" encoding="utf-8"?>
<p:sldLayout xmlns:p="http://schemas.openxmlformats.org/presentationml/2006/main" preserve="1">
  <p:cSld name="Content with Sub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platzhalter 9">
            <a:extLst xmlns:a="http://schemas.openxmlformats.org/drawingml/2006/main">
              <a:ext uri="{FF2B5EF4-FFF2-40B4-BE49-F238E27FC236}">
                <a16:creationId xmlns:a16="http://schemas.microsoft.com/office/drawing/2014/main" id="{88D6C5FE-E0CA-4C22-91F5-C685139960EA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959377" y="2475287"/>
            <a:ext cx="10860521" cy="3344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lvl1pPr marL="0" indent="0">
              <a:buNone/>
              <a:defRPr sz="1834" b="1" u="none"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 lvl="0">
              <a:buNone/>
            </a:pPr>
            <a:r>
              <a:t>Click </a:t>
            </a:r>
            <a:r>
              <a:t>to</a:t>
            </a:r>
            <a:r>
              <a:t> </a:t>
            </a:r>
            <a:r>
              <a:t>add</a:t>
            </a:r>
            <a:r>
              <a:t> </a:t>
            </a:r>
            <a:r>
              <a:t>subtitle</a:t>
            </a:r>
            <a:endParaRPr/>
          </a:p>
        </p:txBody>
      </p:sp>
      <p:sp>
        <p:nvSpPr>
          <p:cNvPr id="16" name="Inhaltsplatzhalter 15">
            <a:extLst xmlns:a="http://schemas.openxmlformats.org/drawingml/2006/main">
              <a:ext uri="{FF2B5EF4-FFF2-40B4-BE49-F238E27FC236}">
                <a16:creationId xmlns:a16="http://schemas.microsoft.com/office/drawing/2014/main" id="{6C05FAE4-1526-42D8-AB66-CF45DA831D51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959377" y="2915312"/>
            <a:ext cx="10860522" cy="3596472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latin typeface="+mn-lt"/>
                <a:ea typeface="+mn-lt"/>
                <a:cs typeface="+mn-lt"/>
              </a:defRPr>
            </a:lvl1pPr>
            <a:lvl2pPr>
              <a:buNone/>
              <a:defRPr>
                <a:latin typeface="+mn-lt"/>
                <a:ea typeface="+mn-lt"/>
                <a:cs typeface="+mn-lt"/>
              </a:defRPr>
            </a:lvl2pPr>
            <a:lvl3pPr>
              <a:buNone/>
              <a:defRPr>
                <a:latin typeface="+mn-lt"/>
                <a:ea typeface="+mn-lt"/>
                <a:cs typeface="+mn-lt"/>
              </a:defRPr>
            </a:lvl3pPr>
            <a:lvl4pPr>
              <a:buNone/>
              <a:defRPr>
                <a:latin typeface="+mn-lt"/>
                <a:ea typeface="+mn-lt"/>
                <a:cs typeface="+mn-lt"/>
              </a:defRPr>
            </a:lvl4pPr>
            <a:lvl5pPr>
              <a:buNone/>
              <a:defRPr>
                <a:latin typeface="+mn-lt"/>
                <a:ea typeface="+mn-lt"/>
                <a:cs typeface="+mn-lt"/>
              </a:defRPr>
            </a:lvl5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  <a:p xmlns:a="http://schemas.openxmlformats.org/drawingml/2006/main">
            <a:pPr lvl="1">
              <a:buNone/>
            </a:pPr>
            <a:r>
              <a:t>두 번째 수준</a:t>
            </a:r>
          </a:p>
          <a:p xmlns:a="http://schemas.openxmlformats.org/drawingml/2006/main">
            <a:pPr lvl="2">
              <a:buNone/>
            </a:pPr>
            <a:r>
              <a:t>세 번째 수준</a:t>
            </a:r>
          </a:p>
          <a:p xmlns:a="http://schemas.openxmlformats.org/drawingml/2006/main">
            <a:pPr lvl="3">
              <a:buNone/>
            </a:pPr>
            <a:r>
              <a:t>네 번째 수준</a:t>
            </a:r>
          </a:p>
          <a:p xmlns:a="http://schemas.openxmlformats.org/drawingml/2006/main">
            <a:pPr lvl="4">
              <a:buNone/>
            </a:pPr>
            <a:r>
              <a:t>다섯 번째 수준</a:t>
            </a:r>
            <a:endParaRPr/>
          </a:p>
        </p:txBody>
      </p:sp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1B97839-1AA5-E192-9733-54F974DF431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4" name="Gerader Verbinder 3">
            <a:extLst xmlns:a="http://schemas.openxmlformats.org/drawingml/2006/main">
              <a:ext uri="{FF2B5EF4-FFF2-40B4-BE49-F238E27FC236}">
                <a16:creationId xmlns:a16="http://schemas.microsoft.com/office/drawing/2014/main" id="{41C53A09-7B24-4E5D-A430-76B92DF45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" name="Datumsplatzhalter 2">
            <a:extLst xmlns:a="http://schemas.openxmlformats.org/drawingml/2006/main">
              <a:ext uri="{FF2B5EF4-FFF2-40B4-BE49-F238E27FC236}">
                <a16:creationId xmlns:a16="http://schemas.microsoft.com/office/drawing/2014/main" id="{8F2E1961-3ACB-EE49-C625-E2023F02BB9E}"/>
              </a:ext>
            </a:extLst>
          </p:cNvPr>
          <p:cNvSpPr>
            <a:spLocks xmlns:a="http://schemas.openxmlformats.org/drawingml/2006/main" noGrp="1"/>
          </p:cNvSpPr>
          <p:nvPr>
            <p:ph type="dt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5" name="Fußzeilenplatzhalter 4">
            <a:extLst xmlns:a="http://schemas.openxmlformats.org/drawingml/2006/main">
              <a:ext uri="{FF2B5EF4-FFF2-40B4-BE49-F238E27FC236}">
                <a16:creationId xmlns:a16="http://schemas.microsoft.com/office/drawing/2014/main" id="{98C87DF9-C015-4A6B-A468-1EDF5497FEB4}"/>
              </a:ext>
            </a:extLst>
          </p:cNvPr>
          <p:cNvSpPr>
            <a:spLocks xmlns:a="http://schemas.openxmlformats.org/drawingml/2006/main" noGrp="1"/>
          </p:cNvSpPr>
          <p:nvPr>
            <p:ph type="ftr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9" name="Foliennummernplatzhalter 8">
            <a:extLst xmlns:a="http://schemas.openxmlformats.org/drawingml/2006/main">
              <a:ext uri="{FF2B5EF4-FFF2-40B4-BE49-F238E27FC236}">
                <a16:creationId xmlns:a16="http://schemas.microsoft.com/office/drawing/2014/main" id="{81C3BE43-C224-5323-63FD-5028BC0A799D}"/>
              </a:ext>
            </a:extLst>
          </p:cNvPr>
          <p:cNvSpPr>
            <a:spLocks xmlns:a="http://schemas.openxmlformats.org/drawingml/2006/main" noGrp="1"/>
          </p:cNvSpPr>
          <p:nvPr>
            <p:ph type="sldNum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87.xml><?xml version="1.0" encoding="utf-8"?>
<p:sldLayout xmlns:p="http://schemas.openxmlformats.org/presentationml/2006/main" preserve="1">
  <p:cSld name="Two Contents with Subtitle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Inhaltsplatzhalter 3">
            <a:extLst xmlns:a="http://schemas.openxmlformats.org/drawingml/2006/main">
              <a:ext uri="{FF2B5EF4-FFF2-40B4-BE49-F238E27FC236}">
                <a16:creationId xmlns:a16="http://schemas.microsoft.com/office/drawing/2014/main" id="{3FA88545-6406-4A70-A8EC-4884873774F7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959375" y="2915313"/>
            <a:ext cx="4549299" cy="359647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>
              <a:buNone/>
              <a:defRPr>
                <a:latin typeface="+mn-lt"/>
                <a:ea typeface="+mn-lt"/>
                <a:cs typeface="+mn-lt"/>
              </a:defRPr>
            </a:lvl1pPr>
            <a:lvl2pPr>
              <a:buNone/>
              <a:defRPr>
                <a:latin typeface="+mn-lt"/>
                <a:ea typeface="+mn-lt"/>
                <a:cs typeface="+mn-lt"/>
              </a:defRPr>
            </a:lvl2pPr>
            <a:lvl3pPr>
              <a:buNone/>
              <a:defRPr>
                <a:latin typeface="+mn-lt"/>
                <a:ea typeface="+mn-lt"/>
                <a:cs typeface="+mn-lt"/>
              </a:defRPr>
            </a:lvl3pPr>
            <a:lvl4pPr>
              <a:buNone/>
              <a:defRPr>
                <a:latin typeface="+mn-lt"/>
                <a:ea typeface="+mn-lt"/>
                <a:cs typeface="+mn-lt"/>
              </a:defRPr>
            </a:lvl4pPr>
            <a:lvl5pPr>
              <a:buNone/>
              <a:defRPr>
                <a:latin typeface="+mn-lt"/>
                <a:ea typeface="+mn-lt"/>
                <a:cs typeface="+mn-lt"/>
              </a:defRPr>
            </a:lvl5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  <a:p xmlns:a="http://schemas.openxmlformats.org/drawingml/2006/main">
            <a:pPr lvl="1">
              <a:buNone/>
            </a:pPr>
            <a:r>
              <a:t>두 번째 수준</a:t>
            </a:r>
          </a:p>
          <a:p xmlns:a="http://schemas.openxmlformats.org/drawingml/2006/main">
            <a:pPr lvl="2">
              <a:buNone/>
            </a:pPr>
            <a:r>
              <a:t>세 번째 수준</a:t>
            </a:r>
          </a:p>
          <a:p xmlns:a="http://schemas.openxmlformats.org/drawingml/2006/main">
            <a:pPr lvl="3">
              <a:buNone/>
            </a:pPr>
            <a:r>
              <a:t>네 번째 수준</a:t>
            </a:r>
          </a:p>
          <a:p xmlns:a="http://schemas.openxmlformats.org/drawingml/2006/main">
            <a:pPr lvl="4">
              <a:buNone/>
            </a:pPr>
            <a:r>
              <a:t>다섯 번째 수준</a:t>
            </a:r>
            <a:endParaRPr/>
          </a:p>
        </p:txBody>
      </p:sp>
      <p:sp>
        <p:nvSpPr>
          <p:cNvPr id="13" name="Inhaltsplatzhalter 3">
            <a:extLst xmlns:a="http://schemas.openxmlformats.org/drawingml/2006/main">
              <a:ext uri="{FF2B5EF4-FFF2-40B4-BE49-F238E27FC236}">
                <a16:creationId xmlns:a16="http://schemas.microsoft.com/office/drawing/2014/main" id="{34D14DF1-24C5-42E9-985F-C1772819AF08}"/>
              </a:ext>
            </a:extLst>
          </p:cNvPr>
          <p:cNvSpPr>
            <a:spLocks xmlns:a="http://schemas.openxmlformats.org/drawingml/2006/main" noGrp="1"/>
          </p:cNvSpPr>
          <p:nvPr>
            <p:ph idx="14"/>
          </p:nvPr>
        </p:nvSpPr>
        <p:spPr>
          <a:xfrm xmlns:a="http://schemas.openxmlformats.org/drawingml/2006/main">
            <a:off x="6095999" y="2915312"/>
            <a:ext cx="4549299" cy="359647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>
              <a:buNone/>
              <a:defRPr>
                <a:latin typeface="+mn-lt"/>
                <a:ea typeface="+mn-lt"/>
                <a:cs typeface="+mn-lt"/>
              </a:defRPr>
            </a:lvl1pPr>
            <a:lvl2pPr>
              <a:buNone/>
              <a:defRPr>
                <a:latin typeface="+mn-lt"/>
                <a:ea typeface="+mn-lt"/>
                <a:cs typeface="+mn-lt"/>
              </a:defRPr>
            </a:lvl2pPr>
            <a:lvl3pPr>
              <a:buNone/>
              <a:defRPr>
                <a:latin typeface="+mn-lt"/>
                <a:ea typeface="+mn-lt"/>
                <a:cs typeface="+mn-lt"/>
              </a:defRPr>
            </a:lvl3pPr>
            <a:lvl4pPr>
              <a:buNone/>
              <a:defRPr>
                <a:latin typeface="+mn-lt"/>
                <a:ea typeface="+mn-lt"/>
                <a:cs typeface="+mn-lt"/>
              </a:defRPr>
            </a:lvl4pPr>
            <a:lvl5pPr>
              <a:buNone/>
              <a:defRPr>
                <a:latin typeface="+mn-lt"/>
                <a:ea typeface="+mn-lt"/>
                <a:cs typeface="+mn-lt"/>
              </a:defRPr>
            </a:lvl5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  <a:p xmlns:a="http://schemas.openxmlformats.org/drawingml/2006/main">
            <a:pPr lvl="1">
              <a:buNone/>
            </a:pPr>
            <a:r>
              <a:t>두 번째 수준</a:t>
            </a:r>
          </a:p>
          <a:p xmlns:a="http://schemas.openxmlformats.org/drawingml/2006/main">
            <a:pPr lvl="2">
              <a:buNone/>
            </a:pPr>
            <a:r>
              <a:t>세 번째 수준</a:t>
            </a:r>
          </a:p>
          <a:p xmlns:a="http://schemas.openxmlformats.org/drawingml/2006/main">
            <a:pPr lvl="3">
              <a:buNone/>
            </a:pPr>
            <a:r>
              <a:t>네 번째 수준</a:t>
            </a:r>
          </a:p>
          <a:p xmlns:a="http://schemas.openxmlformats.org/drawingml/2006/main">
            <a:pPr lvl="4">
              <a:buNone/>
            </a:pPr>
            <a:r>
              <a:t>다섯 번째 수준</a:t>
            </a:r>
            <a:endParaRPr/>
          </a:p>
        </p:txBody>
      </p:sp>
      <p:sp>
        <p:nvSpPr>
          <p:cNvPr id="7" name="Textplatzhalter 9">
            <a:extLst xmlns:a="http://schemas.openxmlformats.org/drawingml/2006/main">
              <a:ext uri="{FF2B5EF4-FFF2-40B4-BE49-F238E27FC236}">
                <a16:creationId xmlns:a16="http://schemas.microsoft.com/office/drawing/2014/main" id="{4779C259-AED4-415C-ACD7-6649C53B0864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959375" y="2475286"/>
            <a:ext cx="4549299" cy="3301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0" indent="0">
              <a:buNone/>
              <a:defRPr sz="1834" b="1" u="none" baseline="0"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 lvl="0">
              <a:buNone/>
            </a:pPr>
            <a:r>
              <a:t>Click to add subtitle</a:t>
            </a:r>
          </a:p>
        </p:txBody>
      </p:sp>
      <p:sp>
        <p:nvSpPr>
          <p:cNvPr id="8" name="Textplatzhalter 9">
            <a:extLst xmlns:a="http://schemas.openxmlformats.org/drawingml/2006/main">
              <a:ext uri="{FF2B5EF4-FFF2-40B4-BE49-F238E27FC236}">
                <a16:creationId xmlns:a16="http://schemas.microsoft.com/office/drawing/2014/main" id="{00F116FC-C3E0-42A4-9C48-579F0369A70D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>
            <a:off x="6095999" y="2475286"/>
            <a:ext cx="4549299" cy="3301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0" indent="0">
              <a:buNone/>
              <a:defRPr sz="1834" b="1" u="none"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 lvl="0">
              <a:buNone/>
            </a:pPr>
            <a:r>
              <a:t>Click to add subtitle</a:t>
            </a:r>
          </a:p>
        </p:txBody>
      </p:sp>
      <p:sp>
        <p:nvSpPr>
          <p:cNvPr id="3" name="Titel 2">
            <a:extLst xmlns:a="http://schemas.openxmlformats.org/drawingml/2006/main">
              <a:ext uri="{FF2B5EF4-FFF2-40B4-BE49-F238E27FC236}">
                <a16:creationId xmlns:a16="http://schemas.microsoft.com/office/drawing/2014/main" id="{78DB9F7D-FC7C-FFDB-E760-24D21DA2BA8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2" name="Gerader Verbinder 1">
            <a:extLst xmlns:a="http://schemas.openxmlformats.org/drawingml/2006/main">
              <a:ext uri="{FF2B5EF4-FFF2-40B4-BE49-F238E27FC236}">
                <a16:creationId xmlns:a16="http://schemas.microsoft.com/office/drawing/2014/main" id="{C258D6F9-2AEC-44E8-B2C8-1BF0780D0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5" name="Datumsplatzhalter 4">
            <a:extLst xmlns:a="http://schemas.openxmlformats.org/drawingml/2006/main">
              <a:ext uri="{FF2B5EF4-FFF2-40B4-BE49-F238E27FC236}">
                <a16:creationId xmlns:a16="http://schemas.microsoft.com/office/drawing/2014/main" id="{54027E3A-42A7-AD5C-B5D6-191D663CC2BF}"/>
              </a:ext>
            </a:extLst>
          </p:cNvPr>
          <p:cNvSpPr>
            <a:spLocks xmlns:a="http://schemas.openxmlformats.org/drawingml/2006/main" noGrp="1"/>
          </p:cNvSpPr>
          <p:nvPr>
            <p:ph type="dt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6" name="Fußzeilenplatzhalter 5">
            <a:extLst xmlns:a="http://schemas.openxmlformats.org/drawingml/2006/main">
              <a:ext uri="{FF2B5EF4-FFF2-40B4-BE49-F238E27FC236}">
                <a16:creationId xmlns:a16="http://schemas.microsoft.com/office/drawing/2014/main" id="{B745418C-5301-BA3F-AA62-FF70BF82394B}"/>
              </a:ext>
            </a:extLst>
          </p:cNvPr>
          <p:cNvSpPr>
            <a:spLocks xmlns:a="http://schemas.openxmlformats.org/drawingml/2006/main" noGrp="1"/>
          </p:cNvSpPr>
          <p:nvPr>
            <p:ph type="ftr" idx="1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1" name="Foliennummernplatzhalter 10">
            <a:extLst xmlns:a="http://schemas.openxmlformats.org/drawingml/2006/main">
              <a:ext uri="{FF2B5EF4-FFF2-40B4-BE49-F238E27FC236}">
                <a16:creationId xmlns:a16="http://schemas.microsoft.com/office/drawing/2014/main" id="{638B286B-15FC-7186-6057-C6909685C91D}"/>
              </a:ext>
            </a:extLst>
          </p:cNvPr>
          <p:cNvSpPr>
            <a:spLocks xmlns:a="http://schemas.openxmlformats.org/drawingml/2006/main" noGrp="1"/>
          </p:cNvSpPr>
          <p:nvPr>
            <p:ph type="sldNum" idx="1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88.xml><?xml version="1.0" encoding="utf-8"?>
<p:sldLayout xmlns:p="http://schemas.openxmlformats.org/presentationml/2006/main" preserve="1">
  <p:cSld name="Content Slides">
    <p:bg>
      <p:bgPr>
        <a:solidFill xmlns:a="http://schemas.openxmlformats.org/drawingml/2006/main">
          <a:schemeClr val="tx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feld 5">
            <a:extLst xmlns:a="http://schemas.openxmlformats.org/drawingml/2006/main">
              <a:ext uri="{FF2B5EF4-FFF2-40B4-BE49-F238E27FC236}">
                <a16:creationId xmlns:a16="http://schemas.microsoft.com/office/drawing/2014/main" id="{EB4D9AFF-BFB1-3060-5E48-71EBC380E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102" y="1888014"/>
            <a:ext cx="11447796" cy="25691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611"/>
              </a:spcBef>
              <a:spcAft>
                <a:spcPts val="611"/>
              </a:spcAft>
              <a:buClr>
                <a:schemeClr val="accent4"/>
              </a:buClr>
              <a:buFont typeface="Arial"/>
              <a:buNone/>
            </a:pPr>
            <a:r>
              <a:rPr sz="14064" b="1">
                <a:solidFill>
                  <a:schemeClr val="bg1"/>
                </a:solidFill>
                <a:latin typeface="+mn-lt"/>
                <a:ea typeface="+mn-lt"/>
                <a:cs typeface="+mn-lt"/>
              </a:rPr>
              <a:t>Content slides</a:t>
            </a:r>
          </a:p>
        </p:txBody>
      </p:sp>
      <p:sp>
        <p:nvSpPr>
          <p:cNvPr id="2" name="Datumsplatzhalter 1">
            <a:extLst xmlns:a="http://schemas.openxmlformats.org/drawingml/2006/main">
              <a:ext uri="{FF2B5EF4-FFF2-40B4-BE49-F238E27FC236}">
                <a16:creationId xmlns:a16="http://schemas.microsoft.com/office/drawing/2014/main" id="{32E89F53-768E-5096-10A0-2026B721CF6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3" name="Fußzeilenplatzhalter 2">
            <a:extLst xmlns:a="http://schemas.openxmlformats.org/drawingml/2006/main">
              <a:ext uri="{FF2B5EF4-FFF2-40B4-BE49-F238E27FC236}">
                <a16:creationId xmlns:a16="http://schemas.microsoft.com/office/drawing/2014/main" id="{85E83F87-03A0-D8DA-AFB7-80E29C695F2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4" name="Foliennummernplatzhalter 3">
            <a:extLst xmlns:a="http://schemas.openxmlformats.org/drawingml/2006/main">
              <a:ext uri="{FF2B5EF4-FFF2-40B4-BE49-F238E27FC236}">
                <a16:creationId xmlns:a16="http://schemas.microsoft.com/office/drawing/2014/main" id="{5B093447-2707-A6B9-2DB4-E82BFF1A8F4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  <p:sp>
        <p:nvSpPr>
          <p:cNvPr id="5" name="Rechteck 4">
            <a:extLst xmlns:a="http://schemas.openxmlformats.org/drawingml/2006/main">
              <a:ext uri="{FF2B5EF4-FFF2-40B4-BE49-F238E27FC236}">
                <a16:creationId xmlns:a16="http://schemas.microsoft.com/office/drawing/2014/main" id="{94699513-C0BE-575D-8A35-8F5B04882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5300" y="0"/>
            <a:ext cx="1614599" cy="137354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220127" tIns="220127" rIns="220127" bIns="220127" anchor="ctr"/>
          <a:lstStyle xmlns:a="http://schemas.openxmlformats.org/drawingml/2006/main"/>
          <a:p xmlns:a="http://schemas.openxmlformats.org/drawingml/2006/main">
            <a:pPr algn="ctr">
              <a:spcBef>
                <a:spcPts val="611"/>
              </a:spcBef>
              <a:spcAft>
                <a:spcPts val="611"/>
              </a:spcAft>
              <a:buClr>
                <a:schemeClr val="bg1"/>
              </a:buClr>
              <a:buNone/>
            </a:pPr>
            <a:endParaRPr>
              <a:solidFill>
                <a:schemeClr val="bg1"/>
              </a:solidFill>
            </a:endParaRPr>
          </a:p>
        </p:txBody>
      </p:sp>
      <p:sp>
        <p:nvSpPr>
          <p:cNvPr id="9" name="Rechteck 8">
            <a:extLst xmlns:a="http://schemas.openxmlformats.org/drawingml/2006/main">
              <a:ext uri="{FF2B5EF4-FFF2-40B4-BE49-F238E27FC236}">
                <a16:creationId xmlns:a16="http://schemas.microsoft.com/office/drawing/2014/main" id="{DD4880D8-D519-4803-4CBC-2D72999FD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102" y="420637"/>
            <a:ext cx="3596446" cy="512854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220127" tIns="220127" rIns="220127" bIns="220127" anchor="ctr"/>
          <a:lstStyle xmlns:a="http://schemas.openxmlformats.org/drawingml/2006/main"/>
          <a:p xmlns:a="http://schemas.openxmlformats.org/drawingml/2006/main">
            <a:pPr algn="ctr">
              <a:spcBef>
                <a:spcPts val="611"/>
              </a:spcBef>
              <a:spcAft>
                <a:spcPts val="611"/>
              </a:spcAft>
              <a:buClr>
                <a:schemeClr val="bg1"/>
              </a:buClr>
              <a:buNone/>
            </a:pPr>
            <a:r>
              <a:rPr>
                <a:solidFill>
                  <a:schemeClr val="tx1"/>
                </a:solidFill>
              </a:rPr>
              <a:t>Not for layout purposes</a:t>
            </a:r>
          </a:p>
        </p:txBody>
      </p:sp>
    </p:spTree>
  </p:cSld>
</p:sldLayout>
</file>

<file path=ppt/slideLayouts/slideLayout89.xml><?xml version="1.0" encoding="utf-8"?>
<p:sldLayout xmlns:p="http://schemas.openxmlformats.org/presentationml/2006/main" preserve="1">
  <p:cSld name="Text + 2x Picture small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7" y="2475287"/>
            <a:ext cx="4036496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7123326" y="1"/>
            <a:ext cx="5068675" cy="6858000"/>
          </a:xfrm>
        </p:spPr>
        <p:txBody>
          <a:bodyPr xmlns:a="http://schemas.openxmlformats.org/drawingml/2006/main" tIns="0" bIns="144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6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97502C1B-DFC9-B1E3-C029-EF98AD854A42}"/>
              </a:ext>
            </a:extLst>
          </p:cNvPr>
          <p:cNvSpPr>
            <a:spLocks xmlns:a="http://schemas.openxmlformats.org/drawingml/2006/main" noGrp="1"/>
          </p:cNvSpPr>
          <p:nvPr>
            <p:ph type="pic" idx="18" hasCustomPrompt="1"/>
          </p:nvPr>
        </p:nvSpPr>
        <p:spPr>
          <a:xfrm xmlns:a="http://schemas.openxmlformats.org/drawingml/2006/main">
            <a:off x="6096000" y="4529937"/>
            <a:ext cx="3009172" cy="198184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69850">
            <a:solidFill>
              <a:schemeClr val="bg1"/>
            </a:solidFill>
          </a:ln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5" name="Gerader Verbinder 4">
            <a:extLst xmlns:a="http://schemas.openxmlformats.org/drawingml/2006/main">
              <a:ext uri="{FF2B5EF4-FFF2-40B4-BE49-F238E27FC236}">
                <a16:creationId xmlns:a16="http://schemas.microsoft.com/office/drawing/2014/main" id="{55F061E2-DA50-4446-9549-E484E416F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Titel 8">
            <a:extLst xmlns:a="http://schemas.openxmlformats.org/drawingml/2006/main">
              <a:ext uri="{FF2B5EF4-FFF2-40B4-BE49-F238E27FC236}">
                <a16:creationId xmlns:a16="http://schemas.microsoft.com/office/drawing/2014/main" id="{E910C866-F711-4658-917C-2E4EE77C8EE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7" y="933490"/>
            <a:ext cx="5576927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FESTO-Logo">
            <a:extLst xmlns:a="http://schemas.openxmlformats.org/drawingml/2006/main">
              <a:ext uri="{FF2B5EF4-FFF2-40B4-BE49-F238E27FC236}">
                <a16:creationId xmlns:a16="http://schemas.microsoft.com/office/drawing/2014/main" id="{569CB5D1-E114-450A-F803-CE461FAFCCCC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488561" y="0"/>
            <a:ext cx="1217350" cy="122060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142508968d85487d">
              <a:extLst>
                <a:ext uri="{96DAC541-7B7A-43D3-8B79-37D633B846F1}">
                  <asvg:svgBlip xmlns:asvg="http://schemas.microsoft.com/office/drawing/2016/SVG/main" r:embed="R6958e5ea8cc14905"/>
                </a:ext>
              </a:extLst>
            </a:blip>
            <a:srcRect l="0" t="0" r="0" b="0"/>
            <a:stretch>
              <a:fillRect l="-200" t="-900" r="0" b="100"/>
            </a:stretch>
          </a:blip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10" name="Datumsplatzhalter 9">
            <a:extLst xmlns:a="http://schemas.openxmlformats.org/drawingml/2006/main">
              <a:ext uri="{FF2B5EF4-FFF2-40B4-BE49-F238E27FC236}">
                <a16:creationId xmlns:a16="http://schemas.microsoft.com/office/drawing/2014/main" id="{E9EEDC3F-857B-455C-C905-F8015EC2CA84}"/>
              </a:ext>
            </a:extLst>
          </p:cNvPr>
          <p:cNvSpPr>
            <a:spLocks xmlns:a="http://schemas.openxmlformats.org/drawingml/2006/main" noGrp="1"/>
          </p:cNvSpPr>
          <p:nvPr>
            <p:ph type="dt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4" name="Fußzeilenplatzhalter 13">
            <a:extLst xmlns:a="http://schemas.openxmlformats.org/drawingml/2006/main">
              <a:ext uri="{FF2B5EF4-FFF2-40B4-BE49-F238E27FC236}">
                <a16:creationId xmlns:a16="http://schemas.microsoft.com/office/drawing/2014/main" id="{3A4D36E6-67E9-3C61-2A33-FDDC0C7AD928}"/>
              </a:ext>
            </a:extLst>
          </p:cNvPr>
          <p:cNvSpPr>
            <a:spLocks xmlns:a="http://schemas.openxmlformats.org/drawingml/2006/main" noGrp="1"/>
          </p:cNvSpPr>
          <p:nvPr>
            <p:ph type="ftr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5" name="Foliennummernplatzhalter 14">
            <a:extLst xmlns:a="http://schemas.openxmlformats.org/drawingml/2006/main">
              <a:ext uri="{FF2B5EF4-FFF2-40B4-BE49-F238E27FC236}">
                <a16:creationId xmlns:a16="http://schemas.microsoft.com/office/drawing/2014/main" id="{735F79F1-7EC4-BCDB-C743-7ADE1582A280}"/>
              </a:ext>
            </a:extLst>
          </p:cNvPr>
          <p:cNvSpPr>
            <a:spLocks xmlns:a="http://schemas.openxmlformats.org/drawingml/2006/main" noGrp="1"/>
          </p:cNvSpPr>
          <p:nvPr>
            <p:ph type="sldNum" idx="2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90.xml><?xml version="1.0" encoding="utf-8"?>
<p:sldLayout xmlns:p="http://schemas.openxmlformats.org/presentationml/2006/main" preserve="1">
  <p:cSld name="Text + 3x Picture small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7" y="2475287"/>
            <a:ext cx="3009172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7123326" y="1"/>
            <a:ext cx="5068675" cy="6858000"/>
          </a:xfrm>
        </p:spPr>
        <p:txBody>
          <a:bodyPr xmlns:a="http://schemas.openxmlformats.org/drawingml/2006/main" tIns="0" bIns="144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2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ECA0094A-5B2E-9B9B-5985-A050B3F09396}"/>
              </a:ext>
            </a:extLst>
          </p:cNvPr>
          <p:cNvSpPr>
            <a:spLocks xmlns:a="http://schemas.openxmlformats.org/drawingml/2006/main" noGrp="1"/>
          </p:cNvSpPr>
          <p:nvPr>
            <p:ph type="pic" idx="18" hasCustomPrompt="1"/>
          </p:nvPr>
        </p:nvSpPr>
        <p:spPr>
          <a:xfrm xmlns:a="http://schemas.openxmlformats.org/drawingml/2006/main">
            <a:off x="5068676" y="4529938"/>
            <a:ext cx="3009172" cy="198184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69850">
            <a:solidFill>
              <a:schemeClr val="bg1"/>
            </a:solidFill>
          </a:ln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3500C47F-26E0-1FD6-E5CB-7603A6434007}"/>
              </a:ext>
            </a:extLst>
          </p:cNvPr>
          <p:cNvSpPr>
            <a:spLocks xmlns:a="http://schemas.openxmlformats.org/drawingml/2006/main" noGrp="1"/>
          </p:cNvSpPr>
          <p:nvPr>
            <p:ph type="pic" idx="23" hasCustomPrompt="1"/>
          </p:nvPr>
        </p:nvSpPr>
        <p:spPr>
          <a:xfrm xmlns:a="http://schemas.openxmlformats.org/drawingml/2006/main">
            <a:off x="8665122" y="4529936"/>
            <a:ext cx="3154775" cy="198184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69850">
            <a:solidFill>
              <a:schemeClr val="bg1"/>
            </a:solidFill>
          </a:ln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6" name="Gerader Verbinder 5">
            <a:extLst xmlns:a="http://schemas.openxmlformats.org/drawingml/2006/main">
              <a:ext uri="{FF2B5EF4-FFF2-40B4-BE49-F238E27FC236}">
                <a16:creationId xmlns:a16="http://schemas.microsoft.com/office/drawing/2014/main" id="{B0A0BCB3-D896-4519-9EB5-514FA60ED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Titel 8">
            <a:extLst xmlns:a="http://schemas.openxmlformats.org/drawingml/2006/main">
              <a:ext uri="{FF2B5EF4-FFF2-40B4-BE49-F238E27FC236}">
                <a16:creationId xmlns:a16="http://schemas.microsoft.com/office/drawing/2014/main" id="{3E693FF5-86F0-0CB7-2360-023976592CA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7" y="933490"/>
            <a:ext cx="5576927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FESTO-Logo">
            <a:extLst xmlns:a="http://schemas.openxmlformats.org/drawingml/2006/main">
              <a:ext uri="{FF2B5EF4-FFF2-40B4-BE49-F238E27FC236}">
                <a16:creationId xmlns:a16="http://schemas.microsoft.com/office/drawing/2014/main" id="{5CE5618D-771D-34E3-8693-80C88D0EE196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488561" y="0"/>
            <a:ext cx="1217350" cy="122060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e1e9142797c04bc9">
              <a:extLst>
                <a:ext uri="{96DAC541-7B7A-43D3-8B79-37D633B846F1}">
                  <asvg:svgBlip xmlns:asvg="http://schemas.microsoft.com/office/drawing/2016/SVG/main" r:embed="R48a18ec9a2f641fd"/>
                </a:ext>
              </a:extLst>
            </a:blip>
            <a:srcRect l="0" t="0" r="0" b="0"/>
            <a:stretch>
              <a:fillRect l="-200" t="-900" r="0" b="100"/>
            </a:stretch>
          </a:blip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14" name="Datumsplatzhalter 13">
            <a:extLst xmlns:a="http://schemas.openxmlformats.org/drawingml/2006/main">
              <a:ext uri="{FF2B5EF4-FFF2-40B4-BE49-F238E27FC236}">
                <a16:creationId xmlns:a16="http://schemas.microsoft.com/office/drawing/2014/main" id="{E25591FA-0DFB-9CB7-D3CB-8D35AD0FDF0E}"/>
              </a:ext>
            </a:extLst>
          </p:cNvPr>
          <p:cNvSpPr>
            <a:spLocks xmlns:a="http://schemas.openxmlformats.org/drawingml/2006/main" noGrp="1"/>
          </p:cNvSpPr>
          <p:nvPr>
            <p:ph type="dt" idx="2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5" name="Fußzeilenplatzhalter 14">
            <a:extLst xmlns:a="http://schemas.openxmlformats.org/drawingml/2006/main">
              <a:ext uri="{FF2B5EF4-FFF2-40B4-BE49-F238E27FC236}">
                <a16:creationId xmlns:a16="http://schemas.microsoft.com/office/drawing/2014/main" id="{39FDF825-E123-3926-B75B-132592904056}"/>
              </a:ext>
            </a:extLst>
          </p:cNvPr>
          <p:cNvSpPr>
            <a:spLocks xmlns:a="http://schemas.openxmlformats.org/drawingml/2006/main" noGrp="1"/>
          </p:cNvSpPr>
          <p:nvPr>
            <p:ph type="ftr" idx="2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6" name="Foliennummernplatzhalter 15">
            <a:extLst xmlns:a="http://schemas.openxmlformats.org/drawingml/2006/main">
              <a:ext uri="{FF2B5EF4-FFF2-40B4-BE49-F238E27FC236}">
                <a16:creationId xmlns:a16="http://schemas.microsoft.com/office/drawing/2014/main" id="{0CAEF1A9-D442-4E29-5BA5-E5B13CAE6970}"/>
              </a:ext>
            </a:extLst>
          </p:cNvPr>
          <p:cNvSpPr>
            <a:spLocks xmlns:a="http://schemas.openxmlformats.org/drawingml/2006/main" noGrp="1"/>
          </p:cNvSpPr>
          <p:nvPr>
            <p:ph type="sldNum" idx="2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91.xml><?xml version="1.0" encoding="utf-8"?>
<p:sldLayout xmlns:p="http://schemas.openxmlformats.org/presentationml/2006/main" preserve="1">
  <p:cSld name="Text + 3x Picture small up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7123326" y="1"/>
            <a:ext cx="5068675" cy="6858000"/>
          </a:xfrm>
        </p:spPr>
        <p:txBody>
          <a:bodyPr xmlns:a="http://schemas.openxmlformats.org/drawingml/2006/main" tIns="0" bIns="144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7" y="2475287"/>
            <a:ext cx="3009172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9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095954B1-C1A6-39D2-5860-92BE95AB3E8C}"/>
              </a:ext>
            </a:extLst>
          </p:cNvPr>
          <p:cNvSpPr>
            <a:spLocks xmlns:a="http://schemas.openxmlformats.org/drawingml/2006/main" noGrp="1"/>
          </p:cNvSpPr>
          <p:nvPr>
            <p:ph type="pic" idx="23" hasCustomPrompt="1"/>
          </p:nvPr>
        </p:nvSpPr>
        <p:spPr>
          <a:xfrm xmlns:a="http://schemas.openxmlformats.org/drawingml/2006/main">
            <a:off x="5068676" y="4529937"/>
            <a:ext cx="3009172" cy="19818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69850">
            <a:solidFill>
              <a:schemeClr val="bg1"/>
            </a:solidFill>
          </a:ln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4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94516595-F442-563E-AF6C-08B3AF082119}"/>
              </a:ext>
            </a:extLst>
          </p:cNvPr>
          <p:cNvSpPr>
            <a:spLocks xmlns:a="http://schemas.openxmlformats.org/drawingml/2006/main" noGrp="1"/>
          </p:cNvSpPr>
          <p:nvPr>
            <p:ph type="pic" idx="24" hasCustomPrompt="1"/>
          </p:nvPr>
        </p:nvSpPr>
        <p:spPr>
          <a:xfrm xmlns:a="http://schemas.openxmlformats.org/drawingml/2006/main">
            <a:off x="5068676" y="2034705"/>
            <a:ext cx="3009172" cy="19818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69850">
            <a:solidFill>
              <a:schemeClr val="bg1"/>
            </a:solidFill>
          </a:ln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2" name="Gerader Verbinder 1">
            <a:extLst xmlns:a="http://schemas.openxmlformats.org/drawingml/2006/main">
              <a:ext uri="{FF2B5EF4-FFF2-40B4-BE49-F238E27FC236}">
                <a16:creationId xmlns:a16="http://schemas.microsoft.com/office/drawing/2014/main" id="{D9511682-4C6B-4FC8-81BE-5F0E4BF17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" name="Titel 3">
            <a:extLst xmlns:a="http://schemas.openxmlformats.org/drawingml/2006/main">
              <a:ext uri="{FF2B5EF4-FFF2-40B4-BE49-F238E27FC236}">
                <a16:creationId xmlns:a16="http://schemas.microsoft.com/office/drawing/2014/main" id="{9ED3A9A1-7997-28B9-BA9C-255B6B07E80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7" y="933490"/>
            <a:ext cx="5576927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FESTO-Logo">
            <a:extLst xmlns:a="http://schemas.openxmlformats.org/drawingml/2006/main">
              <a:ext uri="{FF2B5EF4-FFF2-40B4-BE49-F238E27FC236}">
                <a16:creationId xmlns:a16="http://schemas.microsoft.com/office/drawing/2014/main" id="{5CE5618D-771D-34E3-8693-80C88D0EE196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488561" y="0"/>
            <a:ext cx="1217350" cy="122060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e43399f5ec0a4694">
              <a:extLst>
                <a:ext uri="{96DAC541-7B7A-43D3-8B79-37D633B846F1}">
                  <asvg:svgBlip xmlns:asvg="http://schemas.microsoft.com/office/drawing/2016/SVG/main" r:embed="R8150bf9a9abb4457"/>
                </a:ext>
              </a:extLst>
            </a:blip>
            <a:srcRect l="0" t="0" r="0" b="0"/>
            <a:stretch>
              <a:fillRect l="-200" t="-900" r="0" b="100"/>
            </a:stretch>
          </a:blip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6" name="Datumsplatzhalter 5">
            <a:extLst xmlns:a="http://schemas.openxmlformats.org/drawingml/2006/main">
              <a:ext uri="{FF2B5EF4-FFF2-40B4-BE49-F238E27FC236}">
                <a16:creationId xmlns:a16="http://schemas.microsoft.com/office/drawing/2014/main" id="{1422D043-736F-7147-C274-01730F3BEC10}"/>
              </a:ext>
            </a:extLst>
          </p:cNvPr>
          <p:cNvSpPr>
            <a:spLocks xmlns:a="http://schemas.openxmlformats.org/drawingml/2006/main" noGrp="1"/>
          </p:cNvSpPr>
          <p:nvPr>
            <p:ph type="dt" idx="2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5" name="Fußzeilenplatzhalter 14">
            <a:extLst xmlns:a="http://schemas.openxmlformats.org/drawingml/2006/main">
              <a:ext uri="{FF2B5EF4-FFF2-40B4-BE49-F238E27FC236}">
                <a16:creationId xmlns:a16="http://schemas.microsoft.com/office/drawing/2014/main" id="{CAB60CC7-FA7E-B2B8-82EC-0F40B5F82E76}"/>
              </a:ext>
            </a:extLst>
          </p:cNvPr>
          <p:cNvSpPr>
            <a:spLocks xmlns:a="http://schemas.openxmlformats.org/drawingml/2006/main" noGrp="1"/>
          </p:cNvSpPr>
          <p:nvPr>
            <p:ph type="ftr" idx="2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6" name="Foliennummernplatzhalter 15">
            <a:extLst xmlns:a="http://schemas.openxmlformats.org/drawingml/2006/main">
              <a:ext uri="{FF2B5EF4-FFF2-40B4-BE49-F238E27FC236}">
                <a16:creationId xmlns:a16="http://schemas.microsoft.com/office/drawing/2014/main" id="{D74CF844-F9FC-DFB9-F98C-96A77B3EF250}"/>
              </a:ext>
            </a:extLst>
          </p:cNvPr>
          <p:cNvSpPr>
            <a:spLocks xmlns:a="http://schemas.openxmlformats.org/drawingml/2006/main" noGrp="1"/>
          </p:cNvSpPr>
          <p:nvPr>
            <p:ph type="sldNum" idx="2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92.xml><?xml version="1.0" encoding="utf-8"?>
<p:sldLayout xmlns:p="http://schemas.openxmlformats.org/presentationml/2006/main" preserve="1">
  <p:cSld name="Text + Picture medium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7" y="2475287"/>
            <a:ext cx="4549526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6096001" y="1"/>
            <a:ext cx="6096000" cy="685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3" name="Titel 2">
            <a:extLst xmlns:a="http://schemas.openxmlformats.org/drawingml/2006/main">
              <a:ext uri="{FF2B5EF4-FFF2-40B4-BE49-F238E27FC236}">
                <a16:creationId xmlns:a16="http://schemas.microsoft.com/office/drawing/2014/main" id="{0018414E-8788-FD8B-5A04-4D374EB9720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4549526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4" name="Gerader Verbinder 3">
            <a:extLst xmlns:a="http://schemas.openxmlformats.org/drawingml/2006/main">
              <a:ext uri="{FF2B5EF4-FFF2-40B4-BE49-F238E27FC236}">
                <a16:creationId xmlns:a16="http://schemas.microsoft.com/office/drawing/2014/main" id="{6351ACA0-E31D-4609-8F1A-4EDE41804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" name="FESTO-Logo">
            <a:extLst xmlns:a="http://schemas.openxmlformats.org/drawingml/2006/main">
              <a:ext uri="{FF2B5EF4-FFF2-40B4-BE49-F238E27FC236}">
                <a16:creationId xmlns:a16="http://schemas.microsoft.com/office/drawing/2014/main" id="{562211B0-5C02-7487-0B98-90778C052D75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488561" y="0"/>
            <a:ext cx="1217350" cy="122060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630d860493394e52">
              <a:extLst>
                <a:ext uri="{96DAC541-7B7A-43D3-8B79-37D633B846F1}">
                  <asvg:svgBlip xmlns:asvg="http://schemas.microsoft.com/office/drawing/2016/SVG/main" r:embed="R8f09eabc0ec5490e"/>
                </a:ext>
              </a:extLst>
            </a:blip>
            <a:srcRect l="0" t="0" r="0" b="0"/>
            <a:stretch>
              <a:fillRect l="-200" t="-900" r="0" b="100"/>
            </a:stretch>
          </a:blip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12" name="Datumsplatzhalter 11">
            <a:extLst xmlns:a="http://schemas.openxmlformats.org/drawingml/2006/main">
              <a:ext uri="{FF2B5EF4-FFF2-40B4-BE49-F238E27FC236}">
                <a16:creationId xmlns:a16="http://schemas.microsoft.com/office/drawing/2014/main" id="{13281DA9-718F-2B02-5AF6-0784B6121190}"/>
              </a:ext>
            </a:extLst>
          </p:cNvPr>
          <p:cNvSpPr>
            <a:spLocks xmlns:a="http://schemas.openxmlformats.org/drawingml/2006/main" noGrp="1"/>
          </p:cNvSpPr>
          <p:nvPr>
            <p:ph type="dt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3" name="Fußzeilenplatzhalter 12">
            <a:extLst xmlns:a="http://schemas.openxmlformats.org/drawingml/2006/main">
              <a:ext uri="{FF2B5EF4-FFF2-40B4-BE49-F238E27FC236}">
                <a16:creationId xmlns:a16="http://schemas.microsoft.com/office/drawing/2014/main" id="{4517B62C-7507-126D-CD7B-0CE5085E526F}"/>
              </a:ext>
            </a:extLst>
          </p:cNvPr>
          <p:cNvSpPr>
            <a:spLocks xmlns:a="http://schemas.openxmlformats.org/drawingml/2006/main" noGrp="1"/>
          </p:cNvSpPr>
          <p:nvPr>
            <p:ph type="ftr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4" name="Foliennummernplatzhalter 13">
            <a:extLst xmlns:a="http://schemas.openxmlformats.org/drawingml/2006/main">
              <a:ext uri="{FF2B5EF4-FFF2-40B4-BE49-F238E27FC236}">
                <a16:creationId xmlns:a16="http://schemas.microsoft.com/office/drawing/2014/main" id="{A7224510-ADDB-7B42-F2AF-E7776D97F963}"/>
              </a:ext>
            </a:extLst>
          </p:cNvPr>
          <p:cNvSpPr>
            <a:spLocks xmlns:a="http://schemas.openxmlformats.org/drawingml/2006/main" noGrp="1"/>
          </p:cNvSpPr>
          <p:nvPr>
            <p:ph type="sldNum" idx="1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93.xml><?xml version="1.0" encoding="utf-8"?>
<p:sldLayout xmlns:p="http://schemas.openxmlformats.org/presentationml/2006/main" preserve="1">
  <p:cSld name="Text + 2x Picture medium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8" y="2475287"/>
            <a:ext cx="3522156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6096001" y="1"/>
            <a:ext cx="6096000" cy="6858000"/>
          </a:xfrm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C068F23D-857F-9EDC-F626-85FCB927E315}"/>
              </a:ext>
            </a:extLst>
          </p:cNvPr>
          <p:cNvSpPr>
            <a:spLocks xmlns:a="http://schemas.openxmlformats.org/drawingml/2006/main" noGrp="1"/>
          </p:cNvSpPr>
          <p:nvPr>
            <p:ph type="pic" idx="18" hasCustomPrompt="1"/>
          </p:nvPr>
        </p:nvSpPr>
        <p:spPr>
          <a:xfrm xmlns:a="http://schemas.openxmlformats.org/drawingml/2006/main">
            <a:off x="5068676" y="4529937"/>
            <a:ext cx="3009172" cy="198184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69850">
            <a:solidFill>
              <a:schemeClr val="bg1"/>
            </a:solidFill>
          </a:ln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2" name="Gerader Verbinder 1">
            <a:extLst xmlns:a="http://schemas.openxmlformats.org/drawingml/2006/main">
              <a:ext uri="{FF2B5EF4-FFF2-40B4-BE49-F238E27FC236}">
                <a16:creationId xmlns:a16="http://schemas.microsoft.com/office/drawing/2014/main" id="{FCB0BDAF-C7E1-4DB4-98CE-90423D261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Titel 8">
            <a:extLst xmlns:a="http://schemas.openxmlformats.org/drawingml/2006/main">
              <a:ext uri="{FF2B5EF4-FFF2-40B4-BE49-F238E27FC236}">
                <a16:creationId xmlns:a16="http://schemas.microsoft.com/office/drawing/2014/main" id="{9D0A4411-EF65-A589-3611-A23096D8BF8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4549553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FESTO-Logo">
            <a:extLst xmlns:a="http://schemas.openxmlformats.org/drawingml/2006/main">
              <a:ext uri="{FF2B5EF4-FFF2-40B4-BE49-F238E27FC236}">
                <a16:creationId xmlns:a16="http://schemas.microsoft.com/office/drawing/2014/main" id="{964DA0D1-3404-4D10-9EFD-C48859A5E990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488561" y="0"/>
            <a:ext cx="1217350" cy="122060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a5643c930d0a4891">
              <a:extLst>
                <a:ext uri="{96DAC541-7B7A-43D3-8B79-37D633B846F1}">
                  <asvg:svgBlip xmlns:asvg="http://schemas.microsoft.com/office/drawing/2016/SVG/main" r:embed="R98343fd2bf1344fc"/>
                </a:ext>
              </a:extLst>
            </a:blip>
            <a:srcRect l="0" t="0" r="0" b="0"/>
            <a:stretch>
              <a:fillRect l="-200" t="-900" r="0" b="100"/>
            </a:stretch>
          </a:blip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11" name="Datumsplatzhalter 10">
            <a:extLst xmlns:a="http://schemas.openxmlformats.org/drawingml/2006/main">
              <a:ext uri="{FF2B5EF4-FFF2-40B4-BE49-F238E27FC236}">
                <a16:creationId xmlns:a16="http://schemas.microsoft.com/office/drawing/2014/main" id="{71AA828B-34C2-396E-51B2-A19CD1672DE0}"/>
              </a:ext>
            </a:extLst>
          </p:cNvPr>
          <p:cNvSpPr>
            <a:spLocks xmlns:a="http://schemas.openxmlformats.org/drawingml/2006/main" noGrp="1"/>
          </p:cNvSpPr>
          <p:nvPr>
            <p:ph type="dt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2" name="Fußzeilenplatzhalter 11">
            <a:extLst xmlns:a="http://schemas.openxmlformats.org/drawingml/2006/main">
              <a:ext uri="{FF2B5EF4-FFF2-40B4-BE49-F238E27FC236}">
                <a16:creationId xmlns:a16="http://schemas.microsoft.com/office/drawing/2014/main" id="{99587CB3-C804-4135-14CB-05D35DECA295}"/>
              </a:ext>
            </a:extLst>
          </p:cNvPr>
          <p:cNvSpPr>
            <a:spLocks xmlns:a="http://schemas.openxmlformats.org/drawingml/2006/main" noGrp="1"/>
          </p:cNvSpPr>
          <p:nvPr>
            <p:ph type="ftr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5" name="Foliennummernplatzhalter 14">
            <a:extLst xmlns:a="http://schemas.openxmlformats.org/drawingml/2006/main">
              <a:ext uri="{FF2B5EF4-FFF2-40B4-BE49-F238E27FC236}">
                <a16:creationId xmlns:a16="http://schemas.microsoft.com/office/drawing/2014/main" id="{1682AE22-A5CE-0823-9E5E-0482DCE2B481}"/>
              </a:ext>
            </a:extLst>
          </p:cNvPr>
          <p:cNvSpPr>
            <a:spLocks xmlns:a="http://schemas.openxmlformats.org/drawingml/2006/main" noGrp="1"/>
          </p:cNvSpPr>
          <p:nvPr>
            <p:ph type="sldNum" idx="2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94.xml><?xml version="1.0" encoding="utf-8"?>
<p:sldLayout xmlns:p="http://schemas.openxmlformats.org/presentationml/2006/main" preserve="1">
  <p:cSld name="Text + Picture larg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7" y="2475287"/>
            <a:ext cx="3522782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5068676" y="1"/>
            <a:ext cx="7123325" cy="6858000"/>
          </a:xfrm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2" name="Gerader Verbinder 1">
            <a:extLst xmlns:a="http://schemas.openxmlformats.org/drawingml/2006/main">
              <a:ext uri="{FF2B5EF4-FFF2-40B4-BE49-F238E27FC236}">
                <a16:creationId xmlns:a16="http://schemas.microsoft.com/office/drawing/2014/main" id="{2608ACD4-7976-4A84-89C1-55C58AD2B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" name="Titel 3">
            <a:extLst xmlns:a="http://schemas.openxmlformats.org/drawingml/2006/main">
              <a:ext uri="{FF2B5EF4-FFF2-40B4-BE49-F238E27FC236}">
                <a16:creationId xmlns:a16="http://schemas.microsoft.com/office/drawing/2014/main" id="{BB158F41-943A-CFBE-36CF-6087C048C3E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3522783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FESTO-Logo">
            <a:extLst xmlns:a="http://schemas.openxmlformats.org/drawingml/2006/main">
              <a:ext uri="{FF2B5EF4-FFF2-40B4-BE49-F238E27FC236}">
                <a16:creationId xmlns:a16="http://schemas.microsoft.com/office/drawing/2014/main" id="{2BFDA5E7-188B-AC1B-E193-AEF619366C31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488561" y="0"/>
            <a:ext cx="1217350" cy="122060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f423fd81271a46f2">
              <a:extLst>
                <a:ext uri="{96DAC541-7B7A-43D3-8B79-37D633B846F1}">
                  <asvg:svgBlip xmlns:asvg="http://schemas.microsoft.com/office/drawing/2016/SVG/main" r:embed="R853ce256ea9747e1"/>
                </a:ext>
              </a:extLst>
            </a:blip>
            <a:srcRect l="0" t="0" r="0" b="0"/>
            <a:stretch>
              <a:fillRect l="-200" t="-900" r="0" b="100"/>
            </a:stretch>
          </a:blip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12" name="Datumsplatzhalter 11">
            <a:extLst xmlns:a="http://schemas.openxmlformats.org/drawingml/2006/main">
              <a:ext uri="{FF2B5EF4-FFF2-40B4-BE49-F238E27FC236}">
                <a16:creationId xmlns:a16="http://schemas.microsoft.com/office/drawing/2014/main" id="{48FE03EC-5A92-4F0E-23F8-4C7ACD0D8225}"/>
              </a:ext>
            </a:extLst>
          </p:cNvPr>
          <p:cNvSpPr>
            <a:spLocks xmlns:a="http://schemas.openxmlformats.org/drawingml/2006/main" noGrp="1"/>
          </p:cNvSpPr>
          <p:nvPr>
            <p:ph type="dt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3" name="Fußzeilenplatzhalter 12">
            <a:extLst xmlns:a="http://schemas.openxmlformats.org/drawingml/2006/main">
              <a:ext uri="{FF2B5EF4-FFF2-40B4-BE49-F238E27FC236}">
                <a16:creationId xmlns:a16="http://schemas.microsoft.com/office/drawing/2014/main" id="{168A8E65-A84D-CD9B-D6D9-B7E8C547B63F}"/>
              </a:ext>
            </a:extLst>
          </p:cNvPr>
          <p:cNvSpPr>
            <a:spLocks xmlns:a="http://schemas.openxmlformats.org/drawingml/2006/main" noGrp="1"/>
          </p:cNvSpPr>
          <p:nvPr>
            <p:ph type="ftr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4" name="Foliennummernplatzhalter 13">
            <a:extLst xmlns:a="http://schemas.openxmlformats.org/drawingml/2006/main">
              <a:ext uri="{FF2B5EF4-FFF2-40B4-BE49-F238E27FC236}">
                <a16:creationId xmlns:a16="http://schemas.microsoft.com/office/drawing/2014/main" id="{F7BF2668-42F8-2B50-22FD-EAA5213E11AD}"/>
              </a:ext>
            </a:extLst>
          </p:cNvPr>
          <p:cNvSpPr>
            <a:spLocks xmlns:a="http://schemas.openxmlformats.org/drawingml/2006/main" noGrp="1"/>
          </p:cNvSpPr>
          <p:nvPr>
            <p:ph type="sldNum" idx="1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95.xml><?xml version="1.0" encoding="utf-8"?>
<p:sldLayout xmlns:p="http://schemas.openxmlformats.org/presentationml/2006/main" preserve="1">
  <p:cSld name="Text + 2x Pictur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8" y="2475287"/>
            <a:ext cx="4550157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6096001" y="1"/>
            <a:ext cx="6096001" cy="3428191"/>
          </a:xfrm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9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2268D100-F933-64E8-4D4D-8EBAD66A7A4A}"/>
              </a:ext>
            </a:extLst>
          </p:cNvPr>
          <p:cNvSpPr>
            <a:spLocks xmlns:a="http://schemas.openxmlformats.org/drawingml/2006/main" noGrp="1"/>
          </p:cNvSpPr>
          <p:nvPr>
            <p:ph type="pic" idx="15" hasCustomPrompt="1"/>
          </p:nvPr>
        </p:nvSpPr>
        <p:spPr>
          <a:xfrm xmlns:a="http://schemas.openxmlformats.org/drawingml/2006/main">
            <a:off x="6096001" y="3502612"/>
            <a:ext cx="6096001" cy="3355388"/>
          </a:xfrm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2" name="Gerader Verbinder 1">
            <a:extLst xmlns:a="http://schemas.openxmlformats.org/drawingml/2006/main">
              <a:ext uri="{FF2B5EF4-FFF2-40B4-BE49-F238E27FC236}">
                <a16:creationId xmlns:a16="http://schemas.microsoft.com/office/drawing/2014/main" id="{D94FD4C1-86D4-488B-8788-8234787F2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" name="Titel 3">
            <a:extLst xmlns:a="http://schemas.openxmlformats.org/drawingml/2006/main">
              <a:ext uri="{FF2B5EF4-FFF2-40B4-BE49-F238E27FC236}">
                <a16:creationId xmlns:a16="http://schemas.microsoft.com/office/drawing/2014/main" id="{8B6BCDBE-4D01-DC9C-8B9C-8DC825E772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7" y="933490"/>
            <a:ext cx="4550157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FESTO-Logo">
            <a:extLst xmlns:a="http://schemas.openxmlformats.org/drawingml/2006/main">
              <a:ext uri="{FF2B5EF4-FFF2-40B4-BE49-F238E27FC236}">
                <a16:creationId xmlns:a16="http://schemas.microsoft.com/office/drawing/2014/main" id="{B348E570-CF8F-7A0E-B5F0-57A10520A970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488561" y="0"/>
            <a:ext cx="1217350" cy="122060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b4d285a1cd9a46c2">
              <a:extLst>
                <a:ext uri="{96DAC541-7B7A-43D3-8B79-37D633B846F1}">
                  <asvg:svgBlip xmlns:asvg="http://schemas.microsoft.com/office/drawing/2016/SVG/main" r:embed="Rf8304c0e987b41e6"/>
                </a:ext>
              </a:extLst>
            </a:blip>
            <a:srcRect l="0" t="0" r="0" b="0"/>
            <a:stretch>
              <a:fillRect l="-200" t="-900" r="0" b="100"/>
            </a:stretch>
          </a:blip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13" name="Datumsplatzhalter 12">
            <a:extLst xmlns:a="http://schemas.openxmlformats.org/drawingml/2006/main">
              <a:ext uri="{FF2B5EF4-FFF2-40B4-BE49-F238E27FC236}">
                <a16:creationId xmlns:a16="http://schemas.microsoft.com/office/drawing/2014/main" id="{81F45B9F-FA9C-F134-B7FC-95C32B46A6A0}"/>
              </a:ext>
            </a:extLst>
          </p:cNvPr>
          <p:cNvSpPr>
            <a:spLocks xmlns:a="http://schemas.openxmlformats.org/drawingml/2006/main" noGrp="1"/>
          </p:cNvSpPr>
          <p:nvPr>
            <p:ph type="dt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4" name="Fußzeilenplatzhalter 13">
            <a:extLst xmlns:a="http://schemas.openxmlformats.org/drawingml/2006/main">
              <a:ext uri="{FF2B5EF4-FFF2-40B4-BE49-F238E27FC236}">
                <a16:creationId xmlns:a16="http://schemas.microsoft.com/office/drawing/2014/main" id="{6A1D3803-D027-E786-DD7E-2502413932CE}"/>
              </a:ext>
            </a:extLst>
          </p:cNvPr>
          <p:cNvSpPr>
            <a:spLocks xmlns:a="http://schemas.openxmlformats.org/drawingml/2006/main" noGrp="1"/>
          </p:cNvSpPr>
          <p:nvPr>
            <p:ph type="ftr" idx="1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5" name="Foliennummernplatzhalter 14">
            <a:extLst xmlns:a="http://schemas.openxmlformats.org/drawingml/2006/main">
              <a:ext uri="{FF2B5EF4-FFF2-40B4-BE49-F238E27FC236}">
                <a16:creationId xmlns:a16="http://schemas.microsoft.com/office/drawing/2014/main" id="{690F00A3-D857-D898-B470-B8F7B870B54D}"/>
              </a:ext>
            </a:extLst>
          </p:cNvPr>
          <p:cNvSpPr>
            <a:spLocks xmlns:a="http://schemas.openxmlformats.org/drawingml/2006/main" noGrp="1"/>
          </p:cNvSpPr>
          <p:nvPr>
            <p:ph type="sldNum" idx="1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96.xml><?xml version="1.0" encoding="utf-8"?>
<p:sldLayout xmlns:p="http://schemas.openxmlformats.org/presentationml/2006/main" preserve="1">
  <p:cSld name="Text + 3x Pictur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8" y="2475287"/>
            <a:ext cx="4550157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6096001" y="1"/>
            <a:ext cx="6096001" cy="3428191"/>
          </a:xfrm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9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2268D100-F933-64E8-4D4D-8EBAD66A7A4A}"/>
              </a:ext>
            </a:extLst>
          </p:cNvPr>
          <p:cNvSpPr>
            <a:spLocks xmlns:a="http://schemas.openxmlformats.org/drawingml/2006/main" noGrp="1"/>
          </p:cNvSpPr>
          <p:nvPr>
            <p:ph type="pic" idx="15" hasCustomPrompt="1"/>
          </p:nvPr>
        </p:nvSpPr>
        <p:spPr>
          <a:xfrm xmlns:a="http://schemas.openxmlformats.org/drawingml/2006/main">
            <a:off x="6096001" y="3502612"/>
            <a:ext cx="3009172" cy="3355388"/>
          </a:xfrm>
        </p:spPr>
        <p:txBody>
          <a:bodyPr xmlns:a="http://schemas.openxmlformats.org/drawingml/2006/main" tIns="324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0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566D261F-B94D-E890-D9ED-A8EC50316E1F}"/>
              </a:ext>
            </a:extLst>
          </p:cNvPr>
          <p:cNvSpPr>
            <a:spLocks xmlns:a="http://schemas.openxmlformats.org/drawingml/2006/main" noGrp="1"/>
          </p:cNvSpPr>
          <p:nvPr>
            <p:ph type="pic" idx="16" hasCustomPrompt="1"/>
          </p:nvPr>
        </p:nvSpPr>
        <p:spPr>
          <a:xfrm xmlns:a="http://schemas.openxmlformats.org/drawingml/2006/main">
            <a:off x="9182828" y="3502612"/>
            <a:ext cx="3009172" cy="3355388"/>
          </a:xfrm>
        </p:spPr>
        <p:txBody>
          <a:bodyPr xmlns:a="http://schemas.openxmlformats.org/drawingml/2006/main" tIns="324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4" name="Gerader Verbinder 13">
            <a:extLst xmlns:a="http://schemas.openxmlformats.org/drawingml/2006/main">
              <a:ext uri="{FF2B5EF4-FFF2-40B4-BE49-F238E27FC236}">
                <a16:creationId xmlns:a16="http://schemas.microsoft.com/office/drawing/2014/main" id="{4CD94CBF-FA78-471C-A18B-512D9212D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5" name="Titel 14">
            <a:extLst xmlns:a="http://schemas.openxmlformats.org/drawingml/2006/main">
              <a:ext uri="{FF2B5EF4-FFF2-40B4-BE49-F238E27FC236}">
                <a16:creationId xmlns:a16="http://schemas.microsoft.com/office/drawing/2014/main" id="{BBFA9D1B-ACF8-1FC6-462F-845F189AC1D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4550158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FESTO-Logo">
            <a:extLst xmlns:a="http://schemas.openxmlformats.org/drawingml/2006/main">
              <a:ext uri="{FF2B5EF4-FFF2-40B4-BE49-F238E27FC236}">
                <a16:creationId xmlns:a16="http://schemas.microsoft.com/office/drawing/2014/main" id="{83AF95C5-FE62-CB69-A8C1-4988A3D5A739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488561" y="0"/>
            <a:ext cx="1217350" cy="122060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5c2d656d8b884e6d">
              <a:extLst>
                <a:ext uri="{96DAC541-7B7A-43D3-8B79-37D633B846F1}">
                  <asvg:svgBlip xmlns:asvg="http://schemas.microsoft.com/office/drawing/2016/SVG/main" r:embed="Re3c5b3155a914e42"/>
                </a:ext>
              </a:extLst>
            </a:blip>
            <a:srcRect l="0" t="0" r="0" b="0"/>
            <a:stretch>
              <a:fillRect l="-200" t="-900" r="0" b="100"/>
            </a:stretch>
          </a:blip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16" name="Datumsplatzhalter 15">
            <a:extLst xmlns:a="http://schemas.openxmlformats.org/drawingml/2006/main">
              <a:ext uri="{FF2B5EF4-FFF2-40B4-BE49-F238E27FC236}">
                <a16:creationId xmlns:a16="http://schemas.microsoft.com/office/drawing/2014/main" id="{1FB91768-A1B2-0D14-8871-07A2CD7A4A59}"/>
              </a:ext>
            </a:extLst>
          </p:cNvPr>
          <p:cNvSpPr>
            <a:spLocks xmlns:a="http://schemas.openxmlformats.org/drawingml/2006/main" noGrp="1"/>
          </p:cNvSpPr>
          <p:nvPr>
            <p:ph type="dt" idx="1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7" name="Fußzeilenplatzhalter 16">
            <a:extLst xmlns:a="http://schemas.openxmlformats.org/drawingml/2006/main">
              <a:ext uri="{FF2B5EF4-FFF2-40B4-BE49-F238E27FC236}">
                <a16:creationId xmlns:a16="http://schemas.microsoft.com/office/drawing/2014/main" id="{494E7144-CA68-4170-1361-3C4D5C79303F}"/>
              </a:ext>
            </a:extLst>
          </p:cNvPr>
          <p:cNvSpPr>
            <a:spLocks xmlns:a="http://schemas.openxmlformats.org/drawingml/2006/main" noGrp="1"/>
          </p:cNvSpPr>
          <p:nvPr>
            <p:ph type="ftr" idx="1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8" name="Foliennummernplatzhalter 17">
            <a:extLst xmlns:a="http://schemas.openxmlformats.org/drawingml/2006/main">
              <a:ext uri="{FF2B5EF4-FFF2-40B4-BE49-F238E27FC236}">
                <a16:creationId xmlns:a16="http://schemas.microsoft.com/office/drawing/2014/main" id="{FBE9E3A7-190B-B058-4691-06D48DB6E482}"/>
              </a:ext>
            </a:extLst>
          </p:cNvPr>
          <p:cNvSpPr>
            <a:spLocks xmlns:a="http://schemas.openxmlformats.org/drawingml/2006/main" noGrp="1"/>
          </p:cNvSpPr>
          <p:nvPr>
            <p:ph type="sldNum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97.xml><?xml version="1.0" encoding="utf-8"?>
<p:sldLayout xmlns:p="http://schemas.openxmlformats.org/presentationml/2006/main" preserve="1">
  <p:cSld name="Text + 4x Pictur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7" y="2475287"/>
            <a:ext cx="5577534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7123326" y="1"/>
            <a:ext cx="5068676" cy="2400866"/>
          </a:xfrm>
        </p:spPr>
        <p:txBody>
          <a:bodyPr xmlns:a="http://schemas.openxmlformats.org/drawingml/2006/main" tIns="1152000" anchor="ctr">
            <a:normAutofit/>
          </a:bodyPr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9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2268D100-F933-64E8-4D4D-8EBAD66A7A4A}"/>
              </a:ext>
            </a:extLst>
          </p:cNvPr>
          <p:cNvSpPr>
            <a:spLocks xmlns:a="http://schemas.openxmlformats.org/drawingml/2006/main" noGrp="1"/>
          </p:cNvSpPr>
          <p:nvPr>
            <p:ph type="pic" idx="15" hasCustomPrompt="1"/>
          </p:nvPr>
        </p:nvSpPr>
        <p:spPr>
          <a:xfrm xmlns:a="http://schemas.openxmlformats.org/drawingml/2006/main">
            <a:off x="7123325" y="2475287"/>
            <a:ext cx="3009172" cy="1981847"/>
          </a:xfrm>
        </p:spPr>
        <p:txBody>
          <a:bodyPr xmlns:a="http://schemas.openxmlformats.org/drawingml/2006/main" tIns="360000" anchor="ctr">
            <a:noAutofit/>
          </a:bodyPr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0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566D261F-B94D-E890-D9ED-A8EC50316E1F}"/>
              </a:ext>
            </a:extLst>
          </p:cNvPr>
          <p:cNvSpPr>
            <a:spLocks xmlns:a="http://schemas.openxmlformats.org/drawingml/2006/main" noGrp="1"/>
          </p:cNvSpPr>
          <p:nvPr>
            <p:ph type="pic" idx="16" hasCustomPrompt="1"/>
          </p:nvPr>
        </p:nvSpPr>
        <p:spPr>
          <a:xfrm xmlns:a="http://schemas.openxmlformats.org/drawingml/2006/main">
            <a:off x="7123325" y="4529936"/>
            <a:ext cx="3009173" cy="2328065"/>
          </a:xfrm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1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56505F99-02A0-F740-9F8C-6244C323B225}"/>
              </a:ext>
            </a:extLst>
          </p:cNvPr>
          <p:cNvSpPr>
            <a:spLocks xmlns:a="http://schemas.openxmlformats.org/drawingml/2006/main" noGrp="1"/>
          </p:cNvSpPr>
          <p:nvPr>
            <p:ph type="pic" idx="17" hasCustomPrompt="1"/>
          </p:nvPr>
        </p:nvSpPr>
        <p:spPr>
          <a:xfrm xmlns:a="http://schemas.openxmlformats.org/drawingml/2006/main">
            <a:off x="10205299" y="2475287"/>
            <a:ext cx="1986703" cy="4382715"/>
          </a:xfrm>
        </p:spPr>
        <p:txBody>
          <a:bodyPr xmlns:a="http://schemas.openxmlformats.org/drawingml/2006/main" tIns="324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2" name="Gerader Verbinder 1">
            <a:extLst xmlns:a="http://schemas.openxmlformats.org/drawingml/2006/main">
              <a:ext uri="{FF2B5EF4-FFF2-40B4-BE49-F238E27FC236}">
                <a16:creationId xmlns:a16="http://schemas.microsoft.com/office/drawing/2014/main" id="{BB0C23D5-16FB-43B1-8BA8-679F2B9E4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" name="Titel 3">
            <a:extLst xmlns:a="http://schemas.openxmlformats.org/drawingml/2006/main">
              <a:ext uri="{FF2B5EF4-FFF2-40B4-BE49-F238E27FC236}">
                <a16:creationId xmlns:a16="http://schemas.microsoft.com/office/drawing/2014/main" id="{FCD4CD80-4000-0786-E31C-544CA273F82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5577535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FESTO-Logo">
            <a:extLst xmlns:a="http://schemas.openxmlformats.org/drawingml/2006/main">
              <a:ext uri="{FF2B5EF4-FFF2-40B4-BE49-F238E27FC236}">
                <a16:creationId xmlns:a16="http://schemas.microsoft.com/office/drawing/2014/main" id="{98394779-4F74-4AF1-79CB-762EA19C127F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488561" y="0"/>
            <a:ext cx="1217350" cy="122060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d8114f55ee524f1c">
              <a:extLst>
                <a:ext uri="{96DAC541-7B7A-43D3-8B79-37D633B846F1}">
                  <asvg:svgBlip xmlns:asvg="http://schemas.microsoft.com/office/drawing/2016/SVG/main" r:embed="Rc42841784df84512"/>
                </a:ext>
              </a:extLst>
            </a:blip>
            <a:srcRect l="0" t="0" r="0" b="0"/>
            <a:stretch>
              <a:fillRect l="-200" t="-900" r="0" b="100"/>
            </a:stretch>
          </a:blip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15" name="Datumsplatzhalter 14">
            <a:extLst xmlns:a="http://schemas.openxmlformats.org/drawingml/2006/main">
              <a:ext uri="{FF2B5EF4-FFF2-40B4-BE49-F238E27FC236}">
                <a16:creationId xmlns:a16="http://schemas.microsoft.com/office/drawing/2014/main" id="{E1C60B30-D5B4-F613-659D-9801BF4C372B}"/>
              </a:ext>
            </a:extLst>
          </p:cNvPr>
          <p:cNvSpPr>
            <a:spLocks xmlns:a="http://schemas.openxmlformats.org/drawingml/2006/main" noGrp="1"/>
          </p:cNvSpPr>
          <p:nvPr>
            <p:ph type="dt" idx="1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6" name="Fußzeilenplatzhalter 15">
            <a:extLst xmlns:a="http://schemas.openxmlformats.org/drawingml/2006/main">
              <a:ext uri="{FF2B5EF4-FFF2-40B4-BE49-F238E27FC236}">
                <a16:creationId xmlns:a16="http://schemas.microsoft.com/office/drawing/2014/main" id="{C143E2BC-4816-4440-ACE5-EEFDD0BC5167}"/>
              </a:ext>
            </a:extLst>
          </p:cNvPr>
          <p:cNvSpPr>
            <a:spLocks xmlns:a="http://schemas.openxmlformats.org/drawingml/2006/main" noGrp="1"/>
          </p:cNvSpPr>
          <p:nvPr>
            <p:ph type="ftr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7" name="Foliennummernplatzhalter 16">
            <a:extLst xmlns:a="http://schemas.openxmlformats.org/drawingml/2006/main">
              <a:ext uri="{FF2B5EF4-FFF2-40B4-BE49-F238E27FC236}">
                <a16:creationId xmlns:a16="http://schemas.microsoft.com/office/drawing/2014/main" id="{706DA738-8EEF-4966-90D3-3D5616E120F3}"/>
              </a:ext>
            </a:extLst>
          </p:cNvPr>
          <p:cNvSpPr>
            <a:spLocks xmlns:a="http://schemas.openxmlformats.org/drawingml/2006/main" noGrp="1"/>
          </p:cNvSpPr>
          <p:nvPr>
            <p:ph type="sldNum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98.xml><?xml version="1.0" encoding="utf-8"?>
<p:sldLayout xmlns:p="http://schemas.openxmlformats.org/presentationml/2006/main" preserve="1">
  <p:cSld name="Picture small +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0" y="1447634"/>
            <a:ext cx="5062930" cy="95323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6096000" y="2915312"/>
            <a:ext cx="5062930" cy="359647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1" y="1"/>
            <a:ext cx="4995873" cy="6858000"/>
          </a:xfrm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2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3787BCD8-E438-ED96-AC42-32BD7F83AE0D}"/>
              </a:ext>
            </a:extLst>
          </p:cNvPr>
          <p:cNvSpPr>
            <a:spLocks xmlns:a="http://schemas.openxmlformats.org/drawingml/2006/main" noGrp="1"/>
          </p:cNvSpPr>
          <p:nvPr>
            <p:ph type="dgm" idx="17"/>
          </p:nvPr>
        </p:nvSpPr>
        <p:spPr>
          <a:xfrm xmlns:a="http://schemas.openxmlformats.org/drawingml/2006/main">
            <a:off x="4693633" y="1654401"/>
            <a:ext cx="1229045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3" name="Datumsplatzhalter 2">
            <a:extLst xmlns:a="http://schemas.openxmlformats.org/drawingml/2006/main">
              <a:ext uri="{FF2B5EF4-FFF2-40B4-BE49-F238E27FC236}">
                <a16:creationId xmlns:a16="http://schemas.microsoft.com/office/drawing/2014/main" id="{91603B66-770B-1FE4-52AB-DC5BB194083B}"/>
              </a:ext>
            </a:extLst>
          </p:cNvPr>
          <p:cNvSpPr>
            <a:spLocks xmlns:a="http://schemas.openxmlformats.org/drawingml/2006/main" noGrp="1"/>
          </p:cNvSpPr>
          <p:nvPr>
            <p:ph type="dt" idx="1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4" name="Fußzeilenplatzhalter 3">
            <a:extLst xmlns:a="http://schemas.openxmlformats.org/drawingml/2006/main">
              <a:ext uri="{FF2B5EF4-FFF2-40B4-BE49-F238E27FC236}">
                <a16:creationId xmlns:a16="http://schemas.microsoft.com/office/drawing/2014/main" id="{7C65338A-BD68-3AE6-DC33-9F49BFBAEFFB}"/>
              </a:ext>
            </a:extLst>
          </p:cNvPr>
          <p:cNvSpPr>
            <a:spLocks xmlns:a="http://schemas.openxmlformats.org/drawingml/2006/main" noGrp="1"/>
          </p:cNvSpPr>
          <p:nvPr>
            <p:ph type="ftr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9" name="Foliennummernplatzhalter 8">
            <a:extLst xmlns:a="http://schemas.openxmlformats.org/drawingml/2006/main">
              <a:ext uri="{FF2B5EF4-FFF2-40B4-BE49-F238E27FC236}">
                <a16:creationId xmlns:a16="http://schemas.microsoft.com/office/drawing/2014/main" id="{1F25016F-BFD7-6FBC-099F-E96592B5B5B4}"/>
              </a:ext>
            </a:extLst>
          </p:cNvPr>
          <p:cNvSpPr>
            <a:spLocks xmlns:a="http://schemas.openxmlformats.org/drawingml/2006/main" noGrp="1"/>
          </p:cNvSpPr>
          <p:nvPr>
            <p:ph type="sldNum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99.xml><?xml version="1.0" encoding="utf-8"?>
<p:sldLayout xmlns:p="http://schemas.openxmlformats.org/presentationml/2006/main" preserve="1">
  <p:cSld name="2x Picture small +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23326" y="1447963"/>
            <a:ext cx="4036496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7123325" y="2915312"/>
            <a:ext cx="4035605" cy="359647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1" y="1"/>
            <a:ext cx="4995873" cy="6858000"/>
          </a:xfrm>
        </p:spPr>
        <p:txBody>
          <a:bodyPr xmlns:a="http://schemas.openxmlformats.org/drawingml/2006/main" tIns="0" bIns="1548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6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1F05D00-7A21-CCF5-59F4-4D021A7D4749}"/>
              </a:ext>
            </a:extLst>
          </p:cNvPr>
          <p:cNvSpPr>
            <a:spLocks xmlns:a="http://schemas.openxmlformats.org/drawingml/2006/main" noGrp="1"/>
          </p:cNvSpPr>
          <p:nvPr>
            <p:ph type="pic" idx="18" hasCustomPrompt="1"/>
          </p:nvPr>
        </p:nvSpPr>
        <p:spPr>
          <a:xfrm xmlns:a="http://schemas.openxmlformats.org/drawingml/2006/main">
            <a:off x="3013191" y="4529937"/>
            <a:ext cx="3010007" cy="1981189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69850">
            <a:solidFill>
              <a:schemeClr val="bg1"/>
            </a:solidFill>
          </a:ln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2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3787BCD8-E438-ED96-AC42-32BD7F83AE0D}"/>
              </a:ext>
            </a:extLst>
          </p:cNvPr>
          <p:cNvSpPr>
            <a:spLocks xmlns:a="http://schemas.openxmlformats.org/drawingml/2006/main" noGrp="1"/>
          </p:cNvSpPr>
          <p:nvPr>
            <p:ph type="dgm" idx="17"/>
          </p:nvPr>
        </p:nvSpPr>
        <p:spPr>
          <a:xfrm xmlns:a="http://schemas.openxmlformats.org/drawingml/2006/main">
            <a:off x="4693634" y="1654399"/>
            <a:ext cx="2246457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10" name="Datumsplatzhalter 9">
            <a:extLst xmlns:a="http://schemas.openxmlformats.org/drawingml/2006/main">
              <a:ext uri="{FF2B5EF4-FFF2-40B4-BE49-F238E27FC236}">
                <a16:creationId xmlns:a16="http://schemas.microsoft.com/office/drawing/2014/main" id="{F97887FB-D8F6-79F8-8CA8-C4F6C0D39AA9}"/>
              </a:ext>
            </a:extLst>
          </p:cNvPr>
          <p:cNvSpPr>
            <a:spLocks xmlns:a="http://schemas.openxmlformats.org/drawingml/2006/main" noGrp="1"/>
          </p:cNvSpPr>
          <p:nvPr>
            <p:ph type="dt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1" name="Fußzeilenplatzhalter 10">
            <a:extLst xmlns:a="http://schemas.openxmlformats.org/drawingml/2006/main">
              <a:ext uri="{FF2B5EF4-FFF2-40B4-BE49-F238E27FC236}">
                <a16:creationId xmlns:a16="http://schemas.microsoft.com/office/drawing/2014/main" id="{5156F2C2-DF1A-A15A-CE99-2CEAA274B697}"/>
              </a:ext>
            </a:extLst>
          </p:cNvPr>
          <p:cNvSpPr>
            <a:spLocks xmlns:a="http://schemas.openxmlformats.org/drawingml/2006/main" noGrp="1"/>
          </p:cNvSpPr>
          <p:nvPr>
            <p:ph type="ftr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3" name="Foliennummernplatzhalter 12">
            <a:extLst xmlns:a="http://schemas.openxmlformats.org/drawingml/2006/main">
              <a:ext uri="{FF2B5EF4-FFF2-40B4-BE49-F238E27FC236}">
                <a16:creationId xmlns:a16="http://schemas.microsoft.com/office/drawing/2014/main" id="{4868F6AF-17C2-DFEA-01E5-7A5C103A2F2D}"/>
              </a:ext>
            </a:extLst>
          </p:cNvPr>
          <p:cNvSpPr>
            <a:spLocks xmlns:a="http://schemas.openxmlformats.org/drawingml/2006/main" noGrp="1"/>
          </p:cNvSpPr>
          <p:nvPr>
            <p:ph type="sldNum" idx="2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100.xml><?xml version="1.0" encoding="utf-8"?>
<p:sldLayout xmlns:p="http://schemas.openxmlformats.org/presentationml/2006/main" preserve="1">
  <p:cSld name="3x Picture small +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23326" y="1447634"/>
            <a:ext cx="4036496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7123325" y="2915312"/>
            <a:ext cx="4035605" cy="359647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1" y="1"/>
            <a:ext cx="4995873" cy="6858000"/>
          </a:xfrm>
        </p:spPr>
        <p:txBody>
          <a:bodyPr xmlns:a="http://schemas.openxmlformats.org/drawingml/2006/main" tIns="0" bIns="1548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6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1F05D00-7A21-CCF5-59F4-4D021A7D4749}"/>
              </a:ext>
            </a:extLst>
          </p:cNvPr>
          <p:cNvSpPr>
            <a:spLocks xmlns:a="http://schemas.openxmlformats.org/drawingml/2006/main" noGrp="1"/>
          </p:cNvSpPr>
          <p:nvPr>
            <p:ph type="pic" idx="18" hasCustomPrompt="1"/>
          </p:nvPr>
        </p:nvSpPr>
        <p:spPr>
          <a:xfrm xmlns:a="http://schemas.openxmlformats.org/drawingml/2006/main">
            <a:off x="3013191" y="4529937"/>
            <a:ext cx="3010007" cy="1981189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69850">
            <a:solidFill>
              <a:schemeClr val="bg1"/>
            </a:solidFill>
          </a:ln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27A1CA1-A4EA-507E-A168-FC4819D350C1}"/>
              </a:ext>
            </a:extLst>
          </p:cNvPr>
          <p:cNvSpPr>
            <a:spLocks xmlns:a="http://schemas.openxmlformats.org/drawingml/2006/main" noGrp="1"/>
          </p:cNvSpPr>
          <p:nvPr>
            <p:ph type="pic" idx="22" hasCustomPrompt="1"/>
          </p:nvPr>
        </p:nvSpPr>
        <p:spPr>
          <a:xfrm xmlns:a="http://schemas.openxmlformats.org/drawingml/2006/main">
            <a:off x="3014026" y="2034705"/>
            <a:ext cx="3010007" cy="1981189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69850">
            <a:solidFill>
              <a:schemeClr val="bg1"/>
            </a:solidFill>
          </a:ln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5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41A00CB7-1F56-223B-5281-17F933426F1A}"/>
              </a:ext>
            </a:extLst>
          </p:cNvPr>
          <p:cNvSpPr>
            <a:spLocks xmlns:a="http://schemas.openxmlformats.org/drawingml/2006/main" noGrp="1"/>
          </p:cNvSpPr>
          <p:nvPr>
            <p:ph type="dgm" idx="17"/>
          </p:nvPr>
        </p:nvSpPr>
        <p:spPr>
          <a:xfrm xmlns:a="http://schemas.openxmlformats.org/drawingml/2006/main">
            <a:off x="4693634" y="1654399"/>
            <a:ext cx="2246457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9" name="Datumsplatzhalter 8">
            <a:extLst xmlns:a="http://schemas.openxmlformats.org/drawingml/2006/main">
              <a:ext uri="{FF2B5EF4-FFF2-40B4-BE49-F238E27FC236}">
                <a16:creationId xmlns:a16="http://schemas.microsoft.com/office/drawing/2014/main" id="{495F7142-B4A3-D310-313C-919B23ED970D}"/>
              </a:ext>
            </a:extLst>
          </p:cNvPr>
          <p:cNvSpPr>
            <a:spLocks xmlns:a="http://schemas.openxmlformats.org/drawingml/2006/main" noGrp="1"/>
          </p:cNvSpPr>
          <p:nvPr>
            <p:ph type="dt" idx="2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4" name="Fußzeilenplatzhalter 13">
            <a:extLst xmlns:a="http://schemas.openxmlformats.org/drawingml/2006/main">
              <a:ext uri="{FF2B5EF4-FFF2-40B4-BE49-F238E27FC236}">
                <a16:creationId xmlns:a16="http://schemas.microsoft.com/office/drawing/2014/main" id="{4DF37901-936B-F40D-2FF2-E201B6528B9D}"/>
              </a:ext>
            </a:extLst>
          </p:cNvPr>
          <p:cNvSpPr>
            <a:spLocks xmlns:a="http://schemas.openxmlformats.org/drawingml/2006/main" noGrp="1"/>
          </p:cNvSpPr>
          <p:nvPr>
            <p:ph type="ftr" idx="2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5" name="Foliennummernplatzhalter 14">
            <a:extLst xmlns:a="http://schemas.openxmlformats.org/drawingml/2006/main">
              <a:ext uri="{FF2B5EF4-FFF2-40B4-BE49-F238E27FC236}">
                <a16:creationId xmlns:a16="http://schemas.microsoft.com/office/drawing/2014/main" id="{689F7C6C-DE9E-9A9D-7461-FF6DDDBE3F16}"/>
              </a:ext>
            </a:extLst>
          </p:cNvPr>
          <p:cNvSpPr>
            <a:spLocks xmlns:a="http://schemas.openxmlformats.org/drawingml/2006/main" noGrp="1"/>
          </p:cNvSpPr>
          <p:nvPr>
            <p:ph type="sldNum" idx="2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101.xml><?xml version="1.0" encoding="utf-8"?>
<p:sldLayout xmlns:p="http://schemas.openxmlformats.org/presentationml/2006/main" preserve="1">
  <p:cSld name="Picture medium +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23375" y="1447963"/>
            <a:ext cx="4036446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7123375" y="2915312"/>
            <a:ext cx="4035669" cy="359647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0" y="1"/>
            <a:ext cx="6023198" cy="6858000"/>
          </a:xfrm>
        </p:spPr>
        <p:txBody>
          <a:bodyPr xmlns:a="http://schemas.openxmlformats.org/drawingml/2006/main" tIns="216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4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7A37629A-1832-68E8-A114-C95A70114C5F}"/>
              </a:ext>
            </a:extLst>
          </p:cNvPr>
          <p:cNvSpPr>
            <a:spLocks xmlns:a="http://schemas.openxmlformats.org/drawingml/2006/main" noGrp="1"/>
          </p:cNvSpPr>
          <p:nvPr>
            <p:ph type="dgm" idx="17"/>
          </p:nvPr>
        </p:nvSpPr>
        <p:spPr>
          <a:xfrm xmlns:a="http://schemas.openxmlformats.org/drawingml/2006/main">
            <a:off x="5711046" y="1654401"/>
            <a:ext cx="1229045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12" name="Datumsplatzhalter 11">
            <a:extLst xmlns:a="http://schemas.openxmlformats.org/drawingml/2006/main">
              <a:ext uri="{FF2B5EF4-FFF2-40B4-BE49-F238E27FC236}">
                <a16:creationId xmlns:a16="http://schemas.microsoft.com/office/drawing/2014/main" id="{2DFF3A7C-F081-6FDF-46ED-106F7817C885}"/>
              </a:ext>
            </a:extLst>
          </p:cNvPr>
          <p:cNvSpPr>
            <a:spLocks xmlns:a="http://schemas.openxmlformats.org/drawingml/2006/main" noGrp="1"/>
          </p:cNvSpPr>
          <p:nvPr>
            <p:ph type="dt" idx="1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3" name="Fußzeilenplatzhalter 12">
            <a:extLst xmlns:a="http://schemas.openxmlformats.org/drawingml/2006/main">
              <a:ext uri="{FF2B5EF4-FFF2-40B4-BE49-F238E27FC236}">
                <a16:creationId xmlns:a16="http://schemas.microsoft.com/office/drawing/2014/main" id="{179ABC70-3A92-E994-AA09-46092DF4C5AA}"/>
              </a:ext>
            </a:extLst>
          </p:cNvPr>
          <p:cNvSpPr>
            <a:spLocks xmlns:a="http://schemas.openxmlformats.org/drawingml/2006/main" noGrp="1"/>
          </p:cNvSpPr>
          <p:nvPr>
            <p:ph type="ftr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5" name="Foliennummernplatzhalter 14">
            <a:extLst xmlns:a="http://schemas.openxmlformats.org/drawingml/2006/main">
              <a:ext uri="{FF2B5EF4-FFF2-40B4-BE49-F238E27FC236}">
                <a16:creationId xmlns:a16="http://schemas.microsoft.com/office/drawing/2014/main" id="{7BDF38E5-1E6C-E485-B42D-E308F87DB89B}"/>
              </a:ext>
            </a:extLst>
          </p:cNvPr>
          <p:cNvSpPr>
            <a:spLocks xmlns:a="http://schemas.openxmlformats.org/drawingml/2006/main" noGrp="1"/>
          </p:cNvSpPr>
          <p:nvPr>
            <p:ph type="sldNum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102.xml><?xml version="1.0" encoding="utf-8"?>
<p:sldLayout xmlns:p="http://schemas.openxmlformats.org/presentationml/2006/main" preserve="1">
  <p:cSld name="Picture large +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150650" y="1447963"/>
            <a:ext cx="3009172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8150649" y="2915312"/>
            <a:ext cx="3008394" cy="359647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-1" y="1"/>
            <a:ext cx="7124790" cy="6858000"/>
          </a:xfrm>
        </p:spPr>
        <p:txBody>
          <a:bodyPr xmlns:a="http://schemas.openxmlformats.org/drawingml/2006/main" tIns="216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4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7A37629A-1832-68E8-A114-C95A70114C5F}"/>
              </a:ext>
            </a:extLst>
          </p:cNvPr>
          <p:cNvSpPr>
            <a:spLocks xmlns:a="http://schemas.openxmlformats.org/drawingml/2006/main" noGrp="1"/>
          </p:cNvSpPr>
          <p:nvPr>
            <p:ph type="dgm" idx="17"/>
          </p:nvPr>
        </p:nvSpPr>
        <p:spPr>
          <a:xfrm xmlns:a="http://schemas.openxmlformats.org/drawingml/2006/main">
            <a:off x="6738320" y="1654401"/>
            <a:ext cx="1229045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12" name="Datumsplatzhalter 11">
            <a:extLst xmlns:a="http://schemas.openxmlformats.org/drawingml/2006/main">
              <a:ext uri="{FF2B5EF4-FFF2-40B4-BE49-F238E27FC236}">
                <a16:creationId xmlns:a16="http://schemas.microsoft.com/office/drawing/2014/main" id="{7344B420-545A-62A7-E9BA-614E7AC089C4}"/>
              </a:ext>
            </a:extLst>
          </p:cNvPr>
          <p:cNvSpPr>
            <a:spLocks xmlns:a="http://schemas.openxmlformats.org/drawingml/2006/main" noGrp="1"/>
          </p:cNvSpPr>
          <p:nvPr>
            <p:ph type="dt" idx="1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3" name="Fußzeilenplatzhalter 12">
            <a:extLst xmlns:a="http://schemas.openxmlformats.org/drawingml/2006/main">
              <a:ext uri="{FF2B5EF4-FFF2-40B4-BE49-F238E27FC236}">
                <a16:creationId xmlns:a16="http://schemas.microsoft.com/office/drawing/2014/main" id="{B00ADD3D-62B4-D417-85EB-AC2A4C6FDA6B}"/>
              </a:ext>
            </a:extLst>
          </p:cNvPr>
          <p:cNvSpPr>
            <a:spLocks xmlns:a="http://schemas.openxmlformats.org/drawingml/2006/main" noGrp="1"/>
          </p:cNvSpPr>
          <p:nvPr>
            <p:ph type="ftr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5" name="Foliennummernplatzhalter 14">
            <a:extLst xmlns:a="http://schemas.openxmlformats.org/drawingml/2006/main">
              <a:ext uri="{FF2B5EF4-FFF2-40B4-BE49-F238E27FC236}">
                <a16:creationId xmlns:a16="http://schemas.microsoft.com/office/drawing/2014/main" id="{FA23951E-B7E5-4D65-8B0C-53DD0C1BEBCB}"/>
              </a:ext>
            </a:extLst>
          </p:cNvPr>
          <p:cNvSpPr>
            <a:spLocks xmlns:a="http://schemas.openxmlformats.org/drawingml/2006/main" noGrp="1"/>
          </p:cNvSpPr>
          <p:nvPr>
            <p:ph type="sldNum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103.xml><?xml version="1.0" encoding="utf-8"?>
<p:sldLayout xmlns:p="http://schemas.openxmlformats.org/presentationml/2006/main" preserve="1">
  <p:cSld name="2 x Picture medium +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23375" y="1447634"/>
            <a:ext cx="4035669" cy="95323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7123375" y="2915312"/>
            <a:ext cx="4035669" cy="359647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0" y="1"/>
            <a:ext cx="6023198" cy="3429809"/>
          </a:xfrm>
        </p:spPr>
        <p:txBody>
          <a:bodyPr xmlns:a="http://schemas.openxmlformats.org/drawingml/2006/main" tIns="216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4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7A37629A-1832-68E8-A114-C95A70114C5F}"/>
              </a:ext>
            </a:extLst>
          </p:cNvPr>
          <p:cNvSpPr>
            <a:spLocks xmlns:a="http://schemas.openxmlformats.org/drawingml/2006/main" noGrp="1"/>
          </p:cNvSpPr>
          <p:nvPr>
            <p:ph type="dgm" idx="17"/>
          </p:nvPr>
        </p:nvSpPr>
        <p:spPr>
          <a:xfrm xmlns:a="http://schemas.openxmlformats.org/drawingml/2006/main">
            <a:off x="5711046" y="1654401"/>
            <a:ext cx="1229045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3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43E05FC7-82BE-0C41-DD16-3357985FC05E}"/>
              </a:ext>
            </a:extLst>
          </p:cNvPr>
          <p:cNvSpPr>
            <a:spLocks xmlns:a="http://schemas.openxmlformats.org/drawingml/2006/main" noGrp="1"/>
          </p:cNvSpPr>
          <p:nvPr>
            <p:ph type="pic" idx="21" hasCustomPrompt="1"/>
          </p:nvPr>
        </p:nvSpPr>
        <p:spPr>
          <a:xfrm xmlns:a="http://schemas.openxmlformats.org/drawingml/2006/main">
            <a:off x="0" y="3502611"/>
            <a:ext cx="6023198" cy="3355388"/>
          </a:xfrm>
        </p:spPr>
        <p:txBody>
          <a:bodyPr xmlns:a="http://schemas.openxmlformats.org/drawingml/2006/main" tIns="216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5" name="Datumsplatzhalter 4">
            <a:extLst xmlns:a="http://schemas.openxmlformats.org/drawingml/2006/main">
              <a:ext uri="{FF2B5EF4-FFF2-40B4-BE49-F238E27FC236}">
                <a16:creationId xmlns:a16="http://schemas.microsoft.com/office/drawing/2014/main" id="{75DEE9CA-150C-0798-4D8D-EAFBCD56B24E}"/>
              </a:ext>
            </a:extLst>
          </p:cNvPr>
          <p:cNvSpPr>
            <a:spLocks xmlns:a="http://schemas.openxmlformats.org/drawingml/2006/main" noGrp="1"/>
          </p:cNvSpPr>
          <p:nvPr>
            <p:ph type="dt" idx="2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2" name="Fußzeilenplatzhalter 11">
            <a:extLst xmlns:a="http://schemas.openxmlformats.org/drawingml/2006/main">
              <a:ext uri="{FF2B5EF4-FFF2-40B4-BE49-F238E27FC236}">
                <a16:creationId xmlns:a16="http://schemas.microsoft.com/office/drawing/2014/main" id="{9927B507-9DED-F539-8DB0-88F5E5DBB362}"/>
              </a:ext>
            </a:extLst>
          </p:cNvPr>
          <p:cNvSpPr>
            <a:spLocks xmlns:a="http://schemas.openxmlformats.org/drawingml/2006/main" noGrp="1"/>
          </p:cNvSpPr>
          <p:nvPr>
            <p:ph type="ftr" idx="2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3" name="Foliennummernplatzhalter 12">
            <a:extLst xmlns:a="http://schemas.openxmlformats.org/drawingml/2006/main">
              <a:ext uri="{FF2B5EF4-FFF2-40B4-BE49-F238E27FC236}">
                <a16:creationId xmlns:a16="http://schemas.microsoft.com/office/drawing/2014/main" id="{C4D0FFB6-F5ED-AF25-C78D-7BDF86777E68}"/>
              </a:ext>
            </a:extLst>
          </p:cNvPr>
          <p:cNvSpPr>
            <a:spLocks xmlns:a="http://schemas.openxmlformats.org/drawingml/2006/main" noGrp="1"/>
          </p:cNvSpPr>
          <p:nvPr>
            <p:ph type="sldNum" idx="2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104.xml><?xml version="1.0" encoding="utf-8"?>
<p:sldLayout xmlns:p="http://schemas.openxmlformats.org/presentationml/2006/main" preserve="1">
  <p:cSld name="3x Picture +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7259712A-84DA-91C4-019C-0526D643DE44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0" y="1"/>
            <a:ext cx="6023198" cy="3429809"/>
          </a:xfrm>
        </p:spPr>
        <p:txBody>
          <a:bodyPr xmlns:a="http://schemas.openxmlformats.org/drawingml/2006/main" tIns="216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23375" y="1447634"/>
            <a:ext cx="4035669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7123374" y="2915312"/>
            <a:ext cx="4035669" cy="359647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6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550EFE-52E4-B588-BCD3-3F1385CC3A93}"/>
              </a:ext>
            </a:extLst>
          </p:cNvPr>
          <p:cNvSpPr>
            <a:spLocks xmlns:a="http://schemas.openxmlformats.org/drawingml/2006/main" noGrp="1"/>
          </p:cNvSpPr>
          <p:nvPr>
            <p:ph type="pic" idx="15" hasCustomPrompt="1"/>
          </p:nvPr>
        </p:nvSpPr>
        <p:spPr>
          <a:xfrm xmlns:a="http://schemas.openxmlformats.org/drawingml/2006/main">
            <a:off x="0" y="3502612"/>
            <a:ext cx="2941223" cy="3353771"/>
          </a:xfrm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0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7BA06215-A938-D338-D0E4-2E5A33BC0500}"/>
              </a:ext>
            </a:extLst>
          </p:cNvPr>
          <p:cNvSpPr>
            <a:spLocks xmlns:a="http://schemas.openxmlformats.org/drawingml/2006/main" noGrp="1"/>
          </p:cNvSpPr>
          <p:nvPr>
            <p:ph type="pic" idx="16" hasCustomPrompt="1"/>
          </p:nvPr>
        </p:nvSpPr>
        <p:spPr>
          <a:xfrm xmlns:a="http://schemas.openxmlformats.org/drawingml/2006/main">
            <a:off x="3014026" y="3502612"/>
            <a:ext cx="3009172" cy="3353771"/>
          </a:xfrm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5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0009BAB7-4811-A6E6-6686-B29A79B4D17A}"/>
              </a:ext>
            </a:extLst>
          </p:cNvPr>
          <p:cNvSpPr>
            <a:spLocks xmlns:a="http://schemas.openxmlformats.org/drawingml/2006/main" noGrp="1"/>
          </p:cNvSpPr>
          <p:nvPr>
            <p:ph type="dgm" idx="17"/>
          </p:nvPr>
        </p:nvSpPr>
        <p:spPr>
          <a:xfrm xmlns:a="http://schemas.openxmlformats.org/drawingml/2006/main">
            <a:off x="5711046" y="1654401"/>
            <a:ext cx="1229045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9" name="Datumsplatzhalter 8">
            <a:extLst xmlns:a="http://schemas.openxmlformats.org/drawingml/2006/main">
              <a:ext uri="{FF2B5EF4-FFF2-40B4-BE49-F238E27FC236}">
                <a16:creationId xmlns:a16="http://schemas.microsoft.com/office/drawing/2014/main" id="{A9008DF5-53C1-9C6F-A658-90673D97EE06}"/>
              </a:ext>
            </a:extLst>
          </p:cNvPr>
          <p:cNvSpPr>
            <a:spLocks xmlns:a="http://schemas.openxmlformats.org/drawingml/2006/main" noGrp="1"/>
          </p:cNvSpPr>
          <p:nvPr>
            <p:ph type="dt" idx="1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4" name="Fußzeilenplatzhalter 13">
            <a:extLst xmlns:a="http://schemas.openxmlformats.org/drawingml/2006/main">
              <a:ext uri="{FF2B5EF4-FFF2-40B4-BE49-F238E27FC236}">
                <a16:creationId xmlns:a16="http://schemas.microsoft.com/office/drawing/2014/main" id="{E751EF08-7871-9322-93EF-917A88E44669}"/>
              </a:ext>
            </a:extLst>
          </p:cNvPr>
          <p:cNvSpPr>
            <a:spLocks xmlns:a="http://schemas.openxmlformats.org/drawingml/2006/main" noGrp="1"/>
          </p:cNvSpPr>
          <p:nvPr>
            <p:ph type="ftr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6" name="Foliennummernplatzhalter 15">
            <a:extLst xmlns:a="http://schemas.openxmlformats.org/drawingml/2006/main">
              <a:ext uri="{FF2B5EF4-FFF2-40B4-BE49-F238E27FC236}">
                <a16:creationId xmlns:a16="http://schemas.microsoft.com/office/drawing/2014/main" id="{1F5A93A3-9794-CD1F-505F-3F52A31A0421}"/>
              </a:ext>
            </a:extLst>
          </p:cNvPr>
          <p:cNvSpPr>
            <a:spLocks xmlns:a="http://schemas.openxmlformats.org/drawingml/2006/main" noGrp="1"/>
          </p:cNvSpPr>
          <p:nvPr>
            <p:ph type="sldNum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105.xml><?xml version="1.0" encoding="utf-8"?>
<p:sldLayout xmlns:p="http://schemas.openxmlformats.org/presentationml/2006/main" preserve="1">
  <p:cSld name="4x Picture +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23375" y="1447963"/>
            <a:ext cx="4035669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7123374" y="2915312"/>
            <a:ext cx="4035669" cy="359647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0" y="1"/>
            <a:ext cx="6023198" cy="2400866"/>
          </a:xfrm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6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550EFE-52E4-B588-BCD3-3F1385CC3A93}"/>
              </a:ext>
            </a:extLst>
          </p:cNvPr>
          <p:cNvSpPr>
            <a:spLocks xmlns:a="http://schemas.openxmlformats.org/drawingml/2006/main" noGrp="1"/>
          </p:cNvSpPr>
          <p:nvPr>
            <p:ph type="pic" idx="15" hasCustomPrompt="1"/>
          </p:nvPr>
        </p:nvSpPr>
        <p:spPr>
          <a:xfrm xmlns:a="http://schemas.openxmlformats.org/drawingml/2006/main">
            <a:off x="0" y="2475287"/>
            <a:ext cx="2941223" cy="4381096"/>
          </a:xfrm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0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7BA06215-A938-D338-D0E4-2E5A33BC0500}"/>
              </a:ext>
            </a:extLst>
          </p:cNvPr>
          <p:cNvSpPr>
            <a:spLocks xmlns:a="http://schemas.openxmlformats.org/drawingml/2006/main" noGrp="1"/>
          </p:cNvSpPr>
          <p:nvPr>
            <p:ph type="pic" idx="16" hasCustomPrompt="1"/>
          </p:nvPr>
        </p:nvSpPr>
        <p:spPr>
          <a:xfrm xmlns:a="http://schemas.openxmlformats.org/drawingml/2006/main">
            <a:off x="3014026" y="2475288"/>
            <a:ext cx="3009172" cy="1981847"/>
          </a:xfrm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6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F874EA88-5D8E-675D-61BF-2ACE9FE3ECD8}"/>
              </a:ext>
            </a:extLst>
          </p:cNvPr>
          <p:cNvSpPr>
            <a:spLocks xmlns:a="http://schemas.openxmlformats.org/drawingml/2006/main" noGrp="1"/>
          </p:cNvSpPr>
          <p:nvPr>
            <p:ph type="pic" idx="21" hasCustomPrompt="1"/>
          </p:nvPr>
        </p:nvSpPr>
        <p:spPr>
          <a:xfrm xmlns:a="http://schemas.openxmlformats.org/drawingml/2006/main">
            <a:off x="3014026" y="4538365"/>
            <a:ext cx="3009172" cy="2318018"/>
          </a:xfrm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9CE7D705-8FF0-6FF9-ECAE-0F176D841A52}"/>
              </a:ext>
            </a:extLst>
          </p:cNvPr>
          <p:cNvSpPr>
            <a:spLocks xmlns:a="http://schemas.openxmlformats.org/drawingml/2006/main" noGrp="1"/>
          </p:cNvSpPr>
          <p:nvPr>
            <p:ph type="dgm" idx="17"/>
          </p:nvPr>
        </p:nvSpPr>
        <p:spPr>
          <a:xfrm xmlns:a="http://schemas.openxmlformats.org/drawingml/2006/main">
            <a:off x="5711046" y="1654401"/>
            <a:ext cx="1229045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5" name="Datumsplatzhalter 4">
            <a:extLst xmlns:a="http://schemas.openxmlformats.org/drawingml/2006/main">
              <a:ext uri="{FF2B5EF4-FFF2-40B4-BE49-F238E27FC236}">
                <a16:creationId xmlns:a16="http://schemas.microsoft.com/office/drawing/2014/main" id="{2E4EF72C-5140-DBC7-63FC-C6646DF74A1E}"/>
              </a:ext>
            </a:extLst>
          </p:cNvPr>
          <p:cNvSpPr>
            <a:spLocks xmlns:a="http://schemas.openxmlformats.org/drawingml/2006/main" noGrp="1"/>
          </p:cNvSpPr>
          <p:nvPr>
            <p:ph type="dt" idx="2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9" name="Fußzeilenplatzhalter 8">
            <a:extLst xmlns:a="http://schemas.openxmlformats.org/drawingml/2006/main">
              <a:ext uri="{FF2B5EF4-FFF2-40B4-BE49-F238E27FC236}">
                <a16:creationId xmlns:a16="http://schemas.microsoft.com/office/drawing/2014/main" id="{2303E58F-E4EB-B5DE-1C27-1B00DCE9068B}"/>
              </a:ext>
            </a:extLst>
          </p:cNvPr>
          <p:cNvSpPr>
            <a:spLocks xmlns:a="http://schemas.openxmlformats.org/drawingml/2006/main" noGrp="1"/>
          </p:cNvSpPr>
          <p:nvPr>
            <p:ph type="ftr" idx="2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4" name="Foliennummernplatzhalter 13">
            <a:extLst xmlns:a="http://schemas.openxmlformats.org/drawingml/2006/main">
              <a:ext uri="{FF2B5EF4-FFF2-40B4-BE49-F238E27FC236}">
                <a16:creationId xmlns:a16="http://schemas.microsoft.com/office/drawing/2014/main" id="{809D3A6E-6BCB-74E4-F084-41AB30AF624E}"/>
              </a:ext>
            </a:extLst>
          </p:cNvPr>
          <p:cNvSpPr>
            <a:spLocks xmlns:a="http://schemas.openxmlformats.org/drawingml/2006/main" noGrp="1"/>
          </p:cNvSpPr>
          <p:nvPr>
            <p:ph type="sldNum" idx="2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106.xml><?xml version="1.0" encoding="utf-8"?>
<p:sldLayout xmlns:p="http://schemas.openxmlformats.org/presentationml/2006/main" preserve="1">
  <p:cSld name="Wide Pictur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8145796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7" name="Bildplatzhalter 6">
            <a:extLst xmlns:a="http://schemas.openxmlformats.org/drawingml/2006/main">
              <a:ext uri="{FF2B5EF4-FFF2-40B4-BE49-F238E27FC236}">
                <a16:creationId xmlns:a16="http://schemas.microsoft.com/office/drawing/2014/main" id="{BE2470C1-4F31-240C-EB9B-C8B49083182F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0" y="2475286"/>
            <a:ext cx="12192000" cy="4382714"/>
          </a:xfrm>
        </p:spPr>
        <p:txBody>
          <a:bodyPr xmlns:a="http://schemas.openxmlformats.org/drawingml/2006/main" tIns="144000" anchor="ctr"/>
          <a:lstStyle xmlns:a="http://schemas.openxmlformats.org/drawingml/2006/main">
            <a:lvl1pPr algn="ctr">
              <a:buNone/>
              <a:defRPr sz="1223"/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Gerader Verbinder 3">
            <a:extLst xmlns:a="http://schemas.openxmlformats.org/drawingml/2006/main">
              <a:ext uri="{FF2B5EF4-FFF2-40B4-BE49-F238E27FC236}">
                <a16:creationId xmlns:a16="http://schemas.microsoft.com/office/drawing/2014/main" id="{D3FCBCED-EEC5-47AF-ACBC-DF3A6A2E7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" name="Datumsplatzhalter 2">
            <a:extLst xmlns:a="http://schemas.openxmlformats.org/drawingml/2006/main">
              <a:ext uri="{FF2B5EF4-FFF2-40B4-BE49-F238E27FC236}">
                <a16:creationId xmlns:a16="http://schemas.microsoft.com/office/drawing/2014/main" id="{4F71BC56-37FE-8D6E-57B4-829565CD2C85}"/>
              </a:ext>
            </a:extLst>
          </p:cNvPr>
          <p:cNvSpPr>
            <a:spLocks xmlns:a="http://schemas.openxmlformats.org/drawingml/2006/main" noGrp="1"/>
          </p:cNvSpPr>
          <p:nvPr>
            <p:ph type="dt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5" name="Fußzeilenplatzhalter 4">
            <a:extLst xmlns:a="http://schemas.openxmlformats.org/drawingml/2006/main">
              <a:ext uri="{FF2B5EF4-FFF2-40B4-BE49-F238E27FC236}">
                <a16:creationId xmlns:a16="http://schemas.microsoft.com/office/drawing/2014/main" id="{B802352D-FEA4-6820-B39A-0F49E769CC2D}"/>
              </a:ext>
            </a:extLst>
          </p:cNvPr>
          <p:cNvSpPr>
            <a:spLocks xmlns:a="http://schemas.openxmlformats.org/drawingml/2006/main" noGrp="1"/>
          </p:cNvSpPr>
          <p:nvPr>
            <p:ph type="ftr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6" name="Foliennummernplatzhalter 5">
            <a:extLst xmlns:a="http://schemas.openxmlformats.org/drawingml/2006/main">
              <a:ext uri="{FF2B5EF4-FFF2-40B4-BE49-F238E27FC236}">
                <a16:creationId xmlns:a16="http://schemas.microsoft.com/office/drawing/2014/main" id="{E7AB0FB5-34EC-B359-8FE5-B4D678F882EE}"/>
              </a:ext>
            </a:extLst>
          </p:cNvPr>
          <p:cNvSpPr>
            <a:spLocks xmlns:a="http://schemas.openxmlformats.org/drawingml/2006/main" noGrp="1"/>
          </p:cNvSpPr>
          <p:nvPr>
            <p:ph type="sldNum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107.xml><?xml version="1.0" encoding="utf-8"?>
<p:sldLayout xmlns:p="http://schemas.openxmlformats.org/presentationml/2006/main" preserve="1">
  <p:cSld name="Fullscreen Pictur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Bildplatzhalter 6">
            <a:extLst xmlns:a="http://schemas.openxmlformats.org/drawingml/2006/main">
              <a:ext uri="{FF2B5EF4-FFF2-40B4-BE49-F238E27FC236}">
                <a16:creationId xmlns:a16="http://schemas.microsoft.com/office/drawing/2014/main" id="{BE2470C1-4F31-240C-EB9B-C8B49083182F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0" y="1"/>
            <a:ext cx="12192000" cy="6858000"/>
          </a:xfrm>
        </p:spPr>
        <p:txBody>
          <a:bodyPr xmlns:a="http://schemas.openxmlformats.org/drawingml/2006/main" tIns="180000" anchor="ctr"/>
          <a:lstStyle xmlns:a="http://schemas.openxmlformats.org/drawingml/2006/main">
            <a:lvl1pPr algn="ctr">
              <a:buNone/>
              <a:defRPr sz="1223"/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FESTO-Logo">
            <a:extLst xmlns:a="http://schemas.openxmlformats.org/drawingml/2006/main">
              <a:ext uri="{FF2B5EF4-FFF2-40B4-BE49-F238E27FC236}">
                <a16:creationId xmlns:a16="http://schemas.microsoft.com/office/drawing/2014/main" id="{AEE09227-2696-0566-E699-ACBEF8A6DA76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488561" y="0"/>
            <a:ext cx="1217350" cy="122060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af80f08b97664ab9">
              <a:extLst>
                <a:ext uri="{96DAC541-7B7A-43D3-8B79-37D633B846F1}">
                  <asvg:svgBlip xmlns:asvg="http://schemas.microsoft.com/office/drawing/2016/SVG/main" r:embed="R84193dd581014d19"/>
                </a:ext>
              </a:extLst>
            </a:blip>
            <a:srcRect l="0" t="0" r="0" b="0"/>
            <a:stretch>
              <a:fillRect l="-200" t="-900" r="0" b="100"/>
            </a:stretch>
          </a:blip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2" name="Datumsplatzhalter 1">
            <a:extLst xmlns:a="http://schemas.openxmlformats.org/drawingml/2006/main">
              <a:ext uri="{FF2B5EF4-FFF2-40B4-BE49-F238E27FC236}">
                <a16:creationId xmlns:a16="http://schemas.microsoft.com/office/drawing/2014/main" id="{5513393C-F326-211C-7DA3-23BF25559D02}"/>
              </a:ext>
            </a:extLst>
          </p:cNvPr>
          <p:cNvSpPr>
            <a:spLocks xmlns:a="http://schemas.openxmlformats.org/drawingml/2006/main" noGrp="1"/>
          </p:cNvSpPr>
          <p:nvPr>
            <p:ph type="dt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3" name="Fußzeilenplatzhalter 2">
            <a:extLst xmlns:a="http://schemas.openxmlformats.org/drawingml/2006/main">
              <a:ext uri="{FF2B5EF4-FFF2-40B4-BE49-F238E27FC236}">
                <a16:creationId xmlns:a16="http://schemas.microsoft.com/office/drawing/2014/main" id="{133E06D0-4E3D-D226-3FBE-D4791EA33512}"/>
              </a:ext>
            </a:extLst>
          </p:cNvPr>
          <p:cNvSpPr>
            <a:spLocks xmlns:a="http://schemas.openxmlformats.org/drawingml/2006/main" noGrp="1"/>
          </p:cNvSpPr>
          <p:nvPr>
            <p:ph type="ftr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5" name="Foliennummernplatzhalter 4">
            <a:extLst xmlns:a="http://schemas.openxmlformats.org/drawingml/2006/main">
              <a:ext uri="{FF2B5EF4-FFF2-40B4-BE49-F238E27FC236}">
                <a16:creationId xmlns:a16="http://schemas.microsoft.com/office/drawing/2014/main" id="{32CF6322-C029-0332-31CD-85B6E572F2EA}"/>
              </a:ext>
            </a:extLst>
          </p:cNvPr>
          <p:cNvSpPr>
            <a:spLocks xmlns:a="http://schemas.openxmlformats.org/drawingml/2006/main" noGrp="1"/>
          </p:cNvSpPr>
          <p:nvPr>
            <p:ph type="sldNum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108.xml><?xml version="1.0" encoding="utf-8"?>
<p:sldLayout xmlns:p="http://schemas.openxmlformats.org/presentationml/2006/main" preserve="1">
  <p:cSld name="Title + Fullscreen Pictur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Bildplatzhalter 6">
            <a:extLst xmlns:a="http://schemas.openxmlformats.org/drawingml/2006/main">
              <a:ext uri="{FF2B5EF4-FFF2-40B4-BE49-F238E27FC236}">
                <a16:creationId xmlns:a16="http://schemas.microsoft.com/office/drawing/2014/main" id="{BE2470C1-4F31-240C-EB9B-C8B49083182F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0" y="1"/>
            <a:ext cx="12192000" cy="6858000"/>
          </a:xfrm>
        </p:spPr>
        <p:txBody>
          <a:bodyPr xmlns:a="http://schemas.openxmlformats.org/drawingml/2006/main" tIns="180000" anchor="ctr"/>
          <a:lstStyle xmlns:a="http://schemas.openxmlformats.org/drawingml/2006/main">
            <a:lvl1pPr algn="ctr">
              <a:buNone/>
              <a:defRPr sz="1223"/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Titel 3">
            <a:extLst xmlns:a="http://schemas.openxmlformats.org/drawingml/2006/main">
              <a:ext uri="{FF2B5EF4-FFF2-40B4-BE49-F238E27FC236}">
                <a16:creationId xmlns:a16="http://schemas.microsoft.com/office/drawing/2014/main" id="{8E1CE913-1002-A42F-1826-9C745D4D4D9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5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6388ABCD-7149-8418-A1B5-E0E1821075EC}"/>
              </a:ext>
            </a:extLst>
          </p:cNvPr>
          <p:cNvSpPr>
            <a:spLocks xmlns:a="http://schemas.openxmlformats.org/drawingml/2006/main" noGrp="1"/>
          </p:cNvSpPr>
          <p:nvPr>
            <p:ph type="dgm" idx="19"/>
          </p:nvPr>
        </p:nvSpPr>
        <p:spPr>
          <a:xfrm xmlns:a="http://schemas.openxmlformats.org/drawingml/2006/main">
            <a:off x="7279" y="1140276"/>
            <a:ext cx="733758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3" name="FESTO-Logo">
            <a:extLst xmlns:a="http://schemas.openxmlformats.org/drawingml/2006/main">
              <a:ext uri="{FF2B5EF4-FFF2-40B4-BE49-F238E27FC236}">
                <a16:creationId xmlns:a16="http://schemas.microsoft.com/office/drawing/2014/main" id="{0C715372-2F5A-C8B8-ECE5-9457BD0E3AB2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488561" y="0"/>
            <a:ext cx="1217350" cy="122060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4973f659ef344ae5">
              <a:extLst>
                <a:ext uri="{96DAC541-7B7A-43D3-8B79-37D633B846F1}">
                  <asvg:svgBlip xmlns:asvg="http://schemas.microsoft.com/office/drawing/2016/SVG/main" r:embed="R20e601949240490a"/>
                </a:ext>
              </a:extLst>
            </a:blip>
            <a:srcRect l="0" t="0" r="0" b="0"/>
            <a:stretch>
              <a:fillRect l="-200" t="-900" r="0" b="100"/>
            </a:stretch>
          </a:blip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2" name="Datumsplatzhalter 1">
            <a:extLst xmlns:a="http://schemas.openxmlformats.org/drawingml/2006/main">
              <a:ext uri="{FF2B5EF4-FFF2-40B4-BE49-F238E27FC236}">
                <a16:creationId xmlns:a16="http://schemas.microsoft.com/office/drawing/2014/main" id="{A6291560-BFE3-CBB5-CB7F-0C1529365E08}"/>
              </a:ext>
            </a:extLst>
          </p:cNvPr>
          <p:cNvSpPr>
            <a:spLocks xmlns:a="http://schemas.openxmlformats.org/drawingml/2006/main" noGrp="1"/>
          </p:cNvSpPr>
          <p:nvPr>
            <p:ph type="dt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6" name="Fußzeilenplatzhalter 5">
            <a:extLst xmlns:a="http://schemas.openxmlformats.org/drawingml/2006/main">
              <a:ext uri="{FF2B5EF4-FFF2-40B4-BE49-F238E27FC236}">
                <a16:creationId xmlns:a16="http://schemas.microsoft.com/office/drawing/2014/main" id="{C0CAD68E-BC0B-3EBC-0290-BC6E0B1921AD}"/>
              </a:ext>
            </a:extLst>
          </p:cNvPr>
          <p:cNvSpPr>
            <a:spLocks xmlns:a="http://schemas.openxmlformats.org/drawingml/2006/main" noGrp="1"/>
          </p:cNvSpPr>
          <p:nvPr>
            <p:ph type="ftr" idx="2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9" name="Foliennummernplatzhalter 8">
            <a:extLst xmlns:a="http://schemas.openxmlformats.org/drawingml/2006/main">
              <a:ext uri="{FF2B5EF4-FFF2-40B4-BE49-F238E27FC236}">
                <a16:creationId xmlns:a16="http://schemas.microsoft.com/office/drawing/2014/main" id="{FD0400A0-6D60-4166-8ED4-1E3517B73885}"/>
              </a:ext>
            </a:extLst>
          </p:cNvPr>
          <p:cNvSpPr>
            <a:spLocks xmlns:a="http://schemas.openxmlformats.org/drawingml/2006/main" noGrp="1"/>
          </p:cNvSpPr>
          <p:nvPr>
            <p:ph type="sldNum" idx="2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109.xml><?xml version="1.0" encoding="utf-8"?>
<p:sldLayout xmlns:p="http://schemas.openxmlformats.org/presentationml/2006/main" showMasterSp="0" preserve="1">
  <p:cSld name="Fullscreen Vide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Medienplatzhalter 2">
            <a:extLst xmlns:a="http://schemas.openxmlformats.org/drawingml/2006/main">
              <a:ext uri="{FF2B5EF4-FFF2-40B4-BE49-F238E27FC236}">
                <a16:creationId xmlns:a16="http://schemas.microsoft.com/office/drawing/2014/main" id="{D49860AD-26BB-7C4B-79B2-C791571B20FC}"/>
              </a:ext>
            </a:extLst>
          </p:cNvPr>
          <p:cNvSpPr>
            <a:spLocks xmlns:a="http://schemas.openxmlformats.org/drawingml/2006/main" noGrp="1"/>
          </p:cNvSpPr>
          <p:nvPr>
            <p:ph type="media" idx="13" hasCustomPrompt="1"/>
          </p:nvPr>
        </p:nvSpPr>
        <p:spPr>
          <a:xfrm xmlns:a="http://schemas.openxmlformats.org/drawingml/2006/main">
            <a:off x="-1" y="1"/>
            <a:ext cx="12191999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anchor="ctr"/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 sz="1223"/>
            </a:lvl1pPr>
          </a:lstStyle>
          <a:p xmlns:a="http://schemas.openxmlformats.org/drawingml/2006/main">
            <a:r>
              <a:t>Insert an </a:t>
            </a:r>
            <a:r>
              <a:t>video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video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Datumsplatzhalter 3">
            <a:extLst xmlns:a="http://schemas.openxmlformats.org/drawingml/2006/main">
              <a:ext uri="{FF2B5EF4-FFF2-40B4-BE49-F238E27FC236}">
                <a16:creationId xmlns:a16="http://schemas.microsoft.com/office/drawing/2014/main" id="{4B98DAB7-BEE7-226D-5637-B0A7F552F7D0}"/>
              </a:ext>
            </a:extLst>
          </p:cNvPr>
          <p:cNvSpPr>
            <a:spLocks xmlns:a="http://schemas.openxmlformats.org/drawingml/2006/main" noGrp="1"/>
          </p:cNvSpPr>
          <p:nvPr>
            <p:ph type="dt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5" name="Fußzeilenplatzhalter 4">
            <a:extLst xmlns:a="http://schemas.openxmlformats.org/drawingml/2006/main">
              <a:ext uri="{FF2B5EF4-FFF2-40B4-BE49-F238E27FC236}">
                <a16:creationId xmlns:a16="http://schemas.microsoft.com/office/drawing/2014/main" id="{E1AAF9EF-CE98-9AB4-9F25-4A00CD5501C3}"/>
              </a:ext>
            </a:extLst>
          </p:cNvPr>
          <p:cNvSpPr>
            <a:spLocks xmlns:a="http://schemas.openxmlformats.org/drawingml/2006/main" noGrp="1"/>
          </p:cNvSpPr>
          <p:nvPr>
            <p:ph type="ftr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9" name="Foliennummernplatzhalter 8">
            <a:extLst xmlns:a="http://schemas.openxmlformats.org/drawingml/2006/main">
              <a:ext uri="{FF2B5EF4-FFF2-40B4-BE49-F238E27FC236}">
                <a16:creationId xmlns:a16="http://schemas.microsoft.com/office/drawing/2014/main" id="{700DD96C-A8E1-6735-BDED-B21D8C2214B1}"/>
              </a:ext>
            </a:extLst>
          </p:cNvPr>
          <p:cNvSpPr>
            <a:spLocks xmlns:a="http://schemas.openxmlformats.org/drawingml/2006/main" noGrp="1"/>
          </p:cNvSpPr>
          <p:nvPr>
            <p:ph type="sldNum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110.xml><?xml version="1.0" encoding="utf-8"?>
<p:sldLayout xmlns:p="http://schemas.openxmlformats.org/presentationml/2006/main" preserve="1">
  <p:cSld name="Content Slides dark Images">
    <p:bg>
      <p:bgPr>
        <a:solidFill xmlns:a="http://schemas.openxmlformats.org/drawingml/2006/main">
          <a:schemeClr val="tx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feld 5">
            <a:extLst xmlns:a="http://schemas.openxmlformats.org/drawingml/2006/main">
              <a:ext uri="{FF2B5EF4-FFF2-40B4-BE49-F238E27FC236}">
                <a16:creationId xmlns:a16="http://schemas.microsoft.com/office/drawing/2014/main" id="{EB4D9AFF-BFB1-3060-5E48-71EBC380E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102" y="1888014"/>
            <a:ext cx="11447796" cy="25691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611"/>
              </a:spcBef>
              <a:spcAft>
                <a:spcPts val="611"/>
              </a:spcAft>
              <a:buClr>
                <a:schemeClr val="accent4"/>
              </a:buClr>
              <a:buFont typeface="Arial"/>
              <a:buNone/>
            </a:pPr>
            <a:r>
              <a:rPr sz="14064" b="1">
                <a:solidFill>
                  <a:schemeClr val="bg1"/>
                </a:solidFill>
                <a:latin typeface="+mn-lt"/>
                <a:ea typeface="+mn-lt"/>
                <a:cs typeface="+mn-lt"/>
              </a:rPr>
              <a:t>Content slides dark images</a:t>
            </a:r>
          </a:p>
        </p:txBody>
      </p:sp>
      <p:sp>
        <p:nvSpPr>
          <p:cNvPr id="2" name="Datumsplatzhalter 1">
            <a:extLst xmlns:a="http://schemas.openxmlformats.org/drawingml/2006/main">
              <a:ext uri="{FF2B5EF4-FFF2-40B4-BE49-F238E27FC236}">
                <a16:creationId xmlns:a16="http://schemas.microsoft.com/office/drawing/2014/main" id="{67C85B7D-8FF0-73B1-FEAA-631A7F8FBA2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3" name="Fußzeilenplatzhalter 2">
            <a:extLst xmlns:a="http://schemas.openxmlformats.org/drawingml/2006/main">
              <a:ext uri="{FF2B5EF4-FFF2-40B4-BE49-F238E27FC236}">
                <a16:creationId xmlns:a16="http://schemas.microsoft.com/office/drawing/2014/main" id="{27D9FE4D-DC87-7F15-D19B-6FC2150A24F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4" name="Foliennummernplatzhalter 3">
            <a:extLst xmlns:a="http://schemas.openxmlformats.org/drawingml/2006/main">
              <a:ext uri="{FF2B5EF4-FFF2-40B4-BE49-F238E27FC236}">
                <a16:creationId xmlns:a16="http://schemas.microsoft.com/office/drawing/2014/main" id="{91FEF5F6-418C-DEF5-9639-BAC3C7EF3ED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  <p:sp>
        <p:nvSpPr>
          <p:cNvPr id="5" name="Rechteck 4">
            <a:extLst xmlns:a="http://schemas.openxmlformats.org/drawingml/2006/main">
              <a:ext uri="{FF2B5EF4-FFF2-40B4-BE49-F238E27FC236}">
                <a16:creationId xmlns:a16="http://schemas.microsoft.com/office/drawing/2014/main" id="{DAC441EA-5342-2CB5-144C-F86DC5019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5300" y="0"/>
            <a:ext cx="1614599" cy="137354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220127" tIns="220127" rIns="220127" bIns="220127" anchor="ctr"/>
          <a:lstStyle xmlns:a="http://schemas.openxmlformats.org/drawingml/2006/main"/>
          <a:p xmlns:a="http://schemas.openxmlformats.org/drawingml/2006/main">
            <a:pPr algn="ctr">
              <a:spcBef>
                <a:spcPts val="611"/>
              </a:spcBef>
              <a:spcAft>
                <a:spcPts val="611"/>
              </a:spcAft>
              <a:buClr>
                <a:schemeClr val="bg1"/>
              </a:buClr>
              <a:buNone/>
            </a:pPr>
            <a:endParaRPr>
              <a:solidFill>
                <a:schemeClr val="bg1"/>
              </a:solidFill>
            </a:endParaRPr>
          </a:p>
        </p:txBody>
      </p:sp>
      <p:sp>
        <p:nvSpPr>
          <p:cNvPr id="9" name="Rechteck 8">
            <a:extLst xmlns:a="http://schemas.openxmlformats.org/drawingml/2006/main">
              <a:ext uri="{FF2B5EF4-FFF2-40B4-BE49-F238E27FC236}">
                <a16:creationId xmlns:a16="http://schemas.microsoft.com/office/drawing/2014/main" id="{843F95DC-3173-8BF8-8AC3-411B2478B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102" y="420637"/>
            <a:ext cx="3596446" cy="512854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220127" tIns="220127" rIns="220127" bIns="220127" anchor="ctr"/>
          <a:lstStyle xmlns:a="http://schemas.openxmlformats.org/drawingml/2006/main"/>
          <a:p xmlns:a="http://schemas.openxmlformats.org/drawingml/2006/main">
            <a:pPr algn="ctr">
              <a:spcBef>
                <a:spcPts val="611"/>
              </a:spcBef>
              <a:spcAft>
                <a:spcPts val="611"/>
              </a:spcAft>
              <a:buClr>
                <a:schemeClr val="bg1"/>
              </a:buClr>
              <a:buNone/>
            </a:pPr>
            <a:r>
              <a:rPr>
                <a:solidFill>
                  <a:schemeClr val="tx1"/>
                </a:solidFill>
              </a:rPr>
              <a:t>Not for layout purposes</a:t>
            </a:r>
          </a:p>
        </p:txBody>
      </p:sp>
    </p:spTree>
  </p:cSld>
</p:sldLayout>
</file>

<file path=ppt/slideLayouts/slideLayout111.xml><?xml version="1.0" encoding="utf-8"?>
<p:sldLayout xmlns:p="http://schemas.openxmlformats.org/presentationml/2006/main" preserve="1">
  <p:cSld name="Text + Picture small - without ribb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7" y="2475287"/>
            <a:ext cx="5576902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7123326" y="1"/>
            <a:ext cx="50686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3" name="Untertitel 2">
            <a:extLst xmlns:a="http://schemas.openxmlformats.org/drawingml/2006/main">
              <a:ext uri="{FF2B5EF4-FFF2-40B4-BE49-F238E27FC236}">
                <a16:creationId xmlns:a16="http://schemas.microsoft.com/office/drawing/2014/main" id="{CCEC33AA-0D63-AE2A-963E-AD01267B8DAB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649620" y="893160"/>
            <a:ext cx="895233" cy="162409"/>
          </a:xfrm>
          <a:custGeom xmlns:a="http://schemas.openxmlformats.org/drawingml/2006/main">
            <a:gdLst>
              <a:gd name="connsiteX0" fmla="*/ 752298 w 867271"/>
              <a:gd name="connsiteY0" fmla="*/ 31510 h 157430"/>
              <a:gd name="connsiteX1" fmla="*/ 741899 w 867271"/>
              <a:gd name="connsiteY1" fmla="*/ 41995 h 157430"/>
              <a:gd name="connsiteX2" fmla="*/ 741899 w 867271"/>
              <a:gd name="connsiteY2" fmla="*/ 115437 h 157430"/>
              <a:gd name="connsiteX3" fmla="*/ 741899 w 867271"/>
              <a:gd name="connsiteY3" fmla="*/ 115481 h 157430"/>
              <a:gd name="connsiteX4" fmla="*/ 752359 w 867271"/>
              <a:gd name="connsiteY4" fmla="*/ 125950 h 157430"/>
              <a:gd name="connsiteX5" fmla="*/ 815045 w 867271"/>
              <a:gd name="connsiteY5" fmla="*/ 125950 h 157430"/>
              <a:gd name="connsiteX6" fmla="*/ 815087 w 867271"/>
              <a:gd name="connsiteY6" fmla="*/ 125950 h 157430"/>
              <a:gd name="connsiteX7" fmla="*/ 825501 w 867271"/>
              <a:gd name="connsiteY7" fmla="*/ 115437 h 157430"/>
              <a:gd name="connsiteX8" fmla="*/ 825497 w 867271"/>
              <a:gd name="connsiteY8" fmla="*/ 41997 h 157430"/>
              <a:gd name="connsiteX9" fmla="*/ 825497 w 867271"/>
              <a:gd name="connsiteY9" fmla="*/ 41934 h 157430"/>
              <a:gd name="connsiteX10" fmla="*/ 815041 w 867271"/>
              <a:gd name="connsiteY10" fmla="*/ 31510 h 157430"/>
              <a:gd name="connsiteX11" fmla="*/ 752355 w 867271"/>
              <a:gd name="connsiteY11" fmla="*/ 31510 h 157430"/>
              <a:gd name="connsiteX12" fmla="*/ 752298 w 867271"/>
              <a:gd name="connsiteY12" fmla="*/ 31510 h 157430"/>
              <a:gd name="connsiteX13" fmla="*/ 731443 w 867271"/>
              <a:gd name="connsiteY13" fmla="*/ 1 h 157430"/>
              <a:gd name="connsiteX14" fmla="*/ 835957 w 867271"/>
              <a:gd name="connsiteY14" fmla="*/ 1 h 157430"/>
              <a:gd name="connsiteX15" fmla="*/ 835991 w 867271"/>
              <a:gd name="connsiteY15" fmla="*/ 1 h 157430"/>
              <a:gd name="connsiteX16" fmla="*/ 867271 w 867271"/>
              <a:gd name="connsiteY16" fmla="*/ 31510 h 157430"/>
              <a:gd name="connsiteX17" fmla="*/ 867271 w 867271"/>
              <a:gd name="connsiteY17" fmla="*/ 125950 h 157430"/>
              <a:gd name="connsiteX18" fmla="*/ 867271 w 867271"/>
              <a:gd name="connsiteY18" fmla="*/ 126003 h 157430"/>
              <a:gd name="connsiteX19" fmla="*/ 835957 w 867271"/>
              <a:gd name="connsiteY19" fmla="*/ 157430 h 157430"/>
              <a:gd name="connsiteX20" fmla="*/ 731443 w 867271"/>
              <a:gd name="connsiteY20" fmla="*/ 157430 h 157430"/>
              <a:gd name="connsiteX21" fmla="*/ 700129 w 867271"/>
              <a:gd name="connsiteY21" fmla="*/ 125950 h 157430"/>
              <a:gd name="connsiteX22" fmla="*/ 700129 w 867271"/>
              <a:gd name="connsiteY22" fmla="*/ 31510 h 157430"/>
              <a:gd name="connsiteX23" fmla="*/ 731443 w 867271"/>
              <a:gd name="connsiteY23" fmla="*/ 1 h 157430"/>
              <a:gd name="connsiteX24" fmla="*/ 527701 w 867271"/>
              <a:gd name="connsiteY24" fmla="*/ 1 h 157430"/>
              <a:gd name="connsiteX25" fmla="*/ 527728 w 867271"/>
              <a:gd name="connsiteY25" fmla="*/ 1 h 157430"/>
              <a:gd name="connsiteX26" fmla="*/ 684414 w 867271"/>
              <a:gd name="connsiteY26" fmla="*/ 1 h 157430"/>
              <a:gd name="connsiteX27" fmla="*/ 689673 w 867271"/>
              <a:gd name="connsiteY27" fmla="*/ 5244 h 157430"/>
              <a:gd name="connsiteX28" fmla="*/ 689673 w 867271"/>
              <a:gd name="connsiteY28" fmla="*/ 5271 h 157430"/>
              <a:gd name="connsiteX29" fmla="*/ 689673 w 867271"/>
              <a:gd name="connsiteY29" fmla="*/ 26268 h 157430"/>
              <a:gd name="connsiteX30" fmla="*/ 684426 w 867271"/>
              <a:gd name="connsiteY30" fmla="*/ 31510 h 157430"/>
              <a:gd name="connsiteX31" fmla="*/ 684414 w 867271"/>
              <a:gd name="connsiteY31" fmla="*/ 31510 h 157430"/>
              <a:gd name="connsiteX32" fmla="*/ 632188 w 867271"/>
              <a:gd name="connsiteY32" fmla="*/ 31510 h 157430"/>
              <a:gd name="connsiteX33" fmla="*/ 626987 w 867271"/>
              <a:gd name="connsiteY33" fmla="*/ 36737 h 157430"/>
              <a:gd name="connsiteX34" fmla="*/ 626987 w 867271"/>
              <a:gd name="connsiteY34" fmla="*/ 36751 h 157430"/>
              <a:gd name="connsiteX35" fmla="*/ 626987 w 867271"/>
              <a:gd name="connsiteY35" fmla="*/ 152157 h 157430"/>
              <a:gd name="connsiteX36" fmla="*/ 621759 w 867271"/>
              <a:gd name="connsiteY36" fmla="*/ 157428 h 157430"/>
              <a:gd name="connsiteX37" fmla="*/ 621728 w 867271"/>
              <a:gd name="connsiteY37" fmla="*/ 157428 h 157430"/>
              <a:gd name="connsiteX38" fmla="*/ 590418 w 867271"/>
              <a:gd name="connsiteY38" fmla="*/ 157428 h 157430"/>
              <a:gd name="connsiteX39" fmla="*/ 585159 w 867271"/>
              <a:gd name="connsiteY39" fmla="*/ 152185 h 157430"/>
              <a:gd name="connsiteX40" fmla="*/ 585159 w 867271"/>
              <a:gd name="connsiteY40" fmla="*/ 152157 h 157430"/>
              <a:gd name="connsiteX41" fmla="*/ 585159 w 867271"/>
              <a:gd name="connsiteY41" fmla="*/ 36751 h 157430"/>
              <a:gd name="connsiteX42" fmla="*/ 579973 w 867271"/>
              <a:gd name="connsiteY42" fmla="*/ 31510 h 157430"/>
              <a:gd name="connsiteX43" fmla="*/ 579962 w 867271"/>
              <a:gd name="connsiteY43" fmla="*/ 31510 h 157430"/>
              <a:gd name="connsiteX44" fmla="*/ 527728 w 867271"/>
              <a:gd name="connsiteY44" fmla="*/ 31510 h 157430"/>
              <a:gd name="connsiteX45" fmla="*/ 522469 w 867271"/>
              <a:gd name="connsiteY45" fmla="*/ 26284 h 157430"/>
              <a:gd name="connsiteX46" fmla="*/ 522469 w 867271"/>
              <a:gd name="connsiteY46" fmla="*/ 26268 h 157430"/>
              <a:gd name="connsiteX47" fmla="*/ 522469 w 867271"/>
              <a:gd name="connsiteY47" fmla="*/ 5271 h 157430"/>
              <a:gd name="connsiteX48" fmla="*/ 527701 w 867271"/>
              <a:gd name="connsiteY48" fmla="*/ 1 h 157430"/>
              <a:gd name="connsiteX49" fmla="*/ 376185 w 867271"/>
              <a:gd name="connsiteY49" fmla="*/ 1 h 157430"/>
              <a:gd name="connsiteX50" fmla="*/ 480695 w 867271"/>
              <a:gd name="connsiteY50" fmla="*/ 1 h 157430"/>
              <a:gd name="connsiteX51" fmla="*/ 512009 w 867271"/>
              <a:gd name="connsiteY51" fmla="*/ 31510 h 157430"/>
              <a:gd name="connsiteX52" fmla="*/ 512009 w 867271"/>
              <a:gd name="connsiteY52" fmla="*/ 36751 h 157430"/>
              <a:gd name="connsiteX53" fmla="*/ 506812 w 867271"/>
              <a:gd name="connsiteY53" fmla="*/ 41995 h 157430"/>
              <a:gd name="connsiteX54" fmla="*/ 475436 w 867271"/>
              <a:gd name="connsiteY54" fmla="*/ 41995 h 157430"/>
              <a:gd name="connsiteX55" fmla="*/ 470239 w 867271"/>
              <a:gd name="connsiteY55" fmla="*/ 36751 h 157430"/>
              <a:gd name="connsiteX56" fmla="*/ 470239 w 867271"/>
              <a:gd name="connsiteY56" fmla="*/ 36704 h 157430"/>
              <a:gd name="connsiteX57" fmla="*/ 464980 w 867271"/>
              <a:gd name="connsiteY57" fmla="*/ 31510 h 157430"/>
              <a:gd name="connsiteX58" fmla="*/ 397082 w 867271"/>
              <a:gd name="connsiteY58" fmla="*/ 31510 h 157430"/>
              <a:gd name="connsiteX59" fmla="*/ 397059 w 867271"/>
              <a:gd name="connsiteY59" fmla="*/ 31510 h 157430"/>
              <a:gd name="connsiteX60" fmla="*/ 386626 w 867271"/>
              <a:gd name="connsiteY60" fmla="*/ 41995 h 157430"/>
              <a:gd name="connsiteX61" fmla="*/ 386626 w 867271"/>
              <a:gd name="connsiteY61" fmla="*/ 52478 h 157430"/>
              <a:gd name="connsiteX62" fmla="*/ 397082 w 867271"/>
              <a:gd name="connsiteY62" fmla="*/ 62991 h 157430"/>
              <a:gd name="connsiteX63" fmla="*/ 480695 w 867271"/>
              <a:gd name="connsiteY63" fmla="*/ 62991 h 157430"/>
              <a:gd name="connsiteX64" fmla="*/ 512009 w 867271"/>
              <a:gd name="connsiteY64" fmla="*/ 94440 h 157430"/>
              <a:gd name="connsiteX65" fmla="*/ 512009 w 867271"/>
              <a:gd name="connsiteY65" fmla="*/ 125950 h 157430"/>
              <a:gd name="connsiteX66" fmla="*/ 480695 w 867271"/>
              <a:gd name="connsiteY66" fmla="*/ 157430 h 157430"/>
              <a:gd name="connsiteX67" fmla="*/ 376185 w 867271"/>
              <a:gd name="connsiteY67" fmla="*/ 157430 h 157430"/>
              <a:gd name="connsiteX68" fmla="*/ 376160 w 867271"/>
              <a:gd name="connsiteY68" fmla="*/ 157430 h 157430"/>
              <a:gd name="connsiteX69" fmla="*/ 344842 w 867271"/>
              <a:gd name="connsiteY69" fmla="*/ 125950 h 157430"/>
              <a:gd name="connsiteX70" fmla="*/ 344842 w 867271"/>
              <a:gd name="connsiteY70" fmla="*/ 120678 h 157430"/>
              <a:gd name="connsiteX71" fmla="*/ 350047 w 867271"/>
              <a:gd name="connsiteY71" fmla="*/ 115437 h 157430"/>
              <a:gd name="connsiteX72" fmla="*/ 381413 w 867271"/>
              <a:gd name="connsiteY72" fmla="*/ 115437 h 157430"/>
              <a:gd name="connsiteX73" fmla="*/ 386626 w 867271"/>
              <a:gd name="connsiteY73" fmla="*/ 120678 h 157430"/>
              <a:gd name="connsiteX74" fmla="*/ 391854 w 867271"/>
              <a:gd name="connsiteY74" fmla="*/ 125950 h 157430"/>
              <a:gd name="connsiteX75" fmla="*/ 459783 w 867271"/>
              <a:gd name="connsiteY75" fmla="*/ 125950 h 157430"/>
              <a:gd name="connsiteX76" fmla="*/ 459825 w 867271"/>
              <a:gd name="connsiteY76" fmla="*/ 125950 h 157430"/>
              <a:gd name="connsiteX77" fmla="*/ 470239 w 867271"/>
              <a:gd name="connsiteY77" fmla="*/ 115437 h 157430"/>
              <a:gd name="connsiteX78" fmla="*/ 470239 w 867271"/>
              <a:gd name="connsiteY78" fmla="*/ 104954 h 157430"/>
              <a:gd name="connsiteX79" fmla="*/ 470239 w 867271"/>
              <a:gd name="connsiteY79" fmla="*/ 104947 h 157430"/>
              <a:gd name="connsiteX80" fmla="*/ 459783 w 867271"/>
              <a:gd name="connsiteY80" fmla="*/ 94440 h 157430"/>
              <a:gd name="connsiteX81" fmla="*/ 376185 w 867271"/>
              <a:gd name="connsiteY81" fmla="*/ 94440 h 157430"/>
              <a:gd name="connsiteX82" fmla="*/ 376176 w 867271"/>
              <a:gd name="connsiteY82" fmla="*/ 94440 h 157430"/>
              <a:gd name="connsiteX83" fmla="*/ 344842 w 867271"/>
              <a:gd name="connsiteY83" fmla="*/ 62991 h 157430"/>
              <a:gd name="connsiteX84" fmla="*/ 344842 w 867271"/>
              <a:gd name="connsiteY84" fmla="*/ 31510 h 157430"/>
              <a:gd name="connsiteX85" fmla="*/ 344842 w 867271"/>
              <a:gd name="connsiteY85" fmla="*/ 31505 h 157430"/>
              <a:gd name="connsiteX86" fmla="*/ 376185 w 867271"/>
              <a:gd name="connsiteY86" fmla="*/ 1 h 157430"/>
              <a:gd name="connsiteX87" fmla="*/ 172420 w 867271"/>
              <a:gd name="connsiteY87" fmla="*/ 1 h 157430"/>
              <a:gd name="connsiteX88" fmla="*/ 172424 w 867271"/>
              <a:gd name="connsiteY88" fmla="*/ 1 h 157430"/>
              <a:gd name="connsiteX89" fmla="*/ 329162 w 867271"/>
              <a:gd name="connsiteY89" fmla="*/ 1 h 157430"/>
              <a:gd name="connsiteX90" fmla="*/ 334390 w 867271"/>
              <a:gd name="connsiteY90" fmla="*/ 5271 h 157430"/>
              <a:gd name="connsiteX91" fmla="*/ 334390 w 867271"/>
              <a:gd name="connsiteY91" fmla="*/ 26268 h 157430"/>
              <a:gd name="connsiteX92" fmla="*/ 329162 w 867271"/>
              <a:gd name="connsiteY92" fmla="*/ 31510 h 157430"/>
              <a:gd name="connsiteX93" fmla="*/ 214223 w 867271"/>
              <a:gd name="connsiteY93" fmla="*/ 31510 h 157430"/>
              <a:gd name="connsiteX94" fmla="*/ 208995 w 867271"/>
              <a:gd name="connsiteY94" fmla="*/ 36722 h 157430"/>
              <a:gd name="connsiteX95" fmla="*/ 208995 w 867271"/>
              <a:gd name="connsiteY95" fmla="*/ 36751 h 157430"/>
              <a:gd name="connsiteX96" fmla="*/ 208995 w 867271"/>
              <a:gd name="connsiteY96" fmla="*/ 57748 h 157430"/>
              <a:gd name="connsiteX97" fmla="*/ 214223 w 867271"/>
              <a:gd name="connsiteY97" fmla="*/ 62991 h 157430"/>
              <a:gd name="connsiteX98" fmla="*/ 318706 w 867271"/>
              <a:gd name="connsiteY98" fmla="*/ 62991 h 157430"/>
              <a:gd name="connsiteX99" fmla="*/ 323935 w 867271"/>
              <a:gd name="connsiteY99" fmla="*/ 68228 h 157430"/>
              <a:gd name="connsiteX100" fmla="*/ 323935 w 867271"/>
              <a:gd name="connsiteY100" fmla="*/ 68232 h 157430"/>
              <a:gd name="connsiteX101" fmla="*/ 323935 w 867271"/>
              <a:gd name="connsiteY101" fmla="*/ 89229 h 157430"/>
              <a:gd name="connsiteX102" fmla="*/ 318706 w 867271"/>
              <a:gd name="connsiteY102" fmla="*/ 94440 h 157430"/>
              <a:gd name="connsiteX103" fmla="*/ 214223 w 867271"/>
              <a:gd name="connsiteY103" fmla="*/ 94440 h 157430"/>
              <a:gd name="connsiteX104" fmla="*/ 208995 w 867271"/>
              <a:gd name="connsiteY104" fmla="*/ 99703 h 157430"/>
              <a:gd name="connsiteX105" fmla="*/ 208995 w 867271"/>
              <a:gd name="connsiteY105" fmla="*/ 99712 h 157430"/>
              <a:gd name="connsiteX106" fmla="*/ 208995 w 867271"/>
              <a:gd name="connsiteY106" fmla="*/ 120678 h 157430"/>
              <a:gd name="connsiteX107" fmla="*/ 214214 w 867271"/>
              <a:gd name="connsiteY107" fmla="*/ 125950 h 157430"/>
              <a:gd name="connsiteX108" fmla="*/ 214223 w 867271"/>
              <a:gd name="connsiteY108" fmla="*/ 125950 h 157430"/>
              <a:gd name="connsiteX109" fmla="*/ 329162 w 867271"/>
              <a:gd name="connsiteY109" fmla="*/ 125950 h 157430"/>
              <a:gd name="connsiteX110" fmla="*/ 334390 w 867271"/>
              <a:gd name="connsiteY110" fmla="*/ 131188 h 157430"/>
              <a:gd name="connsiteX111" fmla="*/ 334390 w 867271"/>
              <a:gd name="connsiteY111" fmla="*/ 131192 h 157430"/>
              <a:gd name="connsiteX112" fmla="*/ 334390 w 867271"/>
              <a:gd name="connsiteY112" fmla="*/ 152157 h 157430"/>
              <a:gd name="connsiteX113" fmla="*/ 329162 w 867271"/>
              <a:gd name="connsiteY113" fmla="*/ 157428 h 157430"/>
              <a:gd name="connsiteX114" fmla="*/ 172424 w 867271"/>
              <a:gd name="connsiteY114" fmla="*/ 157428 h 157430"/>
              <a:gd name="connsiteX115" fmla="*/ 167195 w 867271"/>
              <a:gd name="connsiteY115" fmla="*/ 152162 h 157430"/>
              <a:gd name="connsiteX116" fmla="*/ 167195 w 867271"/>
              <a:gd name="connsiteY116" fmla="*/ 152157 h 157430"/>
              <a:gd name="connsiteX117" fmla="*/ 167195 w 867271"/>
              <a:gd name="connsiteY117" fmla="*/ 5271 h 157430"/>
              <a:gd name="connsiteX118" fmla="*/ 172420 w 867271"/>
              <a:gd name="connsiteY118" fmla="*/ 1 h 157430"/>
              <a:gd name="connsiteX119" fmla="*/ 5229 w 867271"/>
              <a:gd name="connsiteY119" fmla="*/ 1 h 157430"/>
              <a:gd name="connsiteX120" fmla="*/ 151513 w 867271"/>
              <a:gd name="connsiteY120" fmla="*/ 1 h 157430"/>
              <a:gd name="connsiteX121" fmla="*/ 156742 w 867271"/>
              <a:gd name="connsiteY121" fmla="*/ 5268 h 157430"/>
              <a:gd name="connsiteX122" fmla="*/ 156742 w 867271"/>
              <a:gd name="connsiteY122" fmla="*/ 5271 h 157430"/>
              <a:gd name="connsiteX123" fmla="*/ 156742 w 867271"/>
              <a:gd name="connsiteY123" fmla="*/ 26268 h 157430"/>
              <a:gd name="connsiteX124" fmla="*/ 151513 w 867271"/>
              <a:gd name="connsiteY124" fmla="*/ 31510 h 157430"/>
              <a:gd name="connsiteX125" fmla="*/ 47030 w 867271"/>
              <a:gd name="connsiteY125" fmla="*/ 31510 h 157430"/>
              <a:gd name="connsiteX126" fmla="*/ 41801 w 867271"/>
              <a:gd name="connsiteY126" fmla="*/ 36751 h 157430"/>
              <a:gd name="connsiteX127" fmla="*/ 41801 w 867271"/>
              <a:gd name="connsiteY127" fmla="*/ 57748 h 157430"/>
              <a:gd name="connsiteX128" fmla="*/ 47030 w 867271"/>
              <a:gd name="connsiteY128" fmla="*/ 62991 h 157430"/>
              <a:gd name="connsiteX129" fmla="*/ 141083 w 867271"/>
              <a:gd name="connsiteY129" fmla="*/ 62991 h 157430"/>
              <a:gd name="connsiteX130" fmla="*/ 146312 w 867271"/>
              <a:gd name="connsiteY130" fmla="*/ 68232 h 157430"/>
              <a:gd name="connsiteX131" fmla="*/ 146284 w 867271"/>
              <a:gd name="connsiteY131" fmla="*/ 89229 h 157430"/>
              <a:gd name="connsiteX132" fmla="*/ 141082 w 867271"/>
              <a:gd name="connsiteY132" fmla="*/ 94440 h 157430"/>
              <a:gd name="connsiteX133" fmla="*/ 47028 w 867271"/>
              <a:gd name="connsiteY133" fmla="*/ 94440 h 157430"/>
              <a:gd name="connsiteX134" fmla="*/ 41801 w 867271"/>
              <a:gd name="connsiteY134" fmla="*/ 99712 h 157430"/>
              <a:gd name="connsiteX135" fmla="*/ 41801 w 867271"/>
              <a:gd name="connsiteY135" fmla="*/ 152157 h 157430"/>
              <a:gd name="connsiteX136" fmla="*/ 36579 w 867271"/>
              <a:gd name="connsiteY136" fmla="*/ 157428 h 157430"/>
              <a:gd name="connsiteX137" fmla="*/ 36572 w 867271"/>
              <a:gd name="connsiteY137" fmla="*/ 157428 h 157430"/>
              <a:gd name="connsiteX138" fmla="*/ 5229 w 867271"/>
              <a:gd name="connsiteY138" fmla="*/ 157430 h 157430"/>
              <a:gd name="connsiteX139" fmla="*/ 0 w 867271"/>
              <a:gd name="connsiteY139" fmla="*/ 152157 h 157430"/>
              <a:gd name="connsiteX140" fmla="*/ 0 w 867271"/>
              <a:gd name="connsiteY140" fmla="*/ 5271 h 157430"/>
              <a:gd name="connsiteX141" fmla="*/ 5229 w 867271"/>
              <a:gd name="connsiteY141" fmla="*/ 1 h 157430"/>
            </a:gdLst>
            <a:rect l="l" t="t" r="r" b="b"/>
            <a:pathLst>
              <a:path w="867271" h="157430">
                <a:moveTo>
                  <a:pt x="752298" y="31510"/>
                </a:moveTo>
                <a:cubicBezTo>
                  <a:pt x="746542" y="31521"/>
                  <a:pt x="741888" y="36215"/>
                  <a:pt x="741899" y="41995"/>
                </a:cubicBezTo>
                <a:lnTo>
                  <a:pt x="741899" y="115437"/>
                </a:lnTo>
                <a:cubicBezTo>
                  <a:pt x="741899" y="115452"/>
                  <a:pt x="741899" y="115467"/>
                  <a:pt x="741899" y="115481"/>
                </a:cubicBezTo>
                <a:cubicBezTo>
                  <a:pt x="741910" y="121273"/>
                  <a:pt x="746592" y="125960"/>
                  <a:pt x="752359" y="125950"/>
                </a:cubicBezTo>
                <a:lnTo>
                  <a:pt x="815045" y="125950"/>
                </a:lnTo>
                <a:cubicBezTo>
                  <a:pt x="815056" y="125950"/>
                  <a:pt x="815072" y="125950"/>
                  <a:pt x="815087" y="125950"/>
                </a:cubicBezTo>
                <a:cubicBezTo>
                  <a:pt x="820854" y="125936"/>
                  <a:pt x="825516" y="121229"/>
                  <a:pt x="825501" y="115437"/>
                </a:cubicBezTo>
                <a:lnTo>
                  <a:pt x="825497" y="41997"/>
                </a:lnTo>
                <a:cubicBezTo>
                  <a:pt x="825497" y="41975"/>
                  <a:pt x="825497" y="41954"/>
                  <a:pt x="825497" y="41934"/>
                </a:cubicBezTo>
                <a:cubicBezTo>
                  <a:pt x="825478" y="36154"/>
                  <a:pt x="820793" y="31488"/>
                  <a:pt x="815041" y="31510"/>
                </a:cubicBezTo>
                <a:lnTo>
                  <a:pt x="752355" y="31510"/>
                </a:lnTo>
                <a:cubicBezTo>
                  <a:pt x="752336" y="31510"/>
                  <a:pt x="752317" y="31510"/>
                  <a:pt x="752298" y="31510"/>
                </a:cubicBezTo>
                <a:close/>
                <a:moveTo>
                  <a:pt x="731443" y="1"/>
                </a:moveTo>
                <a:lnTo>
                  <a:pt x="835957" y="1"/>
                </a:lnTo>
                <a:cubicBezTo>
                  <a:pt x="835968" y="1"/>
                  <a:pt x="835980" y="1"/>
                  <a:pt x="835991" y="1"/>
                </a:cubicBezTo>
                <a:cubicBezTo>
                  <a:pt x="853289" y="26"/>
                  <a:pt x="867294" y="14133"/>
                  <a:pt x="867271" y="31510"/>
                </a:cubicBezTo>
                <a:lnTo>
                  <a:pt x="867271" y="125950"/>
                </a:lnTo>
                <a:cubicBezTo>
                  <a:pt x="867271" y="125968"/>
                  <a:pt x="867271" y="125985"/>
                  <a:pt x="867271" y="126003"/>
                </a:cubicBezTo>
                <a:cubicBezTo>
                  <a:pt x="867263" y="143366"/>
                  <a:pt x="853243" y="157437"/>
                  <a:pt x="835957" y="157430"/>
                </a:cubicBezTo>
                <a:lnTo>
                  <a:pt x="731443" y="157430"/>
                </a:lnTo>
                <a:cubicBezTo>
                  <a:pt x="714145" y="157415"/>
                  <a:pt x="700129" y="143325"/>
                  <a:pt x="700129" y="125950"/>
                </a:cubicBezTo>
                <a:lnTo>
                  <a:pt x="700129" y="31510"/>
                </a:lnTo>
                <a:cubicBezTo>
                  <a:pt x="700129" y="14129"/>
                  <a:pt x="714138" y="29"/>
                  <a:pt x="731443" y="1"/>
                </a:cubicBezTo>
                <a:close/>
                <a:moveTo>
                  <a:pt x="527701" y="1"/>
                </a:moveTo>
                <a:cubicBezTo>
                  <a:pt x="527712" y="1"/>
                  <a:pt x="527720" y="1"/>
                  <a:pt x="527728" y="1"/>
                </a:cubicBezTo>
                <a:lnTo>
                  <a:pt x="684414" y="1"/>
                </a:lnTo>
                <a:cubicBezTo>
                  <a:pt x="687309" y="-10"/>
                  <a:pt x="689665" y="2338"/>
                  <a:pt x="689673" y="5244"/>
                </a:cubicBezTo>
                <a:cubicBezTo>
                  <a:pt x="689673" y="5253"/>
                  <a:pt x="689673" y="5262"/>
                  <a:pt x="689673" y="5271"/>
                </a:cubicBezTo>
                <a:lnTo>
                  <a:pt x="689673" y="26268"/>
                </a:lnTo>
                <a:cubicBezTo>
                  <a:pt x="689665" y="29171"/>
                  <a:pt x="687317" y="31518"/>
                  <a:pt x="684426" y="31510"/>
                </a:cubicBezTo>
                <a:cubicBezTo>
                  <a:pt x="684422" y="31510"/>
                  <a:pt x="684418" y="31510"/>
                  <a:pt x="684414" y="31510"/>
                </a:cubicBezTo>
                <a:lnTo>
                  <a:pt x="632188" y="31510"/>
                </a:lnTo>
                <a:cubicBezTo>
                  <a:pt x="629316" y="31511"/>
                  <a:pt x="626987" y="33851"/>
                  <a:pt x="626987" y="36737"/>
                </a:cubicBezTo>
                <a:cubicBezTo>
                  <a:pt x="626987" y="36741"/>
                  <a:pt x="626987" y="36746"/>
                  <a:pt x="626987" y="36751"/>
                </a:cubicBezTo>
                <a:lnTo>
                  <a:pt x="626987" y="152157"/>
                </a:lnTo>
                <a:cubicBezTo>
                  <a:pt x="626994" y="155063"/>
                  <a:pt x="624654" y="157423"/>
                  <a:pt x="621759" y="157428"/>
                </a:cubicBezTo>
                <a:cubicBezTo>
                  <a:pt x="621747" y="157428"/>
                  <a:pt x="621740" y="157428"/>
                  <a:pt x="621728" y="157428"/>
                </a:cubicBezTo>
                <a:lnTo>
                  <a:pt x="590418" y="157428"/>
                </a:lnTo>
                <a:cubicBezTo>
                  <a:pt x="587522" y="157439"/>
                  <a:pt x="585170" y="155091"/>
                  <a:pt x="585159" y="152185"/>
                </a:cubicBezTo>
                <a:cubicBezTo>
                  <a:pt x="585159" y="152175"/>
                  <a:pt x="585159" y="152166"/>
                  <a:pt x="585159" y="152157"/>
                </a:cubicBezTo>
                <a:lnTo>
                  <a:pt x="585159" y="36751"/>
                </a:lnTo>
                <a:cubicBezTo>
                  <a:pt x="585167" y="33866"/>
                  <a:pt x="582849" y="31519"/>
                  <a:pt x="579973" y="31510"/>
                </a:cubicBezTo>
                <a:cubicBezTo>
                  <a:pt x="579969" y="31510"/>
                  <a:pt x="579965" y="31510"/>
                  <a:pt x="579962" y="31510"/>
                </a:cubicBezTo>
                <a:lnTo>
                  <a:pt x="527728" y="31510"/>
                </a:lnTo>
                <a:cubicBezTo>
                  <a:pt x="524840" y="31525"/>
                  <a:pt x="522484" y="29186"/>
                  <a:pt x="522469" y="26284"/>
                </a:cubicBezTo>
                <a:cubicBezTo>
                  <a:pt x="522469" y="26279"/>
                  <a:pt x="522469" y="26273"/>
                  <a:pt x="522469" y="26268"/>
                </a:cubicBezTo>
                <a:lnTo>
                  <a:pt x="522469" y="5271"/>
                </a:lnTo>
                <a:cubicBezTo>
                  <a:pt x="522465" y="2365"/>
                  <a:pt x="524810" y="5"/>
                  <a:pt x="527701" y="1"/>
                </a:cubicBezTo>
                <a:close/>
                <a:moveTo>
                  <a:pt x="376185" y="1"/>
                </a:moveTo>
                <a:lnTo>
                  <a:pt x="480695" y="1"/>
                </a:lnTo>
                <a:cubicBezTo>
                  <a:pt x="498001" y="28"/>
                  <a:pt x="512013" y="14128"/>
                  <a:pt x="512009" y="31510"/>
                </a:cubicBezTo>
                <a:lnTo>
                  <a:pt x="512009" y="36751"/>
                </a:lnTo>
                <a:cubicBezTo>
                  <a:pt x="512009" y="39638"/>
                  <a:pt x="509688" y="41982"/>
                  <a:pt x="506812" y="41995"/>
                </a:cubicBezTo>
                <a:lnTo>
                  <a:pt x="475436" y="41995"/>
                </a:lnTo>
                <a:cubicBezTo>
                  <a:pt x="472564" y="41982"/>
                  <a:pt x="470239" y="39638"/>
                  <a:pt x="470239" y="36751"/>
                </a:cubicBezTo>
                <a:cubicBezTo>
                  <a:pt x="470239" y="36735"/>
                  <a:pt x="470239" y="36720"/>
                  <a:pt x="470239" y="36704"/>
                </a:cubicBezTo>
                <a:cubicBezTo>
                  <a:pt x="470216" y="33811"/>
                  <a:pt x="467860" y="31486"/>
                  <a:pt x="464980" y="31510"/>
                </a:cubicBezTo>
                <a:lnTo>
                  <a:pt x="397082" y="31510"/>
                </a:lnTo>
                <a:cubicBezTo>
                  <a:pt x="397074" y="31510"/>
                  <a:pt x="397066" y="31510"/>
                  <a:pt x="397059" y="31510"/>
                </a:cubicBezTo>
                <a:cubicBezTo>
                  <a:pt x="391295" y="31511"/>
                  <a:pt x="386626" y="36205"/>
                  <a:pt x="386626" y="41995"/>
                </a:cubicBezTo>
                <a:lnTo>
                  <a:pt x="386626" y="52478"/>
                </a:lnTo>
                <a:cubicBezTo>
                  <a:pt x="386622" y="58281"/>
                  <a:pt x="391303" y="62988"/>
                  <a:pt x="397082" y="62991"/>
                </a:cubicBezTo>
                <a:lnTo>
                  <a:pt x="480695" y="62991"/>
                </a:lnTo>
                <a:cubicBezTo>
                  <a:pt x="497989" y="62991"/>
                  <a:pt x="512009" y="77071"/>
                  <a:pt x="512009" y="94440"/>
                </a:cubicBezTo>
                <a:lnTo>
                  <a:pt x="512009" y="125950"/>
                </a:lnTo>
                <a:cubicBezTo>
                  <a:pt x="512009" y="143325"/>
                  <a:pt x="497997" y="157415"/>
                  <a:pt x="480695" y="157430"/>
                </a:cubicBezTo>
                <a:lnTo>
                  <a:pt x="376185" y="157430"/>
                </a:lnTo>
                <a:cubicBezTo>
                  <a:pt x="376176" y="157430"/>
                  <a:pt x="376168" y="157430"/>
                  <a:pt x="376160" y="157430"/>
                </a:cubicBezTo>
                <a:cubicBezTo>
                  <a:pt x="358857" y="157423"/>
                  <a:pt x="344836" y="143330"/>
                  <a:pt x="344842" y="125950"/>
                </a:cubicBezTo>
                <a:lnTo>
                  <a:pt x="344842" y="120678"/>
                </a:lnTo>
                <a:cubicBezTo>
                  <a:pt x="344845" y="117790"/>
                  <a:pt x="347171" y="115447"/>
                  <a:pt x="350047" y="115437"/>
                </a:cubicBezTo>
                <a:lnTo>
                  <a:pt x="381413" y="115437"/>
                </a:lnTo>
                <a:cubicBezTo>
                  <a:pt x="384293" y="115444"/>
                  <a:pt x="386622" y="117787"/>
                  <a:pt x="386626" y="120678"/>
                </a:cubicBezTo>
                <a:cubicBezTo>
                  <a:pt x="386622" y="123583"/>
                  <a:pt x="388963" y="125941"/>
                  <a:pt x="391854" y="125950"/>
                </a:cubicBezTo>
                <a:lnTo>
                  <a:pt x="459783" y="125950"/>
                </a:lnTo>
                <a:cubicBezTo>
                  <a:pt x="459798" y="125950"/>
                  <a:pt x="459810" y="125950"/>
                  <a:pt x="459825" y="125950"/>
                </a:cubicBezTo>
                <a:cubicBezTo>
                  <a:pt x="465592" y="125936"/>
                  <a:pt x="470254" y="121229"/>
                  <a:pt x="470239" y="115437"/>
                </a:cubicBezTo>
                <a:lnTo>
                  <a:pt x="470239" y="104954"/>
                </a:lnTo>
                <a:cubicBezTo>
                  <a:pt x="470239" y="104951"/>
                  <a:pt x="470239" y="104949"/>
                  <a:pt x="470239" y="104947"/>
                </a:cubicBezTo>
                <a:cubicBezTo>
                  <a:pt x="470239" y="99145"/>
                  <a:pt x="465558" y="94441"/>
                  <a:pt x="459783" y="94440"/>
                </a:cubicBezTo>
                <a:lnTo>
                  <a:pt x="376185" y="94440"/>
                </a:lnTo>
                <a:cubicBezTo>
                  <a:pt x="376182" y="94440"/>
                  <a:pt x="376179" y="94440"/>
                  <a:pt x="376176" y="94440"/>
                </a:cubicBezTo>
                <a:cubicBezTo>
                  <a:pt x="358877" y="94447"/>
                  <a:pt x="344849" y="80366"/>
                  <a:pt x="344842" y="62991"/>
                </a:cubicBezTo>
                <a:lnTo>
                  <a:pt x="344842" y="31510"/>
                </a:lnTo>
                <a:cubicBezTo>
                  <a:pt x="344842" y="31508"/>
                  <a:pt x="344842" y="31507"/>
                  <a:pt x="344842" y="31505"/>
                </a:cubicBezTo>
                <a:cubicBezTo>
                  <a:pt x="344836" y="14112"/>
                  <a:pt x="358869" y="7"/>
                  <a:pt x="376185" y="1"/>
                </a:cubicBezTo>
                <a:close/>
                <a:moveTo>
                  <a:pt x="172420" y="1"/>
                </a:moveTo>
                <a:cubicBezTo>
                  <a:pt x="172421" y="1"/>
                  <a:pt x="172422" y="1"/>
                  <a:pt x="172424" y="1"/>
                </a:cubicBezTo>
                <a:lnTo>
                  <a:pt x="329162" y="1"/>
                </a:lnTo>
                <a:cubicBezTo>
                  <a:pt x="332052" y="11"/>
                  <a:pt x="334391" y="2368"/>
                  <a:pt x="334390" y="5271"/>
                </a:cubicBezTo>
                <a:lnTo>
                  <a:pt x="334390" y="26268"/>
                </a:lnTo>
                <a:cubicBezTo>
                  <a:pt x="334379" y="29162"/>
                  <a:pt x="332043" y="31504"/>
                  <a:pt x="329162" y="31510"/>
                </a:cubicBezTo>
                <a:lnTo>
                  <a:pt x="214223" y="31510"/>
                </a:lnTo>
                <a:cubicBezTo>
                  <a:pt x="211347" y="31499"/>
                  <a:pt x="209006" y="33832"/>
                  <a:pt x="208995" y="36722"/>
                </a:cubicBezTo>
                <a:cubicBezTo>
                  <a:pt x="208995" y="36732"/>
                  <a:pt x="208995" y="36741"/>
                  <a:pt x="208995" y="36751"/>
                </a:cubicBezTo>
                <a:lnTo>
                  <a:pt x="208995" y="57748"/>
                </a:lnTo>
                <a:cubicBezTo>
                  <a:pt x="208999" y="60645"/>
                  <a:pt x="211339" y="62991"/>
                  <a:pt x="214223" y="62991"/>
                </a:cubicBezTo>
                <a:lnTo>
                  <a:pt x="318706" y="62991"/>
                </a:lnTo>
                <a:cubicBezTo>
                  <a:pt x="321590" y="62987"/>
                  <a:pt x="323931" y="65332"/>
                  <a:pt x="323935" y="68228"/>
                </a:cubicBezTo>
                <a:cubicBezTo>
                  <a:pt x="323935" y="68230"/>
                  <a:pt x="323935" y="68231"/>
                  <a:pt x="323935" y="68232"/>
                </a:cubicBezTo>
                <a:lnTo>
                  <a:pt x="323935" y="89229"/>
                </a:lnTo>
                <a:cubicBezTo>
                  <a:pt x="323920" y="92117"/>
                  <a:pt x="321581" y="94448"/>
                  <a:pt x="318706" y="94440"/>
                </a:cubicBezTo>
                <a:lnTo>
                  <a:pt x="214223" y="94440"/>
                </a:lnTo>
                <a:cubicBezTo>
                  <a:pt x="211333" y="94443"/>
                  <a:pt x="208992" y="96799"/>
                  <a:pt x="208995" y="99703"/>
                </a:cubicBezTo>
                <a:cubicBezTo>
                  <a:pt x="208995" y="99706"/>
                  <a:pt x="208995" y="99709"/>
                  <a:pt x="208995" y="99712"/>
                </a:cubicBezTo>
                <a:lnTo>
                  <a:pt x="208995" y="120678"/>
                </a:lnTo>
                <a:cubicBezTo>
                  <a:pt x="208987" y="123582"/>
                  <a:pt x="211323" y="125942"/>
                  <a:pt x="214214" y="125950"/>
                </a:cubicBezTo>
                <a:cubicBezTo>
                  <a:pt x="214217" y="125950"/>
                  <a:pt x="214220" y="125950"/>
                  <a:pt x="214223" y="125950"/>
                </a:cubicBezTo>
                <a:lnTo>
                  <a:pt x="329162" y="125950"/>
                </a:lnTo>
                <a:cubicBezTo>
                  <a:pt x="332046" y="125946"/>
                  <a:pt x="334387" y="128291"/>
                  <a:pt x="334390" y="131188"/>
                </a:cubicBezTo>
                <a:cubicBezTo>
                  <a:pt x="334390" y="131189"/>
                  <a:pt x="334390" y="131191"/>
                  <a:pt x="334390" y="131192"/>
                </a:cubicBezTo>
                <a:lnTo>
                  <a:pt x="334390" y="152157"/>
                </a:lnTo>
                <a:cubicBezTo>
                  <a:pt x="334391" y="155061"/>
                  <a:pt x="332053" y="157418"/>
                  <a:pt x="329162" y="157428"/>
                </a:cubicBezTo>
                <a:lnTo>
                  <a:pt x="172424" y="157428"/>
                </a:lnTo>
                <a:cubicBezTo>
                  <a:pt x="169532" y="157424"/>
                  <a:pt x="167191" y="155066"/>
                  <a:pt x="167195" y="152162"/>
                </a:cubicBezTo>
                <a:cubicBezTo>
                  <a:pt x="167195" y="152160"/>
                  <a:pt x="167195" y="152159"/>
                  <a:pt x="167195" y="152157"/>
                </a:cubicBezTo>
                <a:lnTo>
                  <a:pt x="167195" y="5271"/>
                </a:lnTo>
                <a:cubicBezTo>
                  <a:pt x="167189" y="2367"/>
                  <a:pt x="169528" y="7"/>
                  <a:pt x="172420" y="1"/>
                </a:cubicBezTo>
                <a:close/>
                <a:moveTo>
                  <a:pt x="5229" y="1"/>
                </a:moveTo>
                <a:lnTo>
                  <a:pt x="151513" y="1"/>
                </a:lnTo>
                <a:cubicBezTo>
                  <a:pt x="154404" y="5"/>
                  <a:pt x="156745" y="2363"/>
                  <a:pt x="156742" y="5268"/>
                </a:cubicBezTo>
                <a:cubicBezTo>
                  <a:pt x="156742" y="5269"/>
                  <a:pt x="156742" y="5270"/>
                  <a:pt x="156742" y="5271"/>
                </a:cubicBezTo>
                <a:lnTo>
                  <a:pt x="156742" y="26268"/>
                </a:lnTo>
                <a:cubicBezTo>
                  <a:pt x="156736" y="29164"/>
                  <a:pt x="154397" y="31509"/>
                  <a:pt x="151513" y="31510"/>
                </a:cubicBezTo>
                <a:lnTo>
                  <a:pt x="47030" y="31510"/>
                </a:lnTo>
                <a:cubicBezTo>
                  <a:pt x="44146" y="31509"/>
                  <a:pt x="41806" y="33854"/>
                  <a:pt x="41801" y="36751"/>
                </a:cubicBezTo>
                <a:lnTo>
                  <a:pt x="41801" y="57748"/>
                </a:lnTo>
                <a:cubicBezTo>
                  <a:pt x="41815" y="60641"/>
                  <a:pt x="44149" y="62981"/>
                  <a:pt x="47030" y="62991"/>
                </a:cubicBezTo>
                <a:lnTo>
                  <a:pt x="141083" y="62991"/>
                </a:lnTo>
                <a:cubicBezTo>
                  <a:pt x="143967" y="62989"/>
                  <a:pt x="146307" y="65335"/>
                  <a:pt x="146312" y="68232"/>
                </a:cubicBezTo>
                <a:lnTo>
                  <a:pt x="146284" y="89229"/>
                </a:lnTo>
                <a:cubicBezTo>
                  <a:pt x="146279" y="92111"/>
                  <a:pt x="143951" y="94443"/>
                  <a:pt x="141082" y="94440"/>
                </a:cubicBezTo>
                <a:lnTo>
                  <a:pt x="47028" y="94440"/>
                </a:lnTo>
                <a:cubicBezTo>
                  <a:pt x="44139" y="94454"/>
                  <a:pt x="41802" y="96810"/>
                  <a:pt x="41801" y="99712"/>
                </a:cubicBezTo>
                <a:lnTo>
                  <a:pt x="41801" y="152157"/>
                </a:lnTo>
                <a:cubicBezTo>
                  <a:pt x="41808" y="155061"/>
                  <a:pt x="39470" y="157421"/>
                  <a:pt x="36579" y="157428"/>
                </a:cubicBezTo>
                <a:cubicBezTo>
                  <a:pt x="36577" y="157428"/>
                  <a:pt x="36574" y="157428"/>
                  <a:pt x="36572" y="157428"/>
                </a:cubicBezTo>
                <a:lnTo>
                  <a:pt x="5229" y="157430"/>
                </a:lnTo>
                <a:cubicBezTo>
                  <a:pt x="2338" y="157417"/>
                  <a:pt x="1" y="155060"/>
                  <a:pt x="0" y="152157"/>
                </a:cubicBezTo>
                <a:lnTo>
                  <a:pt x="0" y="5271"/>
                </a:lnTo>
                <a:cubicBezTo>
                  <a:pt x="2" y="2369"/>
                  <a:pt x="2339" y="14"/>
                  <a:pt x="5229" y="1"/>
                </a:cubicBezTo>
                <a:close/>
              </a:path>
            </a:pathLst>
          </a:custGeom>
          <a:solidFill xmlns:a="http://schemas.openxmlformats.org/drawingml/2006/main">
            <a:srgbClr val="0091DC"/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4" name="Gerader Verbinder 3">
            <a:extLst xmlns:a="http://schemas.openxmlformats.org/drawingml/2006/main">
              <a:ext uri="{FF2B5EF4-FFF2-40B4-BE49-F238E27FC236}">
                <a16:creationId xmlns:a16="http://schemas.microsoft.com/office/drawing/2014/main" id="{E88C39B9-571B-4D66-9CF4-748E6253C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2" name="Titel 11">
            <a:extLst xmlns:a="http://schemas.openxmlformats.org/drawingml/2006/main">
              <a:ext uri="{FF2B5EF4-FFF2-40B4-BE49-F238E27FC236}">
                <a16:creationId xmlns:a16="http://schemas.microsoft.com/office/drawing/2014/main" id="{60BB81BC-F744-EE7C-E9AD-337C4589BAA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5576902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15" name="Datumsplatzhalter 14">
            <a:extLst xmlns:a="http://schemas.openxmlformats.org/drawingml/2006/main">
              <a:ext uri="{FF2B5EF4-FFF2-40B4-BE49-F238E27FC236}">
                <a16:creationId xmlns:a16="http://schemas.microsoft.com/office/drawing/2014/main" id="{14EFE946-4F96-1B7D-CF71-F733430B13EA}"/>
              </a:ext>
            </a:extLst>
          </p:cNvPr>
          <p:cNvSpPr>
            <a:spLocks xmlns:a="http://schemas.openxmlformats.org/drawingml/2006/main" noGrp="1"/>
          </p:cNvSpPr>
          <p:nvPr>
            <p:ph type="dt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6" name="Fußzeilenplatzhalter 15">
            <a:extLst xmlns:a="http://schemas.openxmlformats.org/drawingml/2006/main">
              <a:ext uri="{FF2B5EF4-FFF2-40B4-BE49-F238E27FC236}">
                <a16:creationId xmlns:a16="http://schemas.microsoft.com/office/drawing/2014/main" id="{79F3C132-8AEE-9E8C-D683-149A2CB6F5D2}"/>
              </a:ext>
            </a:extLst>
          </p:cNvPr>
          <p:cNvSpPr>
            <a:spLocks xmlns:a="http://schemas.openxmlformats.org/drawingml/2006/main" noGrp="1"/>
          </p:cNvSpPr>
          <p:nvPr>
            <p:ph type="ftr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7" name="Foliennummernplatzhalter 16">
            <a:extLst xmlns:a="http://schemas.openxmlformats.org/drawingml/2006/main">
              <a:ext uri="{FF2B5EF4-FFF2-40B4-BE49-F238E27FC236}">
                <a16:creationId xmlns:a16="http://schemas.microsoft.com/office/drawing/2014/main" id="{30FB54EC-06FF-43DD-EDA8-6D0C75AB0064}"/>
              </a:ext>
            </a:extLst>
          </p:cNvPr>
          <p:cNvSpPr>
            <a:spLocks xmlns:a="http://schemas.openxmlformats.org/drawingml/2006/main" noGrp="1"/>
          </p:cNvSpPr>
          <p:nvPr>
            <p:ph type="sldNum" idx="1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112.xml><?xml version="1.0" encoding="utf-8"?>
<p:sldLayout xmlns:p="http://schemas.openxmlformats.org/presentationml/2006/main" preserve="1">
  <p:cSld name="Text + 2x Picture small - without ribb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6" y="2475287"/>
            <a:ext cx="4549552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7123326" y="1"/>
            <a:ext cx="50686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0" bIns="144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Untertitel 2">
            <a:extLst xmlns:a="http://schemas.openxmlformats.org/drawingml/2006/main">
              <a:ext uri="{FF2B5EF4-FFF2-40B4-BE49-F238E27FC236}">
                <a16:creationId xmlns:a16="http://schemas.microsoft.com/office/drawing/2014/main" id="{A88B184D-9888-81B0-B54E-441D84D8679B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649620" y="893160"/>
            <a:ext cx="895233" cy="162409"/>
          </a:xfrm>
          <a:custGeom xmlns:a="http://schemas.openxmlformats.org/drawingml/2006/main">
            <a:gdLst>
              <a:gd name="connsiteX0" fmla="*/ 752298 w 867271"/>
              <a:gd name="connsiteY0" fmla="*/ 31510 h 157430"/>
              <a:gd name="connsiteX1" fmla="*/ 741899 w 867271"/>
              <a:gd name="connsiteY1" fmla="*/ 41995 h 157430"/>
              <a:gd name="connsiteX2" fmla="*/ 741899 w 867271"/>
              <a:gd name="connsiteY2" fmla="*/ 115437 h 157430"/>
              <a:gd name="connsiteX3" fmla="*/ 741899 w 867271"/>
              <a:gd name="connsiteY3" fmla="*/ 115481 h 157430"/>
              <a:gd name="connsiteX4" fmla="*/ 752359 w 867271"/>
              <a:gd name="connsiteY4" fmla="*/ 125950 h 157430"/>
              <a:gd name="connsiteX5" fmla="*/ 815045 w 867271"/>
              <a:gd name="connsiteY5" fmla="*/ 125950 h 157430"/>
              <a:gd name="connsiteX6" fmla="*/ 815087 w 867271"/>
              <a:gd name="connsiteY6" fmla="*/ 125950 h 157430"/>
              <a:gd name="connsiteX7" fmla="*/ 825501 w 867271"/>
              <a:gd name="connsiteY7" fmla="*/ 115437 h 157430"/>
              <a:gd name="connsiteX8" fmla="*/ 825497 w 867271"/>
              <a:gd name="connsiteY8" fmla="*/ 41997 h 157430"/>
              <a:gd name="connsiteX9" fmla="*/ 825497 w 867271"/>
              <a:gd name="connsiteY9" fmla="*/ 41934 h 157430"/>
              <a:gd name="connsiteX10" fmla="*/ 815041 w 867271"/>
              <a:gd name="connsiteY10" fmla="*/ 31510 h 157430"/>
              <a:gd name="connsiteX11" fmla="*/ 752355 w 867271"/>
              <a:gd name="connsiteY11" fmla="*/ 31510 h 157430"/>
              <a:gd name="connsiteX12" fmla="*/ 752298 w 867271"/>
              <a:gd name="connsiteY12" fmla="*/ 31510 h 157430"/>
              <a:gd name="connsiteX13" fmla="*/ 731443 w 867271"/>
              <a:gd name="connsiteY13" fmla="*/ 1 h 157430"/>
              <a:gd name="connsiteX14" fmla="*/ 835957 w 867271"/>
              <a:gd name="connsiteY14" fmla="*/ 1 h 157430"/>
              <a:gd name="connsiteX15" fmla="*/ 835991 w 867271"/>
              <a:gd name="connsiteY15" fmla="*/ 1 h 157430"/>
              <a:gd name="connsiteX16" fmla="*/ 867271 w 867271"/>
              <a:gd name="connsiteY16" fmla="*/ 31510 h 157430"/>
              <a:gd name="connsiteX17" fmla="*/ 867271 w 867271"/>
              <a:gd name="connsiteY17" fmla="*/ 125950 h 157430"/>
              <a:gd name="connsiteX18" fmla="*/ 867271 w 867271"/>
              <a:gd name="connsiteY18" fmla="*/ 126003 h 157430"/>
              <a:gd name="connsiteX19" fmla="*/ 835957 w 867271"/>
              <a:gd name="connsiteY19" fmla="*/ 157430 h 157430"/>
              <a:gd name="connsiteX20" fmla="*/ 731443 w 867271"/>
              <a:gd name="connsiteY20" fmla="*/ 157430 h 157430"/>
              <a:gd name="connsiteX21" fmla="*/ 700129 w 867271"/>
              <a:gd name="connsiteY21" fmla="*/ 125950 h 157430"/>
              <a:gd name="connsiteX22" fmla="*/ 700129 w 867271"/>
              <a:gd name="connsiteY22" fmla="*/ 31510 h 157430"/>
              <a:gd name="connsiteX23" fmla="*/ 731443 w 867271"/>
              <a:gd name="connsiteY23" fmla="*/ 1 h 157430"/>
              <a:gd name="connsiteX24" fmla="*/ 527701 w 867271"/>
              <a:gd name="connsiteY24" fmla="*/ 1 h 157430"/>
              <a:gd name="connsiteX25" fmla="*/ 527728 w 867271"/>
              <a:gd name="connsiteY25" fmla="*/ 1 h 157430"/>
              <a:gd name="connsiteX26" fmla="*/ 684414 w 867271"/>
              <a:gd name="connsiteY26" fmla="*/ 1 h 157430"/>
              <a:gd name="connsiteX27" fmla="*/ 689673 w 867271"/>
              <a:gd name="connsiteY27" fmla="*/ 5244 h 157430"/>
              <a:gd name="connsiteX28" fmla="*/ 689673 w 867271"/>
              <a:gd name="connsiteY28" fmla="*/ 5271 h 157430"/>
              <a:gd name="connsiteX29" fmla="*/ 689673 w 867271"/>
              <a:gd name="connsiteY29" fmla="*/ 26268 h 157430"/>
              <a:gd name="connsiteX30" fmla="*/ 684426 w 867271"/>
              <a:gd name="connsiteY30" fmla="*/ 31510 h 157430"/>
              <a:gd name="connsiteX31" fmla="*/ 684414 w 867271"/>
              <a:gd name="connsiteY31" fmla="*/ 31510 h 157430"/>
              <a:gd name="connsiteX32" fmla="*/ 632188 w 867271"/>
              <a:gd name="connsiteY32" fmla="*/ 31510 h 157430"/>
              <a:gd name="connsiteX33" fmla="*/ 626987 w 867271"/>
              <a:gd name="connsiteY33" fmla="*/ 36737 h 157430"/>
              <a:gd name="connsiteX34" fmla="*/ 626987 w 867271"/>
              <a:gd name="connsiteY34" fmla="*/ 36751 h 157430"/>
              <a:gd name="connsiteX35" fmla="*/ 626987 w 867271"/>
              <a:gd name="connsiteY35" fmla="*/ 152157 h 157430"/>
              <a:gd name="connsiteX36" fmla="*/ 621759 w 867271"/>
              <a:gd name="connsiteY36" fmla="*/ 157428 h 157430"/>
              <a:gd name="connsiteX37" fmla="*/ 621728 w 867271"/>
              <a:gd name="connsiteY37" fmla="*/ 157428 h 157430"/>
              <a:gd name="connsiteX38" fmla="*/ 590418 w 867271"/>
              <a:gd name="connsiteY38" fmla="*/ 157428 h 157430"/>
              <a:gd name="connsiteX39" fmla="*/ 585159 w 867271"/>
              <a:gd name="connsiteY39" fmla="*/ 152185 h 157430"/>
              <a:gd name="connsiteX40" fmla="*/ 585159 w 867271"/>
              <a:gd name="connsiteY40" fmla="*/ 152157 h 157430"/>
              <a:gd name="connsiteX41" fmla="*/ 585159 w 867271"/>
              <a:gd name="connsiteY41" fmla="*/ 36751 h 157430"/>
              <a:gd name="connsiteX42" fmla="*/ 579973 w 867271"/>
              <a:gd name="connsiteY42" fmla="*/ 31510 h 157430"/>
              <a:gd name="connsiteX43" fmla="*/ 579962 w 867271"/>
              <a:gd name="connsiteY43" fmla="*/ 31510 h 157430"/>
              <a:gd name="connsiteX44" fmla="*/ 527728 w 867271"/>
              <a:gd name="connsiteY44" fmla="*/ 31510 h 157430"/>
              <a:gd name="connsiteX45" fmla="*/ 522469 w 867271"/>
              <a:gd name="connsiteY45" fmla="*/ 26284 h 157430"/>
              <a:gd name="connsiteX46" fmla="*/ 522469 w 867271"/>
              <a:gd name="connsiteY46" fmla="*/ 26268 h 157430"/>
              <a:gd name="connsiteX47" fmla="*/ 522469 w 867271"/>
              <a:gd name="connsiteY47" fmla="*/ 5271 h 157430"/>
              <a:gd name="connsiteX48" fmla="*/ 527701 w 867271"/>
              <a:gd name="connsiteY48" fmla="*/ 1 h 157430"/>
              <a:gd name="connsiteX49" fmla="*/ 376185 w 867271"/>
              <a:gd name="connsiteY49" fmla="*/ 1 h 157430"/>
              <a:gd name="connsiteX50" fmla="*/ 480695 w 867271"/>
              <a:gd name="connsiteY50" fmla="*/ 1 h 157430"/>
              <a:gd name="connsiteX51" fmla="*/ 512009 w 867271"/>
              <a:gd name="connsiteY51" fmla="*/ 31510 h 157430"/>
              <a:gd name="connsiteX52" fmla="*/ 512009 w 867271"/>
              <a:gd name="connsiteY52" fmla="*/ 36751 h 157430"/>
              <a:gd name="connsiteX53" fmla="*/ 506812 w 867271"/>
              <a:gd name="connsiteY53" fmla="*/ 41995 h 157430"/>
              <a:gd name="connsiteX54" fmla="*/ 475436 w 867271"/>
              <a:gd name="connsiteY54" fmla="*/ 41995 h 157430"/>
              <a:gd name="connsiteX55" fmla="*/ 470239 w 867271"/>
              <a:gd name="connsiteY55" fmla="*/ 36751 h 157430"/>
              <a:gd name="connsiteX56" fmla="*/ 470239 w 867271"/>
              <a:gd name="connsiteY56" fmla="*/ 36704 h 157430"/>
              <a:gd name="connsiteX57" fmla="*/ 464980 w 867271"/>
              <a:gd name="connsiteY57" fmla="*/ 31510 h 157430"/>
              <a:gd name="connsiteX58" fmla="*/ 397082 w 867271"/>
              <a:gd name="connsiteY58" fmla="*/ 31510 h 157430"/>
              <a:gd name="connsiteX59" fmla="*/ 397059 w 867271"/>
              <a:gd name="connsiteY59" fmla="*/ 31510 h 157430"/>
              <a:gd name="connsiteX60" fmla="*/ 386626 w 867271"/>
              <a:gd name="connsiteY60" fmla="*/ 41995 h 157430"/>
              <a:gd name="connsiteX61" fmla="*/ 386626 w 867271"/>
              <a:gd name="connsiteY61" fmla="*/ 52478 h 157430"/>
              <a:gd name="connsiteX62" fmla="*/ 397082 w 867271"/>
              <a:gd name="connsiteY62" fmla="*/ 62991 h 157430"/>
              <a:gd name="connsiteX63" fmla="*/ 480695 w 867271"/>
              <a:gd name="connsiteY63" fmla="*/ 62991 h 157430"/>
              <a:gd name="connsiteX64" fmla="*/ 512009 w 867271"/>
              <a:gd name="connsiteY64" fmla="*/ 94440 h 157430"/>
              <a:gd name="connsiteX65" fmla="*/ 512009 w 867271"/>
              <a:gd name="connsiteY65" fmla="*/ 125950 h 157430"/>
              <a:gd name="connsiteX66" fmla="*/ 480695 w 867271"/>
              <a:gd name="connsiteY66" fmla="*/ 157430 h 157430"/>
              <a:gd name="connsiteX67" fmla="*/ 376185 w 867271"/>
              <a:gd name="connsiteY67" fmla="*/ 157430 h 157430"/>
              <a:gd name="connsiteX68" fmla="*/ 376160 w 867271"/>
              <a:gd name="connsiteY68" fmla="*/ 157430 h 157430"/>
              <a:gd name="connsiteX69" fmla="*/ 344842 w 867271"/>
              <a:gd name="connsiteY69" fmla="*/ 125950 h 157430"/>
              <a:gd name="connsiteX70" fmla="*/ 344842 w 867271"/>
              <a:gd name="connsiteY70" fmla="*/ 120678 h 157430"/>
              <a:gd name="connsiteX71" fmla="*/ 350047 w 867271"/>
              <a:gd name="connsiteY71" fmla="*/ 115437 h 157430"/>
              <a:gd name="connsiteX72" fmla="*/ 381413 w 867271"/>
              <a:gd name="connsiteY72" fmla="*/ 115437 h 157430"/>
              <a:gd name="connsiteX73" fmla="*/ 386626 w 867271"/>
              <a:gd name="connsiteY73" fmla="*/ 120678 h 157430"/>
              <a:gd name="connsiteX74" fmla="*/ 391854 w 867271"/>
              <a:gd name="connsiteY74" fmla="*/ 125950 h 157430"/>
              <a:gd name="connsiteX75" fmla="*/ 459783 w 867271"/>
              <a:gd name="connsiteY75" fmla="*/ 125950 h 157430"/>
              <a:gd name="connsiteX76" fmla="*/ 459825 w 867271"/>
              <a:gd name="connsiteY76" fmla="*/ 125950 h 157430"/>
              <a:gd name="connsiteX77" fmla="*/ 470239 w 867271"/>
              <a:gd name="connsiteY77" fmla="*/ 115437 h 157430"/>
              <a:gd name="connsiteX78" fmla="*/ 470239 w 867271"/>
              <a:gd name="connsiteY78" fmla="*/ 104954 h 157430"/>
              <a:gd name="connsiteX79" fmla="*/ 470239 w 867271"/>
              <a:gd name="connsiteY79" fmla="*/ 104947 h 157430"/>
              <a:gd name="connsiteX80" fmla="*/ 459783 w 867271"/>
              <a:gd name="connsiteY80" fmla="*/ 94440 h 157430"/>
              <a:gd name="connsiteX81" fmla="*/ 376185 w 867271"/>
              <a:gd name="connsiteY81" fmla="*/ 94440 h 157430"/>
              <a:gd name="connsiteX82" fmla="*/ 376176 w 867271"/>
              <a:gd name="connsiteY82" fmla="*/ 94440 h 157430"/>
              <a:gd name="connsiteX83" fmla="*/ 344842 w 867271"/>
              <a:gd name="connsiteY83" fmla="*/ 62991 h 157430"/>
              <a:gd name="connsiteX84" fmla="*/ 344842 w 867271"/>
              <a:gd name="connsiteY84" fmla="*/ 31510 h 157430"/>
              <a:gd name="connsiteX85" fmla="*/ 344842 w 867271"/>
              <a:gd name="connsiteY85" fmla="*/ 31505 h 157430"/>
              <a:gd name="connsiteX86" fmla="*/ 376185 w 867271"/>
              <a:gd name="connsiteY86" fmla="*/ 1 h 157430"/>
              <a:gd name="connsiteX87" fmla="*/ 172420 w 867271"/>
              <a:gd name="connsiteY87" fmla="*/ 1 h 157430"/>
              <a:gd name="connsiteX88" fmla="*/ 172424 w 867271"/>
              <a:gd name="connsiteY88" fmla="*/ 1 h 157430"/>
              <a:gd name="connsiteX89" fmla="*/ 329162 w 867271"/>
              <a:gd name="connsiteY89" fmla="*/ 1 h 157430"/>
              <a:gd name="connsiteX90" fmla="*/ 334390 w 867271"/>
              <a:gd name="connsiteY90" fmla="*/ 5271 h 157430"/>
              <a:gd name="connsiteX91" fmla="*/ 334390 w 867271"/>
              <a:gd name="connsiteY91" fmla="*/ 26268 h 157430"/>
              <a:gd name="connsiteX92" fmla="*/ 329162 w 867271"/>
              <a:gd name="connsiteY92" fmla="*/ 31510 h 157430"/>
              <a:gd name="connsiteX93" fmla="*/ 214223 w 867271"/>
              <a:gd name="connsiteY93" fmla="*/ 31510 h 157430"/>
              <a:gd name="connsiteX94" fmla="*/ 208995 w 867271"/>
              <a:gd name="connsiteY94" fmla="*/ 36722 h 157430"/>
              <a:gd name="connsiteX95" fmla="*/ 208995 w 867271"/>
              <a:gd name="connsiteY95" fmla="*/ 36751 h 157430"/>
              <a:gd name="connsiteX96" fmla="*/ 208995 w 867271"/>
              <a:gd name="connsiteY96" fmla="*/ 57748 h 157430"/>
              <a:gd name="connsiteX97" fmla="*/ 214223 w 867271"/>
              <a:gd name="connsiteY97" fmla="*/ 62991 h 157430"/>
              <a:gd name="connsiteX98" fmla="*/ 318706 w 867271"/>
              <a:gd name="connsiteY98" fmla="*/ 62991 h 157430"/>
              <a:gd name="connsiteX99" fmla="*/ 323935 w 867271"/>
              <a:gd name="connsiteY99" fmla="*/ 68228 h 157430"/>
              <a:gd name="connsiteX100" fmla="*/ 323935 w 867271"/>
              <a:gd name="connsiteY100" fmla="*/ 68232 h 157430"/>
              <a:gd name="connsiteX101" fmla="*/ 323935 w 867271"/>
              <a:gd name="connsiteY101" fmla="*/ 89229 h 157430"/>
              <a:gd name="connsiteX102" fmla="*/ 318706 w 867271"/>
              <a:gd name="connsiteY102" fmla="*/ 94440 h 157430"/>
              <a:gd name="connsiteX103" fmla="*/ 214223 w 867271"/>
              <a:gd name="connsiteY103" fmla="*/ 94440 h 157430"/>
              <a:gd name="connsiteX104" fmla="*/ 208995 w 867271"/>
              <a:gd name="connsiteY104" fmla="*/ 99703 h 157430"/>
              <a:gd name="connsiteX105" fmla="*/ 208995 w 867271"/>
              <a:gd name="connsiteY105" fmla="*/ 99712 h 157430"/>
              <a:gd name="connsiteX106" fmla="*/ 208995 w 867271"/>
              <a:gd name="connsiteY106" fmla="*/ 120678 h 157430"/>
              <a:gd name="connsiteX107" fmla="*/ 214214 w 867271"/>
              <a:gd name="connsiteY107" fmla="*/ 125950 h 157430"/>
              <a:gd name="connsiteX108" fmla="*/ 214223 w 867271"/>
              <a:gd name="connsiteY108" fmla="*/ 125950 h 157430"/>
              <a:gd name="connsiteX109" fmla="*/ 329162 w 867271"/>
              <a:gd name="connsiteY109" fmla="*/ 125950 h 157430"/>
              <a:gd name="connsiteX110" fmla="*/ 334390 w 867271"/>
              <a:gd name="connsiteY110" fmla="*/ 131188 h 157430"/>
              <a:gd name="connsiteX111" fmla="*/ 334390 w 867271"/>
              <a:gd name="connsiteY111" fmla="*/ 131192 h 157430"/>
              <a:gd name="connsiteX112" fmla="*/ 334390 w 867271"/>
              <a:gd name="connsiteY112" fmla="*/ 152157 h 157430"/>
              <a:gd name="connsiteX113" fmla="*/ 329162 w 867271"/>
              <a:gd name="connsiteY113" fmla="*/ 157428 h 157430"/>
              <a:gd name="connsiteX114" fmla="*/ 172424 w 867271"/>
              <a:gd name="connsiteY114" fmla="*/ 157428 h 157430"/>
              <a:gd name="connsiteX115" fmla="*/ 167195 w 867271"/>
              <a:gd name="connsiteY115" fmla="*/ 152162 h 157430"/>
              <a:gd name="connsiteX116" fmla="*/ 167195 w 867271"/>
              <a:gd name="connsiteY116" fmla="*/ 152157 h 157430"/>
              <a:gd name="connsiteX117" fmla="*/ 167195 w 867271"/>
              <a:gd name="connsiteY117" fmla="*/ 5271 h 157430"/>
              <a:gd name="connsiteX118" fmla="*/ 172420 w 867271"/>
              <a:gd name="connsiteY118" fmla="*/ 1 h 157430"/>
              <a:gd name="connsiteX119" fmla="*/ 5229 w 867271"/>
              <a:gd name="connsiteY119" fmla="*/ 1 h 157430"/>
              <a:gd name="connsiteX120" fmla="*/ 151513 w 867271"/>
              <a:gd name="connsiteY120" fmla="*/ 1 h 157430"/>
              <a:gd name="connsiteX121" fmla="*/ 156742 w 867271"/>
              <a:gd name="connsiteY121" fmla="*/ 5268 h 157430"/>
              <a:gd name="connsiteX122" fmla="*/ 156742 w 867271"/>
              <a:gd name="connsiteY122" fmla="*/ 5271 h 157430"/>
              <a:gd name="connsiteX123" fmla="*/ 156742 w 867271"/>
              <a:gd name="connsiteY123" fmla="*/ 26268 h 157430"/>
              <a:gd name="connsiteX124" fmla="*/ 151513 w 867271"/>
              <a:gd name="connsiteY124" fmla="*/ 31510 h 157430"/>
              <a:gd name="connsiteX125" fmla="*/ 47030 w 867271"/>
              <a:gd name="connsiteY125" fmla="*/ 31510 h 157430"/>
              <a:gd name="connsiteX126" fmla="*/ 41801 w 867271"/>
              <a:gd name="connsiteY126" fmla="*/ 36751 h 157430"/>
              <a:gd name="connsiteX127" fmla="*/ 41801 w 867271"/>
              <a:gd name="connsiteY127" fmla="*/ 57748 h 157430"/>
              <a:gd name="connsiteX128" fmla="*/ 47030 w 867271"/>
              <a:gd name="connsiteY128" fmla="*/ 62991 h 157430"/>
              <a:gd name="connsiteX129" fmla="*/ 141083 w 867271"/>
              <a:gd name="connsiteY129" fmla="*/ 62991 h 157430"/>
              <a:gd name="connsiteX130" fmla="*/ 146312 w 867271"/>
              <a:gd name="connsiteY130" fmla="*/ 68232 h 157430"/>
              <a:gd name="connsiteX131" fmla="*/ 146284 w 867271"/>
              <a:gd name="connsiteY131" fmla="*/ 89229 h 157430"/>
              <a:gd name="connsiteX132" fmla="*/ 141082 w 867271"/>
              <a:gd name="connsiteY132" fmla="*/ 94440 h 157430"/>
              <a:gd name="connsiteX133" fmla="*/ 47028 w 867271"/>
              <a:gd name="connsiteY133" fmla="*/ 94440 h 157430"/>
              <a:gd name="connsiteX134" fmla="*/ 41801 w 867271"/>
              <a:gd name="connsiteY134" fmla="*/ 99712 h 157430"/>
              <a:gd name="connsiteX135" fmla="*/ 41801 w 867271"/>
              <a:gd name="connsiteY135" fmla="*/ 152157 h 157430"/>
              <a:gd name="connsiteX136" fmla="*/ 36579 w 867271"/>
              <a:gd name="connsiteY136" fmla="*/ 157428 h 157430"/>
              <a:gd name="connsiteX137" fmla="*/ 36572 w 867271"/>
              <a:gd name="connsiteY137" fmla="*/ 157428 h 157430"/>
              <a:gd name="connsiteX138" fmla="*/ 5229 w 867271"/>
              <a:gd name="connsiteY138" fmla="*/ 157430 h 157430"/>
              <a:gd name="connsiteX139" fmla="*/ 0 w 867271"/>
              <a:gd name="connsiteY139" fmla="*/ 152157 h 157430"/>
              <a:gd name="connsiteX140" fmla="*/ 0 w 867271"/>
              <a:gd name="connsiteY140" fmla="*/ 5271 h 157430"/>
              <a:gd name="connsiteX141" fmla="*/ 5229 w 867271"/>
              <a:gd name="connsiteY141" fmla="*/ 1 h 157430"/>
            </a:gdLst>
            <a:rect l="l" t="t" r="r" b="b"/>
            <a:pathLst>
              <a:path w="867271" h="157430">
                <a:moveTo>
                  <a:pt x="752298" y="31510"/>
                </a:moveTo>
                <a:cubicBezTo>
                  <a:pt x="746542" y="31521"/>
                  <a:pt x="741888" y="36215"/>
                  <a:pt x="741899" y="41995"/>
                </a:cubicBezTo>
                <a:lnTo>
                  <a:pt x="741899" y="115437"/>
                </a:lnTo>
                <a:cubicBezTo>
                  <a:pt x="741899" y="115452"/>
                  <a:pt x="741899" y="115467"/>
                  <a:pt x="741899" y="115481"/>
                </a:cubicBezTo>
                <a:cubicBezTo>
                  <a:pt x="741910" y="121273"/>
                  <a:pt x="746592" y="125960"/>
                  <a:pt x="752359" y="125950"/>
                </a:cubicBezTo>
                <a:lnTo>
                  <a:pt x="815045" y="125950"/>
                </a:lnTo>
                <a:cubicBezTo>
                  <a:pt x="815056" y="125950"/>
                  <a:pt x="815072" y="125950"/>
                  <a:pt x="815087" y="125950"/>
                </a:cubicBezTo>
                <a:cubicBezTo>
                  <a:pt x="820854" y="125936"/>
                  <a:pt x="825516" y="121229"/>
                  <a:pt x="825501" y="115437"/>
                </a:cubicBezTo>
                <a:lnTo>
                  <a:pt x="825497" y="41997"/>
                </a:lnTo>
                <a:cubicBezTo>
                  <a:pt x="825497" y="41975"/>
                  <a:pt x="825497" y="41954"/>
                  <a:pt x="825497" y="41934"/>
                </a:cubicBezTo>
                <a:cubicBezTo>
                  <a:pt x="825478" y="36154"/>
                  <a:pt x="820793" y="31488"/>
                  <a:pt x="815041" y="31510"/>
                </a:cubicBezTo>
                <a:lnTo>
                  <a:pt x="752355" y="31510"/>
                </a:lnTo>
                <a:cubicBezTo>
                  <a:pt x="752336" y="31510"/>
                  <a:pt x="752317" y="31510"/>
                  <a:pt x="752298" y="31510"/>
                </a:cubicBezTo>
                <a:close/>
                <a:moveTo>
                  <a:pt x="731443" y="1"/>
                </a:moveTo>
                <a:lnTo>
                  <a:pt x="835957" y="1"/>
                </a:lnTo>
                <a:cubicBezTo>
                  <a:pt x="835968" y="1"/>
                  <a:pt x="835980" y="1"/>
                  <a:pt x="835991" y="1"/>
                </a:cubicBezTo>
                <a:cubicBezTo>
                  <a:pt x="853289" y="26"/>
                  <a:pt x="867294" y="14133"/>
                  <a:pt x="867271" y="31510"/>
                </a:cubicBezTo>
                <a:lnTo>
                  <a:pt x="867271" y="125950"/>
                </a:lnTo>
                <a:cubicBezTo>
                  <a:pt x="867271" y="125968"/>
                  <a:pt x="867271" y="125985"/>
                  <a:pt x="867271" y="126003"/>
                </a:cubicBezTo>
                <a:cubicBezTo>
                  <a:pt x="867263" y="143366"/>
                  <a:pt x="853243" y="157437"/>
                  <a:pt x="835957" y="157430"/>
                </a:cubicBezTo>
                <a:lnTo>
                  <a:pt x="731443" y="157430"/>
                </a:lnTo>
                <a:cubicBezTo>
                  <a:pt x="714145" y="157415"/>
                  <a:pt x="700129" y="143325"/>
                  <a:pt x="700129" y="125950"/>
                </a:cubicBezTo>
                <a:lnTo>
                  <a:pt x="700129" y="31510"/>
                </a:lnTo>
                <a:cubicBezTo>
                  <a:pt x="700129" y="14129"/>
                  <a:pt x="714138" y="29"/>
                  <a:pt x="731443" y="1"/>
                </a:cubicBezTo>
                <a:close/>
                <a:moveTo>
                  <a:pt x="527701" y="1"/>
                </a:moveTo>
                <a:cubicBezTo>
                  <a:pt x="527712" y="1"/>
                  <a:pt x="527720" y="1"/>
                  <a:pt x="527728" y="1"/>
                </a:cubicBezTo>
                <a:lnTo>
                  <a:pt x="684414" y="1"/>
                </a:lnTo>
                <a:cubicBezTo>
                  <a:pt x="687309" y="-10"/>
                  <a:pt x="689665" y="2338"/>
                  <a:pt x="689673" y="5244"/>
                </a:cubicBezTo>
                <a:cubicBezTo>
                  <a:pt x="689673" y="5253"/>
                  <a:pt x="689673" y="5262"/>
                  <a:pt x="689673" y="5271"/>
                </a:cubicBezTo>
                <a:lnTo>
                  <a:pt x="689673" y="26268"/>
                </a:lnTo>
                <a:cubicBezTo>
                  <a:pt x="689665" y="29171"/>
                  <a:pt x="687317" y="31518"/>
                  <a:pt x="684426" y="31510"/>
                </a:cubicBezTo>
                <a:cubicBezTo>
                  <a:pt x="684422" y="31510"/>
                  <a:pt x="684418" y="31510"/>
                  <a:pt x="684414" y="31510"/>
                </a:cubicBezTo>
                <a:lnTo>
                  <a:pt x="632188" y="31510"/>
                </a:lnTo>
                <a:cubicBezTo>
                  <a:pt x="629316" y="31511"/>
                  <a:pt x="626987" y="33851"/>
                  <a:pt x="626987" y="36737"/>
                </a:cubicBezTo>
                <a:cubicBezTo>
                  <a:pt x="626987" y="36741"/>
                  <a:pt x="626987" y="36746"/>
                  <a:pt x="626987" y="36751"/>
                </a:cubicBezTo>
                <a:lnTo>
                  <a:pt x="626987" y="152157"/>
                </a:lnTo>
                <a:cubicBezTo>
                  <a:pt x="626994" y="155063"/>
                  <a:pt x="624654" y="157423"/>
                  <a:pt x="621759" y="157428"/>
                </a:cubicBezTo>
                <a:cubicBezTo>
                  <a:pt x="621747" y="157428"/>
                  <a:pt x="621740" y="157428"/>
                  <a:pt x="621728" y="157428"/>
                </a:cubicBezTo>
                <a:lnTo>
                  <a:pt x="590418" y="157428"/>
                </a:lnTo>
                <a:cubicBezTo>
                  <a:pt x="587522" y="157439"/>
                  <a:pt x="585170" y="155091"/>
                  <a:pt x="585159" y="152185"/>
                </a:cubicBezTo>
                <a:cubicBezTo>
                  <a:pt x="585159" y="152175"/>
                  <a:pt x="585159" y="152166"/>
                  <a:pt x="585159" y="152157"/>
                </a:cubicBezTo>
                <a:lnTo>
                  <a:pt x="585159" y="36751"/>
                </a:lnTo>
                <a:cubicBezTo>
                  <a:pt x="585167" y="33866"/>
                  <a:pt x="582849" y="31519"/>
                  <a:pt x="579973" y="31510"/>
                </a:cubicBezTo>
                <a:cubicBezTo>
                  <a:pt x="579969" y="31510"/>
                  <a:pt x="579965" y="31510"/>
                  <a:pt x="579962" y="31510"/>
                </a:cubicBezTo>
                <a:lnTo>
                  <a:pt x="527728" y="31510"/>
                </a:lnTo>
                <a:cubicBezTo>
                  <a:pt x="524840" y="31525"/>
                  <a:pt x="522484" y="29186"/>
                  <a:pt x="522469" y="26284"/>
                </a:cubicBezTo>
                <a:cubicBezTo>
                  <a:pt x="522469" y="26279"/>
                  <a:pt x="522469" y="26273"/>
                  <a:pt x="522469" y="26268"/>
                </a:cubicBezTo>
                <a:lnTo>
                  <a:pt x="522469" y="5271"/>
                </a:lnTo>
                <a:cubicBezTo>
                  <a:pt x="522465" y="2365"/>
                  <a:pt x="524810" y="5"/>
                  <a:pt x="527701" y="1"/>
                </a:cubicBezTo>
                <a:close/>
                <a:moveTo>
                  <a:pt x="376185" y="1"/>
                </a:moveTo>
                <a:lnTo>
                  <a:pt x="480695" y="1"/>
                </a:lnTo>
                <a:cubicBezTo>
                  <a:pt x="498001" y="28"/>
                  <a:pt x="512013" y="14128"/>
                  <a:pt x="512009" y="31510"/>
                </a:cubicBezTo>
                <a:lnTo>
                  <a:pt x="512009" y="36751"/>
                </a:lnTo>
                <a:cubicBezTo>
                  <a:pt x="512009" y="39638"/>
                  <a:pt x="509688" y="41982"/>
                  <a:pt x="506812" y="41995"/>
                </a:cubicBezTo>
                <a:lnTo>
                  <a:pt x="475436" y="41995"/>
                </a:lnTo>
                <a:cubicBezTo>
                  <a:pt x="472564" y="41982"/>
                  <a:pt x="470239" y="39638"/>
                  <a:pt x="470239" y="36751"/>
                </a:cubicBezTo>
                <a:cubicBezTo>
                  <a:pt x="470239" y="36735"/>
                  <a:pt x="470239" y="36720"/>
                  <a:pt x="470239" y="36704"/>
                </a:cubicBezTo>
                <a:cubicBezTo>
                  <a:pt x="470216" y="33811"/>
                  <a:pt x="467860" y="31486"/>
                  <a:pt x="464980" y="31510"/>
                </a:cubicBezTo>
                <a:lnTo>
                  <a:pt x="397082" y="31510"/>
                </a:lnTo>
                <a:cubicBezTo>
                  <a:pt x="397074" y="31510"/>
                  <a:pt x="397066" y="31510"/>
                  <a:pt x="397059" y="31510"/>
                </a:cubicBezTo>
                <a:cubicBezTo>
                  <a:pt x="391295" y="31511"/>
                  <a:pt x="386626" y="36205"/>
                  <a:pt x="386626" y="41995"/>
                </a:cubicBezTo>
                <a:lnTo>
                  <a:pt x="386626" y="52478"/>
                </a:lnTo>
                <a:cubicBezTo>
                  <a:pt x="386622" y="58281"/>
                  <a:pt x="391303" y="62988"/>
                  <a:pt x="397082" y="62991"/>
                </a:cubicBezTo>
                <a:lnTo>
                  <a:pt x="480695" y="62991"/>
                </a:lnTo>
                <a:cubicBezTo>
                  <a:pt x="497989" y="62991"/>
                  <a:pt x="512009" y="77071"/>
                  <a:pt x="512009" y="94440"/>
                </a:cubicBezTo>
                <a:lnTo>
                  <a:pt x="512009" y="125950"/>
                </a:lnTo>
                <a:cubicBezTo>
                  <a:pt x="512009" y="143325"/>
                  <a:pt x="497997" y="157415"/>
                  <a:pt x="480695" y="157430"/>
                </a:cubicBezTo>
                <a:lnTo>
                  <a:pt x="376185" y="157430"/>
                </a:lnTo>
                <a:cubicBezTo>
                  <a:pt x="376176" y="157430"/>
                  <a:pt x="376168" y="157430"/>
                  <a:pt x="376160" y="157430"/>
                </a:cubicBezTo>
                <a:cubicBezTo>
                  <a:pt x="358857" y="157423"/>
                  <a:pt x="344836" y="143330"/>
                  <a:pt x="344842" y="125950"/>
                </a:cubicBezTo>
                <a:lnTo>
                  <a:pt x="344842" y="120678"/>
                </a:lnTo>
                <a:cubicBezTo>
                  <a:pt x="344845" y="117790"/>
                  <a:pt x="347171" y="115447"/>
                  <a:pt x="350047" y="115437"/>
                </a:cubicBezTo>
                <a:lnTo>
                  <a:pt x="381413" y="115437"/>
                </a:lnTo>
                <a:cubicBezTo>
                  <a:pt x="384293" y="115444"/>
                  <a:pt x="386622" y="117787"/>
                  <a:pt x="386626" y="120678"/>
                </a:cubicBezTo>
                <a:cubicBezTo>
                  <a:pt x="386622" y="123583"/>
                  <a:pt x="388963" y="125941"/>
                  <a:pt x="391854" y="125950"/>
                </a:cubicBezTo>
                <a:lnTo>
                  <a:pt x="459783" y="125950"/>
                </a:lnTo>
                <a:cubicBezTo>
                  <a:pt x="459798" y="125950"/>
                  <a:pt x="459810" y="125950"/>
                  <a:pt x="459825" y="125950"/>
                </a:cubicBezTo>
                <a:cubicBezTo>
                  <a:pt x="465592" y="125936"/>
                  <a:pt x="470254" y="121229"/>
                  <a:pt x="470239" y="115437"/>
                </a:cubicBezTo>
                <a:lnTo>
                  <a:pt x="470239" y="104954"/>
                </a:lnTo>
                <a:cubicBezTo>
                  <a:pt x="470239" y="104951"/>
                  <a:pt x="470239" y="104949"/>
                  <a:pt x="470239" y="104947"/>
                </a:cubicBezTo>
                <a:cubicBezTo>
                  <a:pt x="470239" y="99145"/>
                  <a:pt x="465558" y="94441"/>
                  <a:pt x="459783" y="94440"/>
                </a:cubicBezTo>
                <a:lnTo>
                  <a:pt x="376185" y="94440"/>
                </a:lnTo>
                <a:cubicBezTo>
                  <a:pt x="376182" y="94440"/>
                  <a:pt x="376179" y="94440"/>
                  <a:pt x="376176" y="94440"/>
                </a:cubicBezTo>
                <a:cubicBezTo>
                  <a:pt x="358877" y="94447"/>
                  <a:pt x="344849" y="80366"/>
                  <a:pt x="344842" y="62991"/>
                </a:cubicBezTo>
                <a:lnTo>
                  <a:pt x="344842" y="31510"/>
                </a:lnTo>
                <a:cubicBezTo>
                  <a:pt x="344842" y="31508"/>
                  <a:pt x="344842" y="31507"/>
                  <a:pt x="344842" y="31505"/>
                </a:cubicBezTo>
                <a:cubicBezTo>
                  <a:pt x="344836" y="14112"/>
                  <a:pt x="358869" y="7"/>
                  <a:pt x="376185" y="1"/>
                </a:cubicBezTo>
                <a:close/>
                <a:moveTo>
                  <a:pt x="172420" y="1"/>
                </a:moveTo>
                <a:cubicBezTo>
                  <a:pt x="172421" y="1"/>
                  <a:pt x="172422" y="1"/>
                  <a:pt x="172424" y="1"/>
                </a:cubicBezTo>
                <a:lnTo>
                  <a:pt x="329162" y="1"/>
                </a:lnTo>
                <a:cubicBezTo>
                  <a:pt x="332052" y="11"/>
                  <a:pt x="334391" y="2368"/>
                  <a:pt x="334390" y="5271"/>
                </a:cubicBezTo>
                <a:lnTo>
                  <a:pt x="334390" y="26268"/>
                </a:lnTo>
                <a:cubicBezTo>
                  <a:pt x="334379" y="29162"/>
                  <a:pt x="332043" y="31504"/>
                  <a:pt x="329162" y="31510"/>
                </a:cubicBezTo>
                <a:lnTo>
                  <a:pt x="214223" y="31510"/>
                </a:lnTo>
                <a:cubicBezTo>
                  <a:pt x="211347" y="31499"/>
                  <a:pt x="209006" y="33832"/>
                  <a:pt x="208995" y="36722"/>
                </a:cubicBezTo>
                <a:cubicBezTo>
                  <a:pt x="208995" y="36732"/>
                  <a:pt x="208995" y="36741"/>
                  <a:pt x="208995" y="36751"/>
                </a:cubicBezTo>
                <a:lnTo>
                  <a:pt x="208995" y="57748"/>
                </a:lnTo>
                <a:cubicBezTo>
                  <a:pt x="208999" y="60645"/>
                  <a:pt x="211339" y="62991"/>
                  <a:pt x="214223" y="62991"/>
                </a:cubicBezTo>
                <a:lnTo>
                  <a:pt x="318706" y="62991"/>
                </a:lnTo>
                <a:cubicBezTo>
                  <a:pt x="321590" y="62987"/>
                  <a:pt x="323931" y="65332"/>
                  <a:pt x="323935" y="68228"/>
                </a:cubicBezTo>
                <a:cubicBezTo>
                  <a:pt x="323935" y="68230"/>
                  <a:pt x="323935" y="68231"/>
                  <a:pt x="323935" y="68232"/>
                </a:cubicBezTo>
                <a:lnTo>
                  <a:pt x="323935" y="89229"/>
                </a:lnTo>
                <a:cubicBezTo>
                  <a:pt x="323920" y="92117"/>
                  <a:pt x="321581" y="94448"/>
                  <a:pt x="318706" y="94440"/>
                </a:cubicBezTo>
                <a:lnTo>
                  <a:pt x="214223" y="94440"/>
                </a:lnTo>
                <a:cubicBezTo>
                  <a:pt x="211333" y="94443"/>
                  <a:pt x="208992" y="96799"/>
                  <a:pt x="208995" y="99703"/>
                </a:cubicBezTo>
                <a:cubicBezTo>
                  <a:pt x="208995" y="99706"/>
                  <a:pt x="208995" y="99709"/>
                  <a:pt x="208995" y="99712"/>
                </a:cubicBezTo>
                <a:lnTo>
                  <a:pt x="208995" y="120678"/>
                </a:lnTo>
                <a:cubicBezTo>
                  <a:pt x="208987" y="123582"/>
                  <a:pt x="211323" y="125942"/>
                  <a:pt x="214214" y="125950"/>
                </a:cubicBezTo>
                <a:cubicBezTo>
                  <a:pt x="214217" y="125950"/>
                  <a:pt x="214220" y="125950"/>
                  <a:pt x="214223" y="125950"/>
                </a:cubicBezTo>
                <a:lnTo>
                  <a:pt x="329162" y="125950"/>
                </a:lnTo>
                <a:cubicBezTo>
                  <a:pt x="332046" y="125946"/>
                  <a:pt x="334387" y="128291"/>
                  <a:pt x="334390" y="131188"/>
                </a:cubicBezTo>
                <a:cubicBezTo>
                  <a:pt x="334390" y="131189"/>
                  <a:pt x="334390" y="131191"/>
                  <a:pt x="334390" y="131192"/>
                </a:cubicBezTo>
                <a:lnTo>
                  <a:pt x="334390" y="152157"/>
                </a:lnTo>
                <a:cubicBezTo>
                  <a:pt x="334391" y="155061"/>
                  <a:pt x="332053" y="157418"/>
                  <a:pt x="329162" y="157428"/>
                </a:cubicBezTo>
                <a:lnTo>
                  <a:pt x="172424" y="157428"/>
                </a:lnTo>
                <a:cubicBezTo>
                  <a:pt x="169532" y="157424"/>
                  <a:pt x="167191" y="155066"/>
                  <a:pt x="167195" y="152162"/>
                </a:cubicBezTo>
                <a:cubicBezTo>
                  <a:pt x="167195" y="152160"/>
                  <a:pt x="167195" y="152159"/>
                  <a:pt x="167195" y="152157"/>
                </a:cubicBezTo>
                <a:lnTo>
                  <a:pt x="167195" y="5271"/>
                </a:lnTo>
                <a:cubicBezTo>
                  <a:pt x="167189" y="2367"/>
                  <a:pt x="169528" y="7"/>
                  <a:pt x="172420" y="1"/>
                </a:cubicBezTo>
                <a:close/>
                <a:moveTo>
                  <a:pt x="5229" y="1"/>
                </a:moveTo>
                <a:lnTo>
                  <a:pt x="151513" y="1"/>
                </a:lnTo>
                <a:cubicBezTo>
                  <a:pt x="154404" y="5"/>
                  <a:pt x="156745" y="2363"/>
                  <a:pt x="156742" y="5268"/>
                </a:cubicBezTo>
                <a:cubicBezTo>
                  <a:pt x="156742" y="5269"/>
                  <a:pt x="156742" y="5270"/>
                  <a:pt x="156742" y="5271"/>
                </a:cubicBezTo>
                <a:lnTo>
                  <a:pt x="156742" y="26268"/>
                </a:lnTo>
                <a:cubicBezTo>
                  <a:pt x="156736" y="29164"/>
                  <a:pt x="154397" y="31509"/>
                  <a:pt x="151513" y="31510"/>
                </a:cubicBezTo>
                <a:lnTo>
                  <a:pt x="47030" y="31510"/>
                </a:lnTo>
                <a:cubicBezTo>
                  <a:pt x="44146" y="31509"/>
                  <a:pt x="41806" y="33854"/>
                  <a:pt x="41801" y="36751"/>
                </a:cubicBezTo>
                <a:lnTo>
                  <a:pt x="41801" y="57748"/>
                </a:lnTo>
                <a:cubicBezTo>
                  <a:pt x="41815" y="60641"/>
                  <a:pt x="44149" y="62981"/>
                  <a:pt x="47030" y="62991"/>
                </a:cubicBezTo>
                <a:lnTo>
                  <a:pt x="141083" y="62991"/>
                </a:lnTo>
                <a:cubicBezTo>
                  <a:pt x="143967" y="62989"/>
                  <a:pt x="146307" y="65335"/>
                  <a:pt x="146312" y="68232"/>
                </a:cubicBezTo>
                <a:lnTo>
                  <a:pt x="146284" y="89229"/>
                </a:lnTo>
                <a:cubicBezTo>
                  <a:pt x="146279" y="92111"/>
                  <a:pt x="143951" y="94443"/>
                  <a:pt x="141082" y="94440"/>
                </a:cubicBezTo>
                <a:lnTo>
                  <a:pt x="47028" y="94440"/>
                </a:lnTo>
                <a:cubicBezTo>
                  <a:pt x="44139" y="94454"/>
                  <a:pt x="41802" y="96810"/>
                  <a:pt x="41801" y="99712"/>
                </a:cubicBezTo>
                <a:lnTo>
                  <a:pt x="41801" y="152157"/>
                </a:lnTo>
                <a:cubicBezTo>
                  <a:pt x="41808" y="155061"/>
                  <a:pt x="39470" y="157421"/>
                  <a:pt x="36579" y="157428"/>
                </a:cubicBezTo>
                <a:cubicBezTo>
                  <a:pt x="36577" y="157428"/>
                  <a:pt x="36574" y="157428"/>
                  <a:pt x="36572" y="157428"/>
                </a:cubicBezTo>
                <a:lnTo>
                  <a:pt x="5229" y="157430"/>
                </a:lnTo>
                <a:cubicBezTo>
                  <a:pt x="2338" y="157417"/>
                  <a:pt x="1" y="155060"/>
                  <a:pt x="0" y="152157"/>
                </a:cubicBezTo>
                <a:lnTo>
                  <a:pt x="0" y="5271"/>
                </a:lnTo>
                <a:cubicBezTo>
                  <a:pt x="2" y="2369"/>
                  <a:pt x="2339" y="14"/>
                  <a:pt x="5229" y="1"/>
                </a:cubicBezTo>
                <a:close/>
              </a:path>
            </a:pathLst>
          </a:custGeom>
          <a:solidFill xmlns:a="http://schemas.openxmlformats.org/drawingml/2006/main">
            <a:srgbClr val="0091DC"/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3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70571ABC-24B4-EDF1-8279-2A2CDA2592E7}"/>
              </a:ext>
            </a:extLst>
          </p:cNvPr>
          <p:cNvSpPr>
            <a:spLocks xmlns:a="http://schemas.openxmlformats.org/drawingml/2006/main" noGrp="1"/>
          </p:cNvSpPr>
          <p:nvPr>
            <p:ph type="pic" idx="22" hasCustomPrompt="1"/>
          </p:nvPr>
        </p:nvSpPr>
        <p:spPr>
          <a:xfrm xmlns:a="http://schemas.openxmlformats.org/drawingml/2006/main">
            <a:off x="6096000" y="4529937"/>
            <a:ext cx="3009172" cy="198184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  <a:ln xmlns:a="http://schemas.openxmlformats.org/drawingml/2006/main" w="69850">
            <a:solidFill>
              <a:schemeClr val="bg1"/>
            </a:solidFill>
          </a:ln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2" name="Gerader Verbinder 1">
            <a:extLst xmlns:a="http://schemas.openxmlformats.org/drawingml/2006/main">
              <a:ext uri="{FF2B5EF4-FFF2-40B4-BE49-F238E27FC236}">
                <a16:creationId xmlns:a16="http://schemas.microsoft.com/office/drawing/2014/main" id="{424E455C-5819-4082-B64B-4002B7D30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" name="Titel 5">
            <a:extLst xmlns:a="http://schemas.openxmlformats.org/drawingml/2006/main">
              <a:ext uri="{FF2B5EF4-FFF2-40B4-BE49-F238E27FC236}">
                <a16:creationId xmlns:a16="http://schemas.microsoft.com/office/drawing/2014/main" id="{9872597D-28DE-3CE5-75C3-1987483CFE4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7" y="933490"/>
            <a:ext cx="5576902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14" name="Datumsplatzhalter 13">
            <a:extLst xmlns:a="http://schemas.openxmlformats.org/drawingml/2006/main">
              <a:ext uri="{FF2B5EF4-FFF2-40B4-BE49-F238E27FC236}">
                <a16:creationId xmlns:a16="http://schemas.microsoft.com/office/drawing/2014/main" id="{E7055089-C310-FBFB-3110-255C5777B6A2}"/>
              </a:ext>
            </a:extLst>
          </p:cNvPr>
          <p:cNvSpPr>
            <a:spLocks xmlns:a="http://schemas.openxmlformats.org/drawingml/2006/main" noGrp="1"/>
          </p:cNvSpPr>
          <p:nvPr>
            <p:ph type="dt" idx="2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5" name="Fußzeilenplatzhalter 14">
            <a:extLst xmlns:a="http://schemas.openxmlformats.org/drawingml/2006/main">
              <a:ext uri="{FF2B5EF4-FFF2-40B4-BE49-F238E27FC236}">
                <a16:creationId xmlns:a16="http://schemas.microsoft.com/office/drawing/2014/main" id="{891979E5-2E49-757A-A3C9-08B33ED8E714}"/>
              </a:ext>
            </a:extLst>
          </p:cNvPr>
          <p:cNvSpPr>
            <a:spLocks xmlns:a="http://schemas.openxmlformats.org/drawingml/2006/main" noGrp="1"/>
          </p:cNvSpPr>
          <p:nvPr>
            <p:ph type="ftr" idx="2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6" name="Foliennummernplatzhalter 15">
            <a:extLst xmlns:a="http://schemas.openxmlformats.org/drawingml/2006/main">
              <a:ext uri="{FF2B5EF4-FFF2-40B4-BE49-F238E27FC236}">
                <a16:creationId xmlns:a16="http://schemas.microsoft.com/office/drawing/2014/main" id="{11E3C149-7B9F-CE3A-8A48-100477BFA515}"/>
              </a:ext>
            </a:extLst>
          </p:cNvPr>
          <p:cNvSpPr>
            <a:spLocks xmlns:a="http://schemas.openxmlformats.org/drawingml/2006/main" noGrp="1"/>
          </p:cNvSpPr>
          <p:nvPr>
            <p:ph type="sldNum" idx="2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113.xml><?xml version="1.0" encoding="utf-8"?>
<p:sldLayout xmlns:p="http://schemas.openxmlformats.org/presentationml/2006/main" preserve="1">
  <p:cSld name="Text + 3x Picture small - without ribb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8" y="2475287"/>
            <a:ext cx="3522176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7123326" y="1"/>
            <a:ext cx="50686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0" bIns="144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3" name="Untertitel 2">
            <a:extLst xmlns:a="http://schemas.openxmlformats.org/drawingml/2006/main">
              <a:ext uri="{FF2B5EF4-FFF2-40B4-BE49-F238E27FC236}">
                <a16:creationId xmlns:a16="http://schemas.microsoft.com/office/drawing/2014/main" id="{17FBEE26-EF6A-FB40-624D-D3EF6BE01A90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649620" y="893160"/>
            <a:ext cx="895233" cy="162409"/>
          </a:xfrm>
          <a:custGeom xmlns:a="http://schemas.openxmlformats.org/drawingml/2006/main">
            <a:gdLst>
              <a:gd name="connsiteX0" fmla="*/ 752298 w 867271"/>
              <a:gd name="connsiteY0" fmla="*/ 31510 h 157430"/>
              <a:gd name="connsiteX1" fmla="*/ 741899 w 867271"/>
              <a:gd name="connsiteY1" fmla="*/ 41995 h 157430"/>
              <a:gd name="connsiteX2" fmla="*/ 741899 w 867271"/>
              <a:gd name="connsiteY2" fmla="*/ 115437 h 157430"/>
              <a:gd name="connsiteX3" fmla="*/ 741899 w 867271"/>
              <a:gd name="connsiteY3" fmla="*/ 115481 h 157430"/>
              <a:gd name="connsiteX4" fmla="*/ 752359 w 867271"/>
              <a:gd name="connsiteY4" fmla="*/ 125950 h 157430"/>
              <a:gd name="connsiteX5" fmla="*/ 815045 w 867271"/>
              <a:gd name="connsiteY5" fmla="*/ 125950 h 157430"/>
              <a:gd name="connsiteX6" fmla="*/ 815087 w 867271"/>
              <a:gd name="connsiteY6" fmla="*/ 125950 h 157430"/>
              <a:gd name="connsiteX7" fmla="*/ 825501 w 867271"/>
              <a:gd name="connsiteY7" fmla="*/ 115437 h 157430"/>
              <a:gd name="connsiteX8" fmla="*/ 825497 w 867271"/>
              <a:gd name="connsiteY8" fmla="*/ 41997 h 157430"/>
              <a:gd name="connsiteX9" fmla="*/ 825497 w 867271"/>
              <a:gd name="connsiteY9" fmla="*/ 41934 h 157430"/>
              <a:gd name="connsiteX10" fmla="*/ 815041 w 867271"/>
              <a:gd name="connsiteY10" fmla="*/ 31510 h 157430"/>
              <a:gd name="connsiteX11" fmla="*/ 752355 w 867271"/>
              <a:gd name="connsiteY11" fmla="*/ 31510 h 157430"/>
              <a:gd name="connsiteX12" fmla="*/ 752298 w 867271"/>
              <a:gd name="connsiteY12" fmla="*/ 31510 h 157430"/>
              <a:gd name="connsiteX13" fmla="*/ 731443 w 867271"/>
              <a:gd name="connsiteY13" fmla="*/ 1 h 157430"/>
              <a:gd name="connsiteX14" fmla="*/ 835957 w 867271"/>
              <a:gd name="connsiteY14" fmla="*/ 1 h 157430"/>
              <a:gd name="connsiteX15" fmla="*/ 835991 w 867271"/>
              <a:gd name="connsiteY15" fmla="*/ 1 h 157430"/>
              <a:gd name="connsiteX16" fmla="*/ 867271 w 867271"/>
              <a:gd name="connsiteY16" fmla="*/ 31510 h 157430"/>
              <a:gd name="connsiteX17" fmla="*/ 867271 w 867271"/>
              <a:gd name="connsiteY17" fmla="*/ 125950 h 157430"/>
              <a:gd name="connsiteX18" fmla="*/ 867271 w 867271"/>
              <a:gd name="connsiteY18" fmla="*/ 126003 h 157430"/>
              <a:gd name="connsiteX19" fmla="*/ 835957 w 867271"/>
              <a:gd name="connsiteY19" fmla="*/ 157430 h 157430"/>
              <a:gd name="connsiteX20" fmla="*/ 731443 w 867271"/>
              <a:gd name="connsiteY20" fmla="*/ 157430 h 157430"/>
              <a:gd name="connsiteX21" fmla="*/ 700129 w 867271"/>
              <a:gd name="connsiteY21" fmla="*/ 125950 h 157430"/>
              <a:gd name="connsiteX22" fmla="*/ 700129 w 867271"/>
              <a:gd name="connsiteY22" fmla="*/ 31510 h 157430"/>
              <a:gd name="connsiteX23" fmla="*/ 731443 w 867271"/>
              <a:gd name="connsiteY23" fmla="*/ 1 h 157430"/>
              <a:gd name="connsiteX24" fmla="*/ 527701 w 867271"/>
              <a:gd name="connsiteY24" fmla="*/ 1 h 157430"/>
              <a:gd name="connsiteX25" fmla="*/ 527728 w 867271"/>
              <a:gd name="connsiteY25" fmla="*/ 1 h 157430"/>
              <a:gd name="connsiteX26" fmla="*/ 684414 w 867271"/>
              <a:gd name="connsiteY26" fmla="*/ 1 h 157430"/>
              <a:gd name="connsiteX27" fmla="*/ 689673 w 867271"/>
              <a:gd name="connsiteY27" fmla="*/ 5244 h 157430"/>
              <a:gd name="connsiteX28" fmla="*/ 689673 w 867271"/>
              <a:gd name="connsiteY28" fmla="*/ 5271 h 157430"/>
              <a:gd name="connsiteX29" fmla="*/ 689673 w 867271"/>
              <a:gd name="connsiteY29" fmla="*/ 26268 h 157430"/>
              <a:gd name="connsiteX30" fmla="*/ 684426 w 867271"/>
              <a:gd name="connsiteY30" fmla="*/ 31510 h 157430"/>
              <a:gd name="connsiteX31" fmla="*/ 684414 w 867271"/>
              <a:gd name="connsiteY31" fmla="*/ 31510 h 157430"/>
              <a:gd name="connsiteX32" fmla="*/ 632188 w 867271"/>
              <a:gd name="connsiteY32" fmla="*/ 31510 h 157430"/>
              <a:gd name="connsiteX33" fmla="*/ 626987 w 867271"/>
              <a:gd name="connsiteY33" fmla="*/ 36737 h 157430"/>
              <a:gd name="connsiteX34" fmla="*/ 626987 w 867271"/>
              <a:gd name="connsiteY34" fmla="*/ 36751 h 157430"/>
              <a:gd name="connsiteX35" fmla="*/ 626987 w 867271"/>
              <a:gd name="connsiteY35" fmla="*/ 152157 h 157430"/>
              <a:gd name="connsiteX36" fmla="*/ 621759 w 867271"/>
              <a:gd name="connsiteY36" fmla="*/ 157428 h 157430"/>
              <a:gd name="connsiteX37" fmla="*/ 621728 w 867271"/>
              <a:gd name="connsiteY37" fmla="*/ 157428 h 157430"/>
              <a:gd name="connsiteX38" fmla="*/ 590418 w 867271"/>
              <a:gd name="connsiteY38" fmla="*/ 157428 h 157430"/>
              <a:gd name="connsiteX39" fmla="*/ 585159 w 867271"/>
              <a:gd name="connsiteY39" fmla="*/ 152185 h 157430"/>
              <a:gd name="connsiteX40" fmla="*/ 585159 w 867271"/>
              <a:gd name="connsiteY40" fmla="*/ 152157 h 157430"/>
              <a:gd name="connsiteX41" fmla="*/ 585159 w 867271"/>
              <a:gd name="connsiteY41" fmla="*/ 36751 h 157430"/>
              <a:gd name="connsiteX42" fmla="*/ 579973 w 867271"/>
              <a:gd name="connsiteY42" fmla="*/ 31510 h 157430"/>
              <a:gd name="connsiteX43" fmla="*/ 579962 w 867271"/>
              <a:gd name="connsiteY43" fmla="*/ 31510 h 157430"/>
              <a:gd name="connsiteX44" fmla="*/ 527728 w 867271"/>
              <a:gd name="connsiteY44" fmla="*/ 31510 h 157430"/>
              <a:gd name="connsiteX45" fmla="*/ 522469 w 867271"/>
              <a:gd name="connsiteY45" fmla="*/ 26284 h 157430"/>
              <a:gd name="connsiteX46" fmla="*/ 522469 w 867271"/>
              <a:gd name="connsiteY46" fmla="*/ 26268 h 157430"/>
              <a:gd name="connsiteX47" fmla="*/ 522469 w 867271"/>
              <a:gd name="connsiteY47" fmla="*/ 5271 h 157430"/>
              <a:gd name="connsiteX48" fmla="*/ 527701 w 867271"/>
              <a:gd name="connsiteY48" fmla="*/ 1 h 157430"/>
              <a:gd name="connsiteX49" fmla="*/ 376185 w 867271"/>
              <a:gd name="connsiteY49" fmla="*/ 1 h 157430"/>
              <a:gd name="connsiteX50" fmla="*/ 480695 w 867271"/>
              <a:gd name="connsiteY50" fmla="*/ 1 h 157430"/>
              <a:gd name="connsiteX51" fmla="*/ 512009 w 867271"/>
              <a:gd name="connsiteY51" fmla="*/ 31510 h 157430"/>
              <a:gd name="connsiteX52" fmla="*/ 512009 w 867271"/>
              <a:gd name="connsiteY52" fmla="*/ 36751 h 157430"/>
              <a:gd name="connsiteX53" fmla="*/ 506812 w 867271"/>
              <a:gd name="connsiteY53" fmla="*/ 41995 h 157430"/>
              <a:gd name="connsiteX54" fmla="*/ 475436 w 867271"/>
              <a:gd name="connsiteY54" fmla="*/ 41995 h 157430"/>
              <a:gd name="connsiteX55" fmla="*/ 470239 w 867271"/>
              <a:gd name="connsiteY55" fmla="*/ 36751 h 157430"/>
              <a:gd name="connsiteX56" fmla="*/ 470239 w 867271"/>
              <a:gd name="connsiteY56" fmla="*/ 36704 h 157430"/>
              <a:gd name="connsiteX57" fmla="*/ 464980 w 867271"/>
              <a:gd name="connsiteY57" fmla="*/ 31510 h 157430"/>
              <a:gd name="connsiteX58" fmla="*/ 397082 w 867271"/>
              <a:gd name="connsiteY58" fmla="*/ 31510 h 157430"/>
              <a:gd name="connsiteX59" fmla="*/ 397059 w 867271"/>
              <a:gd name="connsiteY59" fmla="*/ 31510 h 157430"/>
              <a:gd name="connsiteX60" fmla="*/ 386626 w 867271"/>
              <a:gd name="connsiteY60" fmla="*/ 41995 h 157430"/>
              <a:gd name="connsiteX61" fmla="*/ 386626 w 867271"/>
              <a:gd name="connsiteY61" fmla="*/ 52478 h 157430"/>
              <a:gd name="connsiteX62" fmla="*/ 397082 w 867271"/>
              <a:gd name="connsiteY62" fmla="*/ 62991 h 157430"/>
              <a:gd name="connsiteX63" fmla="*/ 480695 w 867271"/>
              <a:gd name="connsiteY63" fmla="*/ 62991 h 157430"/>
              <a:gd name="connsiteX64" fmla="*/ 512009 w 867271"/>
              <a:gd name="connsiteY64" fmla="*/ 94440 h 157430"/>
              <a:gd name="connsiteX65" fmla="*/ 512009 w 867271"/>
              <a:gd name="connsiteY65" fmla="*/ 125950 h 157430"/>
              <a:gd name="connsiteX66" fmla="*/ 480695 w 867271"/>
              <a:gd name="connsiteY66" fmla="*/ 157430 h 157430"/>
              <a:gd name="connsiteX67" fmla="*/ 376185 w 867271"/>
              <a:gd name="connsiteY67" fmla="*/ 157430 h 157430"/>
              <a:gd name="connsiteX68" fmla="*/ 376160 w 867271"/>
              <a:gd name="connsiteY68" fmla="*/ 157430 h 157430"/>
              <a:gd name="connsiteX69" fmla="*/ 344842 w 867271"/>
              <a:gd name="connsiteY69" fmla="*/ 125950 h 157430"/>
              <a:gd name="connsiteX70" fmla="*/ 344842 w 867271"/>
              <a:gd name="connsiteY70" fmla="*/ 120678 h 157430"/>
              <a:gd name="connsiteX71" fmla="*/ 350047 w 867271"/>
              <a:gd name="connsiteY71" fmla="*/ 115437 h 157430"/>
              <a:gd name="connsiteX72" fmla="*/ 381413 w 867271"/>
              <a:gd name="connsiteY72" fmla="*/ 115437 h 157430"/>
              <a:gd name="connsiteX73" fmla="*/ 386626 w 867271"/>
              <a:gd name="connsiteY73" fmla="*/ 120678 h 157430"/>
              <a:gd name="connsiteX74" fmla="*/ 391854 w 867271"/>
              <a:gd name="connsiteY74" fmla="*/ 125950 h 157430"/>
              <a:gd name="connsiteX75" fmla="*/ 459783 w 867271"/>
              <a:gd name="connsiteY75" fmla="*/ 125950 h 157430"/>
              <a:gd name="connsiteX76" fmla="*/ 459825 w 867271"/>
              <a:gd name="connsiteY76" fmla="*/ 125950 h 157430"/>
              <a:gd name="connsiteX77" fmla="*/ 470239 w 867271"/>
              <a:gd name="connsiteY77" fmla="*/ 115437 h 157430"/>
              <a:gd name="connsiteX78" fmla="*/ 470239 w 867271"/>
              <a:gd name="connsiteY78" fmla="*/ 104954 h 157430"/>
              <a:gd name="connsiteX79" fmla="*/ 470239 w 867271"/>
              <a:gd name="connsiteY79" fmla="*/ 104947 h 157430"/>
              <a:gd name="connsiteX80" fmla="*/ 459783 w 867271"/>
              <a:gd name="connsiteY80" fmla="*/ 94440 h 157430"/>
              <a:gd name="connsiteX81" fmla="*/ 376185 w 867271"/>
              <a:gd name="connsiteY81" fmla="*/ 94440 h 157430"/>
              <a:gd name="connsiteX82" fmla="*/ 376176 w 867271"/>
              <a:gd name="connsiteY82" fmla="*/ 94440 h 157430"/>
              <a:gd name="connsiteX83" fmla="*/ 344842 w 867271"/>
              <a:gd name="connsiteY83" fmla="*/ 62991 h 157430"/>
              <a:gd name="connsiteX84" fmla="*/ 344842 w 867271"/>
              <a:gd name="connsiteY84" fmla="*/ 31510 h 157430"/>
              <a:gd name="connsiteX85" fmla="*/ 344842 w 867271"/>
              <a:gd name="connsiteY85" fmla="*/ 31505 h 157430"/>
              <a:gd name="connsiteX86" fmla="*/ 376185 w 867271"/>
              <a:gd name="connsiteY86" fmla="*/ 1 h 157430"/>
              <a:gd name="connsiteX87" fmla="*/ 172420 w 867271"/>
              <a:gd name="connsiteY87" fmla="*/ 1 h 157430"/>
              <a:gd name="connsiteX88" fmla="*/ 172424 w 867271"/>
              <a:gd name="connsiteY88" fmla="*/ 1 h 157430"/>
              <a:gd name="connsiteX89" fmla="*/ 329162 w 867271"/>
              <a:gd name="connsiteY89" fmla="*/ 1 h 157430"/>
              <a:gd name="connsiteX90" fmla="*/ 334390 w 867271"/>
              <a:gd name="connsiteY90" fmla="*/ 5271 h 157430"/>
              <a:gd name="connsiteX91" fmla="*/ 334390 w 867271"/>
              <a:gd name="connsiteY91" fmla="*/ 26268 h 157430"/>
              <a:gd name="connsiteX92" fmla="*/ 329162 w 867271"/>
              <a:gd name="connsiteY92" fmla="*/ 31510 h 157430"/>
              <a:gd name="connsiteX93" fmla="*/ 214223 w 867271"/>
              <a:gd name="connsiteY93" fmla="*/ 31510 h 157430"/>
              <a:gd name="connsiteX94" fmla="*/ 208995 w 867271"/>
              <a:gd name="connsiteY94" fmla="*/ 36722 h 157430"/>
              <a:gd name="connsiteX95" fmla="*/ 208995 w 867271"/>
              <a:gd name="connsiteY95" fmla="*/ 36751 h 157430"/>
              <a:gd name="connsiteX96" fmla="*/ 208995 w 867271"/>
              <a:gd name="connsiteY96" fmla="*/ 57748 h 157430"/>
              <a:gd name="connsiteX97" fmla="*/ 214223 w 867271"/>
              <a:gd name="connsiteY97" fmla="*/ 62991 h 157430"/>
              <a:gd name="connsiteX98" fmla="*/ 318706 w 867271"/>
              <a:gd name="connsiteY98" fmla="*/ 62991 h 157430"/>
              <a:gd name="connsiteX99" fmla="*/ 323935 w 867271"/>
              <a:gd name="connsiteY99" fmla="*/ 68228 h 157430"/>
              <a:gd name="connsiteX100" fmla="*/ 323935 w 867271"/>
              <a:gd name="connsiteY100" fmla="*/ 68232 h 157430"/>
              <a:gd name="connsiteX101" fmla="*/ 323935 w 867271"/>
              <a:gd name="connsiteY101" fmla="*/ 89229 h 157430"/>
              <a:gd name="connsiteX102" fmla="*/ 318706 w 867271"/>
              <a:gd name="connsiteY102" fmla="*/ 94440 h 157430"/>
              <a:gd name="connsiteX103" fmla="*/ 214223 w 867271"/>
              <a:gd name="connsiteY103" fmla="*/ 94440 h 157430"/>
              <a:gd name="connsiteX104" fmla="*/ 208995 w 867271"/>
              <a:gd name="connsiteY104" fmla="*/ 99703 h 157430"/>
              <a:gd name="connsiteX105" fmla="*/ 208995 w 867271"/>
              <a:gd name="connsiteY105" fmla="*/ 99712 h 157430"/>
              <a:gd name="connsiteX106" fmla="*/ 208995 w 867271"/>
              <a:gd name="connsiteY106" fmla="*/ 120678 h 157430"/>
              <a:gd name="connsiteX107" fmla="*/ 214214 w 867271"/>
              <a:gd name="connsiteY107" fmla="*/ 125950 h 157430"/>
              <a:gd name="connsiteX108" fmla="*/ 214223 w 867271"/>
              <a:gd name="connsiteY108" fmla="*/ 125950 h 157430"/>
              <a:gd name="connsiteX109" fmla="*/ 329162 w 867271"/>
              <a:gd name="connsiteY109" fmla="*/ 125950 h 157430"/>
              <a:gd name="connsiteX110" fmla="*/ 334390 w 867271"/>
              <a:gd name="connsiteY110" fmla="*/ 131188 h 157430"/>
              <a:gd name="connsiteX111" fmla="*/ 334390 w 867271"/>
              <a:gd name="connsiteY111" fmla="*/ 131192 h 157430"/>
              <a:gd name="connsiteX112" fmla="*/ 334390 w 867271"/>
              <a:gd name="connsiteY112" fmla="*/ 152157 h 157430"/>
              <a:gd name="connsiteX113" fmla="*/ 329162 w 867271"/>
              <a:gd name="connsiteY113" fmla="*/ 157428 h 157430"/>
              <a:gd name="connsiteX114" fmla="*/ 172424 w 867271"/>
              <a:gd name="connsiteY114" fmla="*/ 157428 h 157430"/>
              <a:gd name="connsiteX115" fmla="*/ 167195 w 867271"/>
              <a:gd name="connsiteY115" fmla="*/ 152162 h 157430"/>
              <a:gd name="connsiteX116" fmla="*/ 167195 w 867271"/>
              <a:gd name="connsiteY116" fmla="*/ 152157 h 157430"/>
              <a:gd name="connsiteX117" fmla="*/ 167195 w 867271"/>
              <a:gd name="connsiteY117" fmla="*/ 5271 h 157430"/>
              <a:gd name="connsiteX118" fmla="*/ 172420 w 867271"/>
              <a:gd name="connsiteY118" fmla="*/ 1 h 157430"/>
              <a:gd name="connsiteX119" fmla="*/ 5229 w 867271"/>
              <a:gd name="connsiteY119" fmla="*/ 1 h 157430"/>
              <a:gd name="connsiteX120" fmla="*/ 151513 w 867271"/>
              <a:gd name="connsiteY120" fmla="*/ 1 h 157430"/>
              <a:gd name="connsiteX121" fmla="*/ 156742 w 867271"/>
              <a:gd name="connsiteY121" fmla="*/ 5268 h 157430"/>
              <a:gd name="connsiteX122" fmla="*/ 156742 w 867271"/>
              <a:gd name="connsiteY122" fmla="*/ 5271 h 157430"/>
              <a:gd name="connsiteX123" fmla="*/ 156742 w 867271"/>
              <a:gd name="connsiteY123" fmla="*/ 26268 h 157430"/>
              <a:gd name="connsiteX124" fmla="*/ 151513 w 867271"/>
              <a:gd name="connsiteY124" fmla="*/ 31510 h 157430"/>
              <a:gd name="connsiteX125" fmla="*/ 47030 w 867271"/>
              <a:gd name="connsiteY125" fmla="*/ 31510 h 157430"/>
              <a:gd name="connsiteX126" fmla="*/ 41801 w 867271"/>
              <a:gd name="connsiteY126" fmla="*/ 36751 h 157430"/>
              <a:gd name="connsiteX127" fmla="*/ 41801 w 867271"/>
              <a:gd name="connsiteY127" fmla="*/ 57748 h 157430"/>
              <a:gd name="connsiteX128" fmla="*/ 47030 w 867271"/>
              <a:gd name="connsiteY128" fmla="*/ 62991 h 157430"/>
              <a:gd name="connsiteX129" fmla="*/ 141083 w 867271"/>
              <a:gd name="connsiteY129" fmla="*/ 62991 h 157430"/>
              <a:gd name="connsiteX130" fmla="*/ 146312 w 867271"/>
              <a:gd name="connsiteY130" fmla="*/ 68232 h 157430"/>
              <a:gd name="connsiteX131" fmla="*/ 146284 w 867271"/>
              <a:gd name="connsiteY131" fmla="*/ 89229 h 157430"/>
              <a:gd name="connsiteX132" fmla="*/ 141082 w 867271"/>
              <a:gd name="connsiteY132" fmla="*/ 94440 h 157430"/>
              <a:gd name="connsiteX133" fmla="*/ 47028 w 867271"/>
              <a:gd name="connsiteY133" fmla="*/ 94440 h 157430"/>
              <a:gd name="connsiteX134" fmla="*/ 41801 w 867271"/>
              <a:gd name="connsiteY134" fmla="*/ 99712 h 157430"/>
              <a:gd name="connsiteX135" fmla="*/ 41801 w 867271"/>
              <a:gd name="connsiteY135" fmla="*/ 152157 h 157430"/>
              <a:gd name="connsiteX136" fmla="*/ 36579 w 867271"/>
              <a:gd name="connsiteY136" fmla="*/ 157428 h 157430"/>
              <a:gd name="connsiteX137" fmla="*/ 36572 w 867271"/>
              <a:gd name="connsiteY137" fmla="*/ 157428 h 157430"/>
              <a:gd name="connsiteX138" fmla="*/ 5229 w 867271"/>
              <a:gd name="connsiteY138" fmla="*/ 157430 h 157430"/>
              <a:gd name="connsiteX139" fmla="*/ 0 w 867271"/>
              <a:gd name="connsiteY139" fmla="*/ 152157 h 157430"/>
              <a:gd name="connsiteX140" fmla="*/ 0 w 867271"/>
              <a:gd name="connsiteY140" fmla="*/ 5271 h 157430"/>
              <a:gd name="connsiteX141" fmla="*/ 5229 w 867271"/>
              <a:gd name="connsiteY141" fmla="*/ 1 h 157430"/>
            </a:gdLst>
            <a:rect l="l" t="t" r="r" b="b"/>
            <a:pathLst>
              <a:path w="867271" h="157430">
                <a:moveTo>
                  <a:pt x="752298" y="31510"/>
                </a:moveTo>
                <a:cubicBezTo>
                  <a:pt x="746542" y="31521"/>
                  <a:pt x="741888" y="36215"/>
                  <a:pt x="741899" y="41995"/>
                </a:cubicBezTo>
                <a:lnTo>
                  <a:pt x="741899" y="115437"/>
                </a:lnTo>
                <a:cubicBezTo>
                  <a:pt x="741899" y="115452"/>
                  <a:pt x="741899" y="115467"/>
                  <a:pt x="741899" y="115481"/>
                </a:cubicBezTo>
                <a:cubicBezTo>
                  <a:pt x="741910" y="121273"/>
                  <a:pt x="746592" y="125960"/>
                  <a:pt x="752359" y="125950"/>
                </a:cubicBezTo>
                <a:lnTo>
                  <a:pt x="815045" y="125950"/>
                </a:lnTo>
                <a:cubicBezTo>
                  <a:pt x="815056" y="125950"/>
                  <a:pt x="815072" y="125950"/>
                  <a:pt x="815087" y="125950"/>
                </a:cubicBezTo>
                <a:cubicBezTo>
                  <a:pt x="820854" y="125936"/>
                  <a:pt x="825516" y="121229"/>
                  <a:pt x="825501" y="115437"/>
                </a:cubicBezTo>
                <a:lnTo>
                  <a:pt x="825497" y="41997"/>
                </a:lnTo>
                <a:cubicBezTo>
                  <a:pt x="825497" y="41975"/>
                  <a:pt x="825497" y="41954"/>
                  <a:pt x="825497" y="41934"/>
                </a:cubicBezTo>
                <a:cubicBezTo>
                  <a:pt x="825478" y="36154"/>
                  <a:pt x="820793" y="31488"/>
                  <a:pt x="815041" y="31510"/>
                </a:cubicBezTo>
                <a:lnTo>
                  <a:pt x="752355" y="31510"/>
                </a:lnTo>
                <a:cubicBezTo>
                  <a:pt x="752336" y="31510"/>
                  <a:pt x="752317" y="31510"/>
                  <a:pt x="752298" y="31510"/>
                </a:cubicBezTo>
                <a:close/>
                <a:moveTo>
                  <a:pt x="731443" y="1"/>
                </a:moveTo>
                <a:lnTo>
                  <a:pt x="835957" y="1"/>
                </a:lnTo>
                <a:cubicBezTo>
                  <a:pt x="835968" y="1"/>
                  <a:pt x="835980" y="1"/>
                  <a:pt x="835991" y="1"/>
                </a:cubicBezTo>
                <a:cubicBezTo>
                  <a:pt x="853289" y="26"/>
                  <a:pt x="867294" y="14133"/>
                  <a:pt x="867271" y="31510"/>
                </a:cubicBezTo>
                <a:lnTo>
                  <a:pt x="867271" y="125950"/>
                </a:lnTo>
                <a:cubicBezTo>
                  <a:pt x="867271" y="125968"/>
                  <a:pt x="867271" y="125985"/>
                  <a:pt x="867271" y="126003"/>
                </a:cubicBezTo>
                <a:cubicBezTo>
                  <a:pt x="867263" y="143366"/>
                  <a:pt x="853243" y="157437"/>
                  <a:pt x="835957" y="157430"/>
                </a:cubicBezTo>
                <a:lnTo>
                  <a:pt x="731443" y="157430"/>
                </a:lnTo>
                <a:cubicBezTo>
                  <a:pt x="714145" y="157415"/>
                  <a:pt x="700129" y="143325"/>
                  <a:pt x="700129" y="125950"/>
                </a:cubicBezTo>
                <a:lnTo>
                  <a:pt x="700129" y="31510"/>
                </a:lnTo>
                <a:cubicBezTo>
                  <a:pt x="700129" y="14129"/>
                  <a:pt x="714138" y="29"/>
                  <a:pt x="731443" y="1"/>
                </a:cubicBezTo>
                <a:close/>
                <a:moveTo>
                  <a:pt x="527701" y="1"/>
                </a:moveTo>
                <a:cubicBezTo>
                  <a:pt x="527712" y="1"/>
                  <a:pt x="527720" y="1"/>
                  <a:pt x="527728" y="1"/>
                </a:cubicBezTo>
                <a:lnTo>
                  <a:pt x="684414" y="1"/>
                </a:lnTo>
                <a:cubicBezTo>
                  <a:pt x="687309" y="-10"/>
                  <a:pt x="689665" y="2338"/>
                  <a:pt x="689673" y="5244"/>
                </a:cubicBezTo>
                <a:cubicBezTo>
                  <a:pt x="689673" y="5253"/>
                  <a:pt x="689673" y="5262"/>
                  <a:pt x="689673" y="5271"/>
                </a:cubicBezTo>
                <a:lnTo>
                  <a:pt x="689673" y="26268"/>
                </a:lnTo>
                <a:cubicBezTo>
                  <a:pt x="689665" y="29171"/>
                  <a:pt x="687317" y="31518"/>
                  <a:pt x="684426" y="31510"/>
                </a:cubicBezTo>
                <a:cubicBezTo>
                  <a:pt x="684422" y="31510"/>
                  <a:pt x="684418" y="31510"/>
                  <a:pt x="684414" y="31510"/>
                </a:cubicBezTo>
                <a:lnTo>
                  <a:pt x="632188" y="31510"/>
                </a:lnTo>
                <a:cubicBezTo>
                  <a:pt x="629316" y="31511"/>
                  <a:pt x="626987" y="33851"/>
                  <a:pt x="626987" y="36737"/>
                </a:cubicBezTo>
                <a:cubicBezTo>
                  <a:pt x="626987" y="36741"/>
                  <a:pt x="626987" y="36746"/>
                  <a:pt x="626987" y="36751"/>
                </a:cubicBezTo>
                <a:lnTo>
                  <a:pt x="626987" y="152157"/>
                </a:lnTo>
                <a:cubicBezTo>
                  <a:pt x="626994" y="155063"/>
                  <a:pt x="624654" y="157423"/>
                  <a:pt x="621759" y="157428"/>
                </a:cubicBezTo>
                <a:cubicBezTo>
                  <a:pt x="621747" y="157428"/>
                  <a:pt x="621740" y="157428"/>
                  <a:pt x="621728" y="157428"/>
                </a:cubicBezTo>
                <a:lnTo>
                  <a:pt x="590418" y="157428"/>
                </a:lnTo>
                <a:cubicBezTo>
                  <a:pt x="587522" y="157439"/>
                  <a:pt x="585170" y="155091"/>
                  <a:pt x="585159" y="152185"/>
                </a:cubicBezTo>
                <a:cubicBezTo>
                  <a:pt x="585159" y="152175"/>
                  <a:pt x="585159" y="152166"/>
                  <a:pt x="585159" y="152157"/>
                </a:cubicBezTo>
                <a:lnTo>
                  <a:pt x="585159" y="36751"/>
                </a:lnTo>
                <a:cubicBezTo>
                  <a:pt x="585167" y="33866"/>
                  <a:pt x="582849" y="31519"/>
                  <a:pt x="579973" y="31510"/>
                </a:cubicBezTo>
                <a:cubicBezTo>
                  <a:pt x="579969" y="31510"/>
                  <a:pt x="579965" y="31510"/>
                  <a:pt x="579962" y="31510"/>
                </a:cubicBezTo>
                <a:lnTo>
                  <a:pt x="527728" y="31510"/>
                </a:lnTo>
                <a:cubicBezTo>
                  <a:pt x="524840" y="31525"/>
                  <a:pt x="522484" y="29186"/>
                  <a:pt x="522469" y="26284"/>
                </a:cubicBezTo>
                <a:cubicBezTo>
                  <a:pt x="522469" y="26279"/>
                  <a:pt x="522469" y="26273"/>
                  <a:pt x="522469" y="26268"/>
                </a:cubicBezTo>
                <a:lnTo>
                  <a:pt x="522469" y="5271"/>
                </a:lnTo>
                <a:cubicBezTo>
                  <a:pt x="522465" y="2365"/>
                  <a:pt x="524810" y="5"/>
                  <a:pt x="527701" y="1"/>
                </a:cubicBezTo>
                <a:close/>
                <a:moveTo>
                  <a:pt x="376185" y="1"/>
                </a:moveTo>
                <a:lnTo>
                  <a:pt x="480695" y="1"/>
                </a:lnTo>
                <a:cubicBezTo>
                  <a:pt x="498001" y="28"/>
                  <a:pt x="512013" y="14128"/>
                  <a:pt x="512009" y="31510"/>
                </a:cubicBezTo>
                <a:lnTo>
                  <a:pt x="512009" y="36751"/>
                </a:lnTo>
                <a:cubicBezTo>
                  <a:pt x="512009" y="39638"/>
                  <a:pt x="509688" y="41982"/>
                  <a:pt x="506812" y="41995"/>
                </a:cubicBezTo>
                <a:lnTo>
                  <a:pt x="475436" y="41995"/>
                </a:lnTo>
                <a:cubicBezTo>
                  <a:pt x="472564" y="41982"/>
                  <a:pt x="470239" y="39638"/>
                  <a:pt x="470239" y="36751"/>
                </a:cubicBezTo>
                <a:cubicBezTo>
                  <a:pt x="470239" y="36735"/>
                  <a:pt x="470239" y="36720"/>
                  <a:pt x="470239" y="36704"/>
                </a:cubicBezTo>
                <a:cubicBezTo>
                  <a:pt x="470216" y="33811"/>
                  <a:pt x="467860" y="31486"/>
                  <a:pt x="464980" y="31510"/>
                </a:cubicBezTo>
                <a:lnTo>
                  <a:pt x="397082" y="31510"/>
                </a:lnTo>
                <a:cubicBezTo>
                  <a:pt x="397074" y="31510"/>
                  <a:pt x="397066" y="31510"/>
                  <a:pt x="397059" y="31510"/>
                </a:cubicBezTo>
                <a:cubicBezTo>
                  <a:pt x="391295" y="31511"/>
                  <a:pt x="386626" y="36205"/>
                  <a:pt x="386626" y="41995"/>
                </a:cubicBezTo>
                <a:lnTo>
                  <a:pt x="386626" y="52478"/>
                </a:lnTo>
                <a:cubicBezTo>
                  <a:pt x="386622" y="58281"/>
                  <a:pt x="391303" y="62988"/>
                  <a:pt x="397082" y="62991"/>
                </a:cubicBezTo>
                <a:lnTo>
                  <a:pt x="480695" y="62991"/>
                </a:lnTo>
                <a:cubicBezTo>
                  <a:pt x="497989" y="62991"/>
                  <a:pt x="512009" y="77071"/>
                  <a:pt x="512009" y="94440"/>
                </a:cubicBezTo>
                <a:lnTo>
                  <a:pt x="512009" y="125950"/>
                </a:lnTo>
                <a:cubicBezTo>
                  <a:pt x="512009" y="143325"/>
                  <a:pt x="497997" y="157415"/>
                  <a:pt x="480695" y="157430"/>
                </a:cubicBezTo>
                <a:lnTo>
                  <a:pt x="376185" y="157430"/>
                </a:lnTo>
                <a:cubicBezTo>
                  <a:pt x="376176" y="157430"/>
                  <a:pt x="376168" y="157430"/>
                  <a:pt x="376160" y="157430"/>
                </a:cubicBezTo>
                <a:cubicBezTo>
                  <a:pt x="358857" y="157423"/>
                  <a:pt x="344836" y="143330"/>
                  <a:pt x="344842" y="125950"/>
                </a:cubicBezTo>
                <a:lnTo>
                  <a:pt x="344842" y="120678"/>
                </a:lnTo>
                <a:cubicBezTo>
                  <a:pt x="344845" y="117790"/>
                  <a:pt x="347171" y="115447"/>
                  <a:pt x="350047" y="115437"/>
                </a:cubicBezTo>
                <a:lnTo>
                  <a:pt x="381413" y="115437"/>
                </a:lnTo>
                <a:cubicBezTo>
                  <a:pt x="384293" y="115444"/>
                  <a:pt x="386622" y="117787"/>
                  <a:pt x="386626" y="120678"/>
                </a:cubicBezTo>
                <a:cubicBezTo>
                  <a:pt x="386622" y="123583"/>
                  <a:pt x="388963" y="125941"/>
                  <a:pt x="391854" y="125950"/>
                </a:cubicBezTo>
                <a:lnTo>
                  <a:pt x="459783" y="125950"/>
                </a:lnTo>
                <a:cubicBezTo>
                  <a:pt x="459798" y="125950"/>
                  <a:pt x="459810" y="125950"/>
                  <a:pt x="459825" y="125950"/>
                </a:cubicBezTo>
                <a:cubicBezTo>
                  <a:pt x="465592" y="125936"/>
                  <a:pt x="470254" y="121229"/>
                  <a:pt x="470239" y="115437"/>
                </a:cubicBezTo>
                <a:lnTo>
                  <a:pt x="470239" y="104954"/>
                </a:lnTo>
                <a:cubicBezTo>
                  <a:pt x="470239" y="104951"/>
                  <a:pt x="470239" y="104949"/>
                  <a:pt x="470239" y="104947"/>
                </a:cubicBezTo>
                <a:cubicBezTo>
                  <a:pt x="470239" y="99145"/>
                  <a:pt x="465558" y="94441"/>
                  <a:pt x="459783" y="94440"/>
                </a:cubicBezTo>
                <a:lnTo>
                  <a:pt x="376185" y="94440"/>
                </a:lnTo>
                <a:cubicBezTo>
                  <a:pt x="376182" y="94440"/>
                  <a:pt x="376179" y="94440"/>
                  <a:pt x="376176" y="94440"/>
                </a:cubicBezTo>
                <a:cubicBezTo>
                  <a:pt x="358877" y="94447"/>
                  <a:pt x="344849" y="80366"/>
                  <a:pt x="344842" y="62991"/>
                </a:cubicBezTo>
                <a:lnTo>
                  <a:pt x="344842" y="31510"/>
                </a:lnTo>
                <a:cubicBezTo>
                  <a:pt x="344842" y="31508"/>
                  <a:pt x="344842" y="31507"/>
                  <a:pt x="344842" y="31505"/>
                </a:cubicBezTo>
                <a:cubicBezTo>
                  <a:pt x="344836" y="14112"/>
                  <a:pt x="358869" y="7"/>
                  <a:pt x="376185" y="1"/>
                </a:cubicBezTo>
                <a:close/>
                <a:moveTo>
                  <a:pt x="172420" y="1"/>
                </a:moveTo>
                <a:cubicBezTo>
                  <a:pt x="172421" y="1"/>
                  <a:pt x="172422" y="1"/>
                  <a:pt x="172424" y="1"/>
                </a:cubicBezTo>
                <a:lnTo>
                  <a:pt x="329162" y="1"/>
                </a:lnTo>
                <a:cubicBezTo>
                  <a:pt x="332052" y="11"/>
                  <a:pt x="334391" y="2368"/>
                  <a:pt x="334390" y="5271"/>
                </a:cubicBezTo>
                <a:lnTo>
                  <a:pt x="334390" y="26268"/>
                </a:lnTo>
                <a:cubicBezTo>
                  <a:pt x="334379" y="29162"/>
                  <a:pt x="332043" y="31504"/>
                  <a:pt x="329162" y="31510"/>
                </a:cubicBezTo>
                <a:lnTo>
                  <a:pt x="214223" y="31510"/>
                </a:lnTo>
                <a:cubicBezTo>
                  <a:pt x="211347" y="31499"/>
                  <a:pt x="209006" y="33832"/>
                  <a:pt x="208995" y="36722"/>
                </a:cubicBezTo>
                <a:cubicBezTo>
                  <a:pt x="208995" y="36732"/>
                  <a:pt x="208995" y="36741"/>
                  <a:pt x="208995" y="36751"/>
                </a:cubicBezTo>
                <a:lnTo>
                  <a:pt x="208995" y="57748"/>
                </a:lnTo>
                <a:cubicBezTo>
                  <a:pt x="208999" y="60645"/>
                  <a:pt x="211339" y="62991"/>
                  <a:pt x="214223" y="62991"/>
                </a:cubicBezTo>
                <a:lnTo>
                  <a:pt x="318706" y="62991"/>
                </a:lnTo>
                <a:cubicBezTo>
                  <a:pt x="321590" y="62987"/>
                  <a:pt x="323931" y="65332"/>
                  <a:pt x="323935" y="68228"/>
                </a:cubicBezTo>
                <a:cubicBezTo>
                  <a:pt x="323935" y="68230"/>
                  <a:pt x="323935" y="68231"/>
                  <a:pt x="323935" y="68232"/>
                </a:cubicBezTo>
                <a:lnTo>
                  <a:pt x="323935" y="89229"/>
                </a:lnTo>
                <a:cubicBezTo>
                  <a:pt x="323920" y="92117"/>
                  <a:pt x="321581" y="94448"/>
                  <a:pt x="318706" y="94440"/>
                </a:cubicBezTo>
                <a:lnTo>
                  <a:pt x="214223" y="94440"/>
                </a:lnTo>
                <a:cubicBezTo>
                  <a:pt x="211333" y="94443"/>
                  <a:pt x="208992" y="96799"/>
                  <a:pt x="208995" y="99703"/>
                </a:cubicBezTo>
                <a:cubicBezTo>
                  <a:pt x="208995" y="99706"/>
                  <a:pt x="208995" y="99709"/>
                  <a:pt x="208995" y="99712"/>
                </a:cubicBezTo>
                <a:lnTo>
                  <a:pt x="208995" y="120678"/>
                </a:lnTo>
                <a:cubicBezTo>
                  <a:pt x="208987" y="123582"/>
                  <a:pt x="211323" y="125942"/>
                  <a:pt x="214214" y="125950"/>
                </a:cubicBezTo>
                <a:cubicBezTo>
                  <a:pt x="214217" y="125950"/>
                  <a:pt x="214220" y="125950"/>
                  <a:pt x="214223" y="125950"/>
                </a:cubicBezTo>
                <a:lnTo>
                  <a:pt x="329162" y="125950"/>
                </a:lnTo>
                <a:cubicBezTo>
                  <a:pt x="332046" y="125946"/>
                  <a:pt x="334387" y="128291"/>
                  <a:pt x="334390" y="131188"/>
                </a:cubicBezTo>
                <a:cubicBezTo>
                  <a:pt x="334390" y="131189"/>
                  <a:pt x="334390" y="131191"/>
                  <a:pt x="334390" y="131192"/>
                </a:cubicBezTo>
                <a:lnTo>
                  <a:pt x="334390" y="152157"/>
                </a:lnTo>
                <a:cubicBezTo>
                  <a:pt x="334391" y="155061"/>
                  <a:pt x="332053" y="157418"/>
                  <a:pt x="329162" y="157428"/>
                </a:cubicBezTo>
                <a:lnTo>
                  <a:pt x="172424" y="157428"/>
                </a:lnTo>
                <a:cubicBezTo>
                  <a:pt x="169532" y="157424"/>
                  <a:pt x="167191" y="155066"/>
                  <a:pt x="167195" y="152162"/>
                </a:cubicBezTo>
                <a:cubicBezTo>
                  <a:pt x="167195" y="152160"/>
                  <a:pt x="167195" y="152159"/>
                  <a:pt x="167195" y="152157"/>
                </a:cubicBezTo>
                <a:lnTo>
                  <a:pt x="167195" y="5271"/>
                </a:lnTo>
                <a:cubicBezTo>
                  <a:pt x="167189" y="2367"/>
                  <a:pt x="169528" y="7"/>
                  <a:pt x="172420" y="1"/>
                </a:cubicBezTo>
                <a:close/>
                <a:moveTo>
                  <a:pt x="5229" y="1"/>
                </a:moveTo>
                <a:lnTo>
                  <a:pt x="151513" y="1"/>
                </a:lnTo>
                <a:cubicBezTo>
                  <a:pt x="154404" y="5"/>
                  <a:pt x="156745" y="2363"/>
                  <a:pt x="156742" y="5268"/>
                </a:cubicBezTo>
                <a:cubicBezTo>
                  <a:pt x="156742" y="5269"/>
                  <a:pt x="156742" y="5270"/>
                  <a:pt x="156742" y="5271"/>
                </a:cubicBezTo>
                <a:lnTo>
                  <a:pt x="156742" y="26268"/>
                </a:lnTo>
                <a:cubicBezTo>
                  <a:pt x="156736" y="29164"/>
                  <a:pt x="154397" y="31509"/>
                  <a:pt x="151513" y="31510"/>
                </a:cubicBezTo>
                <a:lnTo>
                  <a:pt x="47030" y="31510"/>
                </a:lnTo>
                <a:cubicBezTo>
                  <a:pt x="44146" y="31509"/>
                  <a:pt x="41806" y="33854"/>
                  <a:pt x="41801" y="36751"/>
                </a:cubicBezTo>
                <a:lnTo>
                  <a:pt x="41801" y="57748"/>
                </a:lnTo>
                <a:cubicBezTo>
                  <a:pt x="41815" y="60641"/>
                  <a:pt x="44149" y="62981"/>
                  <a:pt x="47030" y="62991"/>
                </a:cubicBezTo>
                <a:lnTo>
                  <a:pt x="141083" y="62991"/>
                </a:lnTo>
                <a:cubicBezTo>
                  <a:pt x="143967" y="62989"/>
                  <a:pt x="146307" y="65335"/>
                  <a:pt x="146312" y="68232"/>
                </a:cubicBezTo>
                <a:lnTo>
                  <a:pt x="146284" y="89229"/>
                </a:lnTo>
                <a:cubicBezTo>
                  <a:pt x="146279" y="92111"/>
                  <a:pt x="143951" y="94443"/>
                  <a:pt x="141082" y="94440"/>
                </a:cubicBezTo>
                <a:lnTo>
                  <a:pt x="47028" y="94440"/>
                </a:lnTo>
                <a:cubicBezTo>
                  <a:pt x="44139" y="94454"/>
                  <a:pt x="41802" y="96810"/>
                  <a:pt x="41801" y="99712"/>
                </a:cubicBezTo>
                <a:lnTo>
                  <a:pt x="41801" y="152157"/>
                </a:lnTo>
                <a:cubicBezTo>
                  <a:pt x="41808" y="155061"/>
                  <a:pt x="39470" y="157421"/>
                  <a:pt x="36579" y="157428"/>
                </a:cubicBezTo>
                <a:cubicBezTo>
                  <a:pt x="36577" y="157428"/>
                  <a:pt x="36574" y="157428"/>
                  <a:pt x="36572" y="157428"/>
                </a:cubicBezTo>
                <a:lnTo>
                  <a:pt x="5229" y="157430"/>
                </a:lnTo>
                <a:cubicBezTo>
                  <a:pt x="2338" y="157417"/>
                  <a:pt x="1" y="155060"/>
                  <a:pt x="0" y="152157"/>
                </a:cubicBezTo>
                <a:lnTo>
                  <a:pt x="0" y="5271"/>
                </a:lnTo>
                <a:cubicBezTo>
                  <a:pt x="2" y="2369"/>
                  <a:pt x="2339" y="14"/>
                  <a:pt x="5229" y="1"/>
                </a:cubicBezTo>
                <a:close/>
              </a:path>
            </a:pathLst>
          </a:custGeom>
          <a:solidFill xmlns:a="http://schemas.openxmlformats.org/drawingml/2006/main">
            <a:srgbClr val="0091DC"/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2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C35F600C-5254-9ED5-D79E-6C03AF9DDEEB}"/>
              </a:ext>
            </a:extLst>
          </p:cNvPr>
          <p:cNvSpPr>
            <a:spLocks xmlns:a="http://schemas.openxmlformats.org/drawingml/2006/main" noGrp="1"/>
          </p:cNvSpPr>
          <p:nvPr>
            <p:ph type="pic" idx="23" hasCustomPrompt="1"/>
          </p:nvPr>
        </p:nvSpPr>
        <p:spPr>
          <a:xfrm xmlns:a="http://schemas.openxmlformats.org/drawingml/2006/main">
            <a:off x="5068676" y="4529936"/>
            <a:ext cx="3009172" cy="198184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  <a:ln xmlns:a="http://schemas.openxmlformats.org/drawingml/2006/main" w="69850">
            <a:solidFill>
              <a:schemeClr val="bg1"/>
            </a:solidFill>
          </a:ln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59692F17-DF23-900B-6A29-8DC63BF654E6}"/>
              </a:ext>
            </a:extLst>
          </p:cNvPr>
          <p:cNvSpPr>
            <a:spLocks xmlns:a="http://schemas.openxmlformats.org/drawingml/2006/main" noGrp="1"/>
          </p:cNvSpPr>
          <p:nvPr>
            <p:ph type="pic" idx="24" hasCustomPrompt="1"/>
          </p:nvPr>
        </p:nvSpPr>
        <p:spPr>
          <a:xfrm xmlns:a="http://schemas.openxmlformats.org/drawingml/2006/main">
            <a:off x="8779164" y="4529937"/>
            <a:ext cx="3009172" cy="198184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  <a:ln xmlns:a="http://schemas.openxmlformats.org/drawingml/2006/main" w="69850">
            <a:solidFill>
              <a:schemeClr val="bg1"/>
            </a:solidFill>
          </a:ln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6" name="Gerader Verbinder 5">
            <a:extLst xmlns:a="http://schemas.openxmlformats.org/drawingml/2006/main">
              <a:ext uri="{FF2B5EF4-FFF2-40B4-BE49-F238E27FC236}">
                <a16:creationId xmlns:a16="http://schemas.microsoft.com/office/drawing/2014/main" id="{19DC1BDE-7B80-444F-877E-BDE0278E6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Titel 8">
            <a:extLst xmlns:a="http://schemas.openxmlformats.org/drawingml/2006/main">
              <a:ext uri="{FF2B5EF4-FFF2-40B4-BE49-F238E27FC236}">
                <a16:creationId xmlns:a16="http://schemas.microsoft.com/office/drawing/2014/main" id="{D21E0D19-5457-16AD-73E8-A5B915CFF1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7" y="933490"/>
            <a:ext cx="5576927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15" name="Datumsplatzhalter 14">
            <a:extLst xmlns:a="http://schemas.openxmlformats.org/drawingml/2006/main">
              <a:ext uri="{FF2B5EF4-FFF2-40B4-BE49-F238E27FC236}">
                <a16:creationId xmlns:a16="http://schemas.microsoft.com/office/drawing/2014/main" id="{68ABBA91-8E20-CB30-AAD7-A616306865BF}"/>
              </a:ext>
            </a:extLst>
          </p:cNvPr>
          <p:cNvSpPr>
            <a:spLocks xmlns:a="http://schemas.openxmlformats.org/drawingml/2006/main" noGrp="1"/>
          </p:cNvSpPr>
          <p:nvPr>
            <p:ph type="dt" idx="2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6" name="Fußzeilenplatzhalter 15">
            <a:extLst xmlns:a="http://schemas.openxmlformats.org/drawingml/2006/main">
              <a:ext uri="{FF2B5EF4-FFF2-40B4-BE49-F238E27FC236}">
                <a16:creationId xmlns:a16="http://schemas.microsoft.com/office/drawing/2014/main" id="{A6525E11-5EC5-6C24-CBAA-CE27869B4BAF}"/>
              </a:ext>
            </a:extLst>
          </p:cNvPr>
          <p:cNvSpPr>
            <a:spLocks xmlns:a="http://schemas.openxmlformats.org/drawingml/2006/main" noGrp="1"/>
          </p:cNvSpPr>
          <p:nvPr>
            <p:ph type="ftr" idx="2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7" name="Foliennummernplatzhalter 16">
            <a:extLst xmlns:a="http://schemas.openxmlformats.org/drawingml/2006/main">
              <a:ext uri="{FF2B5EF4-FFF2-40B4-BE49-F238E27FC236}">
                <a16:creationId xmlns:a16="http://schemas.microsoft.com/office/drawing/2014/main" id="{A349EE42-911D-8DA1-E004-9BD775176D54}"/>
              </a:ext>
            </a:extLst>
          </p:cNvPr>
          <p:cNvSpPr>
            <a:spLocks xmlns:a="http://schemas.openxmlformats.org/drawingml/2006/main" noGrp="1"/>
          </p:cNvSpPr>
          <p:nvPr>
            <p:ph type="sldNum" idx="2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114.xml><?xml version="1.0" encoding="utf-8"?>
<p:sldLayout xmlns:p="http://schemas.openxmlformats.org/presentationml/2006/main" preserve="1">
  <p:cSld name="Text + 3x Picture small up - without ribb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8" y="2475287"/>
            <a:ext cx="3522176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7123326" y="1"/>
            <a:ext cx="50686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0" bIns="144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3" name="Untertitel 2">
            <a:extLst xmlns:a="http://schemas.openxmlformats.org/drawingml/2006/main">
              <a:ext uri="{FF2B5EF4-FFF2-40B4-BE49-F238E27FC236}">
                <a16:creationId xmlns:a16="http://schemas.microsoft.com/office/drawing/2014/main" id="{17FBEE26-EF6A-FB40-624D-D3EF6BE01A90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649620" y="893160"/>
            <a:ext cx="895233" cy="162409"/>
          </a:xfrm>
          <a:custGeom xmlns:a="http://schemas.openxmlformats.org/drawingml/2006/main">
            <a:gdLst>
              <a:gd name="connsiteX0" fmla="*/ 752298 w 867271"/>
              <a:gd name="connsiteY0" fmla="*/ 31510 h 157430"/>
              <a:gd name="connsiteX1" fmla="*/ 741899 w 867271"/>
              <a:gd name="connsiteY1" fmla="*/ 41995 h 157430"/>
              <a:gd name="connsiteX2" fmla="*/ 741899 w 867271"/>
              <a:gd name="connsiteY2" fmla="*/ 115437 h 157430"/>
              <a:gd name="connsiteX3" fmla="*/ 741899 w 867271"/>
              <a:gd name="connsiteY3" fmla="*/ 115481 h 157430"/>
              <a:gd name="connsiteX4" fmla="*/ 752359 w 867271"/>
              <a:gd name="connsiteY4" fmla="*/ 125950 h 157430"/>
              <a:gd name="connsiteX5" fmla="*/ 815045 w 867271"/>
              <a:gd name="connsiteY5" fmla="*/ 125950 h 157430"/>
              <a:gd name="connsiteX6" fmla="*/ 815087 w 867271"/>
              <a:gd name="connsiteY6" fmla="*/ 125950 h 157430"/>
              <a:gd name="connsiteX7" fmla="*/ 825501 w 867271"/>
              <a:gd name="connsiteY7" fmla="*/ 115437 h 157430"/>
              <a:gd name="connsiteX8" fmla="*/ 825497 w 867271"/>
              <a:gd name="connsiteY8" fmla="*/ 41997 h 157430"/>
              <a:gd name="connsiteX9" fmla="*/ 825497 w 867271"/>
              <a:gd name="connsiteY9" fmla="*/ 41934 h 157430"/>
              <a:gd name="connsiteX10" fmla="*/ 815041 w 867271"/>
              <a:gd name="connsiteY10" fmla="*/ 31510 h 157430"/>
              <a:gd name="connsiteX11" fmla="*/ 752355 w 867271"/>
              <a:gd name="connsiteY11" fmla="*/ 31510 h 157430"/>
              <a:gd name="connsiteX12" fmla="*/ 752298 w 867271"/>
              <a:gd name="connsiteY12" fmla="*/ 31510 h 157430"/>
              <a:gd name="connsiteX13" fmla="*/ 731443 w 867271"/>
              <a:gd name="connsiteY13" fmla="*/ 1 h 157430"/>
              <a:gd name="connsiteX14" fmla="*/ 835957 w 867271"/>
              <a:gd name="connsiteY14" fmla="*/ 1 h 157430"/>
              <a:gd name="connsiteX15" fmla="*/ 835991 w 867271"/>
              <a:gd name="connsiteY15" fmla="*/ 1 h 157430"/>
              <a:gd name="connsiteX16" fmla="*/ 867271 w 867271"/>
              <a:gd name="connsiteY16" fmla="*/ 31510 h 157430"/>
              <a:gd name="connsiteX17" fmla="*/ 867271 w 867271"/>
              <a:gd name="connsiteY17" fmla="*/ 125950 h 157430"/>
              <a:gd name="connsiteX18" fmla="*/ 867271 w 867271"/>
              <a:gd name="connsiteY18" fmla="*/ 126003 h 157430"/>
              <a:gd name="connsiteX19" fmla="*/ 835957 w 867271"/>
              <a:gd name="connsiteY19" fmla="*/ 157430 h 157430"/>
              <a:gd name="connsiteX20" fmla="*/ 731443 w 867271"/>
              <a:gd name="connsiteY20" fmla="*/ 157430 h 157430"/>
              <a:gd name="connsiteX21" fmla="*/ 700129 w 867271"/>
              <a:gd name="connsiteY21" fmla="*/ 125950 h 157430"/>
              <a:gd name="connsiteX22" fmla="*/ 700129 w 867271"/>
              <a:gd name="connsiteY22" fmla="*/ 31510 h 157430"/>
              <a:gd name="connsiteX23" fmla="*/ 731443 w 867271"/>
              <a:gd name="connsiteY23" fmla="*/ 1 h 157430"/>
              <a:gd name="connsiteX24" fmla="*/ 527701 w 867271"/>
              <a:gd name="connsiteY24" fmla="*/ 1 h 157430"/>
              <a:gd name="connsiteX25" fmla="*/ 527728 w 867271"/>
              <a:gd name="connsiteY25" fmla="*/ 1 h 157430"/>
              <a:gd name="connsiteX26" fmla="*/ 684414 w 867271"/>
              <a:gd name="connsiteY26" fmla="*/ 1 h 157430"/>
              <a:gd name="connsiteX27" fmla="*/ 689673 w 867271"/>
              <a:gd name="connsiteY27" fmla="*/ 5244 h 157430"/>
              <a:gd name="connsiteX28" fmla="*/ 689673 w 867271"/>
              <a:gd name="connsiteY28" fmla="*/ 5271 h 157430"/>
              <a:gd name="connsiteX29" fmla="*/ 689673 w 867271"/>
              <a:gd name="connsiteY29" fmla="*/ 26268 h 157430"/>
              <a:gd name="connsiteX30" fmla="*/ 684426 w 867271"/>
              <a:gd name="connsiteY30" fmla="*/ 31510 h 157430"/>
              <a:gd name="connsiteX31" fmla="*/ 684414 w 867271"/>
              <a:gd name="connsiteY31" fmla="*/ 31510 h 157430"/>
              <a:gd name="connsiteX32" fmla="*/ 632188 w 867271"/>
              <a:gd name="connsiteY32" fmla="*/ 31510 h 157430"/>
              <a:gd name="connsiteX33" fmla="*/ 626987 w 867271"/>
              <a:gd name="connsiteY33" fmla="*/ 36737 h 157430"/>
              <a:gd name="connsiteX34" fmla="*/ 626987 w 867271"/>
              <a:gd name="connsiteY34" fmla="*/ 36751 h 157430"/>
              <a:gd name="connsiteX35" fmla="*/ 626987 w 867271"/>
              <a:gd name="connsiteY35" fmla="*/ 152157 h 157430"/>
              <a:gd name="connsiteX36" fmla="*/ 621759 w 867271"/>
              <a:gd name="connsiteY36" fmla="*/ 157428 h 157430"/>
              <a:gd name="connsiteX37" fmla="*/ 621728 w 867271"/>
              <a:gd name="connsiteY37" fmla="*/ 157428 h 157430"/>
              <a:gd name="connsiteX38" fmla="*/ 590418 w 867271"/>
              <a:gd name="connsiteY38" fmla="*/ 157428 h 157430"/>
              <a:gd name="connsiteX39" fmla="*/ 585159 w 867271"/>
              <a:gd name="connsiteY39" fmla="*/ 152185 h 157430"/>
              <a:gd name="connsiteX40" fmla="*/ 585159 w 867271"/>
              <a:gd name="connsiteY40" fmla="*/ 152157 h 157430"/>
              <a:gd name="connsiteX41" fmla="*/ 585159 w 867271"/>
              <a:gd name="connsiteY41" fmla="*/ 36751 h 157430"/>
              <a:gd name="connsiteX42" fmla="*/ 579973 w 867271"/>
              <a:gd name="connsiteY42" fmla="*/ 31510 h 157430"/>
              <a:gd name="connsiteX43" fmla="*/ 579962 w 867271"/>
              <a:gd name="connsiteY43" fmla="*/ 31510 h 157430"/>
              <a:gd name="connsiteX44" fmla="*/ 527728 w 867271"/>
              <a:gd name="connsiteY44" fmla="*/ 31510 h 157430"/>
              <a:gd name="connsiteX45" fmla="*/ 522469 w 867271"/>
              <a:gd name="connsiteY45" fmla="*/ 26284 h 157430"/>
              <a:gd name="connsiteX46" fmla="*/ 522469 w 867271"/>
              <a:gd name="connsiteY46" fmla="*/ 26268 h 157430"/>
              <a:gd name="connsiteX47" fmla="*/ 522469 w 867271"/>
              <a:gd name="connsiteY47" fmla="*/ 5271 h 157430"/>
              <a:gd name="connsiteX48" fmla="*/ 527701 w 867271"/>
              <a:gd name="connsiteY48" fmla="*/ 1 h 157430"/>
              <a:gd name="connsiteX49" fmla="*/ 376185 w 867271"/>
              <a:gd name="connsiteY49" fmla="*/ 1 h 157430"/>
              <a:gd name="connsiteX50" fmla="*/ 480695 w 867271"/>
              <a:gd name="connsiteY50" fmla="*/ 1 h 157430"/>
              <a:gd name="connsiteX51" fmla="*/ 512009 w 867271"/>
              <a:gd name="connsiteY51" fmla="*/ 31510 h 157430"/>
              <a:gd name="connsiteX52" fmla="*/ 512009 w 867271"/>
              <a:gd name="connsiteY52" fmla="*/ 36751 h 157430"/>
              <a:gd name="connsiteX53" fmla="*/ 506812 w 867271"/>
              <a:gd name="connsiteY53" fmla="*/ 41995 h 157430"/>
              <a:gd name="connsiteX54" fmla="*/ 475436 w 867271"/>
              <a:gd name="connsiteY54" fmla="*/ 41995 h 157430"/>
              <a:gd name="connsiteX55" fmla="*/ 470239 w 867271"/>
              <a:gd name="connsiteY55" fmla="*/ 36751 h 157430"/>
              <a:gd name="connsiteX56" fmla="*/ 470239 w 867271"/>
              <a:gd name="connsiteY56" fmla="*/ 36704 h 157430"/>
              <a:gd name="connsiteX57" fmla="*/ 464980 w 867271"/>
              <a:gd name="connsiteY57" fmla="*/ 31510 h 157430"/>
              <a:gd name="connsiteX58" fmla="*/ 397082 w 867271"/>
              <a:gd name="connsiteY58" fmla="*/ 31510 h 157430"/>
              <a:gd name="connsiteX59" fmla="*/ 397059 w 867271"/>
              <a:gd name="connsiteY59" fmla="*/ 31510 h 157430"/>
              <a:gd name="connsiteX60" fmla="*/ 386626 w 867271"/>
              <a:gd name="connsiteY60" fmla="*/ 41995 h 157430"/>
              <a:gd name="connsiteX61" fmla="*/ 386626 w 867271"/>
              <a:gd name="connsiteY61" fmla="*/ 52478 h 157430"/>
              <a:gd name="connsiteX62" fmla="*/ 397082 w 867271"/>
              <a:gd name="connsiteY62" fmla="*/ 62991 h 157430"/>
              <a:gd name="connsiteX63" fmla="*/ 480695 w 867271"/>
              <a:gd name="connsiteY63" fmla="*/ 62991 h 157430"/>
              <a:gd name="connsiteX64" fmla="*/ 512009 w 867271"/>
              <a:gd name="connsiteY64" fmla="*/ 94440 h 157430"/>
              <a:gd name="connsiteX65" fmla="*/ 512009 w 867271"/>
              <a:gd name="connsiteY65" fmla="*/ 125950 h 157430"/>
              <a:gd name="connsiteX66" fmla="*/ 480695 w 867271"/>
              <a:gd name="connsiteY66" fmla="*/ 157430 h 157430"/>
              <a:gd name="connsiteX67" fmla="*/ 376185 w 867271"/>
              <a:gd name="connsiteY67" fmla="*/ 157430 h 157430"/>
              <a:gd name="connsiteX68" fmla="*/ 376160 w 867271"/>
              <a:gd name="connsiteY68" fmla="*/ 157430 h 157430"/>
              <a:gd name="connsiteX69" fmla="*/ 344842 w 867271"/>
              <a:gd name="connsiteY69" fmla="*/ 125950 h 157430"/>
              <a:gd name="connsiteX70" fmla="*/ 344842 w 867271"/>
              <a:gd name="connsiteY70" fmla="*/ 120678 h 157430"/>
              <a:gd name="connsiteX71" fmla="*/ 350047 w 867271"/>
              <a:gd name="connsiteY71" fmla="*/ 115437 h 157430"/>
              <a:gd name="connsiteX72" fmla="*/ 381413 w 867271"/>
              <a:gd name="connsiteY72" fmla="*/ 115437 h 157430"/>
              <a:gd name="connsiteX73" fmla="*/ 386626 w 867271"/>
              <a:gd name="connsiteY73" fmla="*/ 120678 h 157430"/>
              <a:gd name="connsiteX74" fmla="*/ 391854 w 867271"/>
              <a:gd name="connsiteY74" fmla="*/ 125950 h 157430"/>
              <a:gd name="connsiteX75" fmla="*/ 459783 w 867271"/>
              <a:gd name="connsiteY75" fmla="*/ 125950 h 157430"/>
              <a:gd name="connsiteX76" fmla="*/ 459825 w 867271"/>
              <a:gd name="connsiteY76" fmla="*/ 125950 h 157430"/>
              <a:gd name="connsiteX77" fmla="*/ 470239 w 867271"/>
              <a:gd name="connsiteY77" fmla="*/ 115437 h 157430"/>
              <a:gd name="connsiteX78" fmla="*/ 470239 w 867271"/>
              <a:gd name="connsiteY78" fmla="*/ 104954 h 157430"/>
              <a:gd name="connsiteX79" fmla="*/ 470239 w 867271"/>
              <a:gd name="connsiteY79" fmla="*/ 104947 h 157430"/>
              <a:gd name="connsiteX80" fmla="*/ 459783 w 867271"/>
              <a:gd name="connsiteY80" fmla="*/ 94440 h 157430"/>
              <a:gd name="connsiteX81" fmla="*/ 376185 w 867271"/>
              <a:gd name="connsiteY81" fmla="*/ 94440 h 157430"/>
              <a:gd name="connsiteX82" fmla="*/ 376176 w 867271"/>
              <a:gd name="connsiteY82" fmla="*/ 94440 h 157430"/>
              <a:gd name="connsiteX83" fmla="*/ 344842 w 867271"/>
              <a:gd name="connsiteY83" fmla="*/ 62991 h 157430"/>
              <a:gd name="connsiteX84" fmla="*/ 344842 w 867271"/>
              <a:gd name="connsiteY84" fmla="*/ 31510 h 157430"/>
              <a:gd name="connsiteX85" fmla="*/ 344842 w 867271"/>
              <a:gd name="connsiteY85" fmla="*/ 31505 h 157430"/>
              <a:gd name="connsiteX86" fmla="*/ 376185 w 867271"/>
              <a:gd name="connsiteY86" fmla="*/ 1 h 157430"/>
              <a:gd name="connsiteX87" fmla="*/ 172420 w 867271"/>
              <a:gd name="connsiteY87" fmla="*/ 1 h 157430"/>
              <a:gd name="connsiteX88" fmla="*/ 172424 w 867271"/>
              <a:gd name="connsiteY88" fmla="*/ 1 h 157430"/>
              <a:gd name="connsiteX89" fmla="*/ 329162 w 867271"/>
              <a:gd name="connsiteY89" fmla="*/ 1 h 157430"/>
              <a:gd name="connsiteX90" fmla="*/ 334390 w 867271"/>
              <a:gd name="connsiteY90" fmla="*/ 5271 h 157430"/>
              <a:gd name="connsiteX91" fmla="*/ 334390 w 867271"/>
              <a:gd name="connsiteY91" fmla="*/ 26268 h 157430"/>
              <a:gd name="connsiteX92" fmla="*/ 329162 w 867271"/>
              <a:gd name="connsiteY92" fmla="*/ 31510 h 157430"/>
              <a:gd name="connsiteX93" fmla="*/ 214223 w 867271"/>
              <a:gd name="connsiteY93" fmla="*/ 31510 h 157430"/>
              <a:gd name="connsiteX94" fmla="*/ 208995 w 867271"/>
              <a:gd name="connsiteY94" fmla="*/ 36722 h 157430"/>
              <a:gd name="connsiteX95" fmla="*/ 208995 w 867271"/>
              <a:gd name="connsiteY95" fmla="*/ 36751 h 157430"/>
              <a:gd name="connsiteX96" fmla="*/ 208995 w 867271"/>
              <a:gd name="connsiteY96" fmla="*/ 57748 h 157430"/>
              <a:gd name="connsiteX97" fmla="*/ 214223 w 867271"/>
              <a:gd name="connsiteY97" fmla="*/ 62991 h 157430"/>
              <a:gd name="connsiteX98" fmla="*/ 318706 w 867271"/>
              <a:gd name="connsiteY98" fmla="*/ 62991 h 157430"/>
              <a:gd name="connsiteX99" fmla="*/ 323935 w 867271"/>
              <a:gd name="connsiteY99" fmla="*/ 68228 h 157430"/>
              <a:gd name="connsiteX100" fmla="*/ 323935 w 867271"/>
              <a:gd name="connsiteY100" fmla="*/ 68232 h 157430"/>
              <a:gd name="connsiteX101" fmla="*/ 323935 w 867271"/>
              <a:gd name="connsiteY101" fmla="*/ 89229 h 157430"/>
              <a:gd name="connsiteX102" fmla="*/ 318706 w 867271"/>
              <a:gd name="connsiteY102" fmla="*/ 94440 h 157430"/>
              <a:gd name="connsiteX103" fmla="*/ 214223 w 867271"/>
              <a:gd name="connsiteY103" fmla="*/ 94440 h 157430"/>
              <a:gd name="connsiteX104" fmla="*/ 208995 w 867271"/>
              <a:gd name="connsiteY104" fmla="*/ 99703 h 157430"/>
              <a:gd name="connsiteX105" fmla="*/ 208995 w 867271"/>
              <a:gd name="connsiteY105" fmla="*/ 99712 h 157430"/>
              <a:gd name="connsiteX106" fmla="*/ 208995 w 867271"/>
              <a:gd name="connsiteY106" fmla="*/ 120678 h 157430"/>
              <a:gd name="connsiteX107" fmla="*/ 214214 w 867271"/>
              <a:gd name="connsiteY107" fmla="*/ 125950 h 157430"/>
              <a:gd name="connsiteX108" fmla="*/ 214223 w 867271"/>
              <a:gd name="connsiteY108" fmla="*/ 125950 h 157430"/>
              <a:gd name="connsiteX109" fmla="*/ 329162 w 867271"/>
              <a:gd name="connsiteY109" fmla="*/ 125950 h 157430"/>
              <a:gd name="connsiteX110" fmla="*/ 334390 w 867271"/>
              <a:gd name="connsiteY110" fmla="*/ 131188 h 157430"/>
              <a:gd name="connsiteX111" fmla="*/ 334390 w 867271"/>
              <a:gd name="connsiteY111" fmla="*/ 131192 h 157430"/>
              <a:gd name="connsiteX112" fmla="*/ 334390 w 867271"/>
              <a:gd name="connsiteY112" fmla="*/ 152157 h 157430"/>
              <a:gd name="connsiteX113" fmla="*/ 329162 w 867271"/>
              <a:gd name="connsiteY113" fmla="*/ 157428 h 157430"/>
              <a:gd name="connsiteX114" fmla="*/ 172424 w 867271"/>
              <a:gd name="connsiteY114" fmla="*/ 157428 h 157430"/>
              <a:gd name="connsiteX115" fmla="*/ 167195 w 867271"/>
              <a:gd name="connsiteY115" fmla="*/ 152162 h 157430"/>
              <a:gd name="connsiteX116" fmla="*/ 167195 w 867271"/>
              <a:gd name="connsiteY116" fmla="*/ 152157 h 157430"/>
              <a:gd name="connsiteX117" fmla="*/ 167195 w 867271"/>
              <a:gd name="connsiteY117" fmla="*/ 5271 h 157430"/>
              <a:gd name="connsiteX118" fmla="*/ 172420 w 867271"/>
              <a:gd name="connsiteY118" fmla="*/ 1 h 157430"/>
              <a:gd name="connsiteX119" fmla="*/ 5229 w 867271"/>
              <a:gd name="connsiteY119" fmla="*/ 1 h 157430"/>
              <a:gd name="connsiteX120" fmla="*/ 151513 w 867271"/>
              <a:gd name="connsiteY120" fmla="*/ 1 h 157430"/>
              <a:gd name="connsiteX121" fmla="*/ 156742 w 867271"/>
              <a:gd name="connsiteY121" fmla="*/ 5268 h 157430"/>
              <a:gd name="connsiteX122" fmla="*/ 156742 w 867271"/>
              <a:gd name="connsiteY122" fmla="*/ 5271 h 157430"/>
              <a:gd name="connsiteX123" fmla="*/ 156742 w 867271"/>
              <a:gd name="connsiteY123" fmla="*/ 26268 h 157430"/>
              <a:gd name="connsiteX124" fmla="*/ 151513 w 867271"/>
              <a:gd name="connsiteY124" fmla="*/ 31510 h 157430"/>
              <a:gd name="connsiteX125" fmla="*/ 47030 w 867271"/>
              <a:gd name="connsiteY125" fmla="*/ 31510 h 157430"/>
              <a:gd name="connsiteX126" fmla="*/ 41801 w 867271"/>
              <a:gd name="connsiteY126" fmla="*/ 36751 h 157430"/>
              <a:gd name="connsiteX127" fmla="*/ 41801 w 867271"/>
              <a:gd name="connsiteY127" fmla="*/ 57748 h 157430"/>
              <a:gd name="connsiteX128" fmla="*/ 47030 w 867271"/>
              <a:gd name="connsiteY128" fmla="*/ 62991 h 157430"/>
              <a:gd name="connsiteX129" fmla="*/ 141083 w 867271"/>
              <a:gd name="connsiteY129" fmla="*/ 62991 h 157430"/>
              <a:gd name="connsiteX130" fmla="*/ 146312 w 867271"/>
              <a:gd name="connsiteY130" fmla="*/ 68232 h 157430"/>
              <a:gd name="connsiteX131" fmla="*/ 146284 w 867271"/>
              <a:gd name="connsiteY131" fmla="*/ 89229 h 157430"/>
              <a:gd name="connsiteX132" fmla="*/ 141082 w 867271"/>
              <a:gd name="connsiteY132" fmla="*/ 94440 h 157430"/>
              <a:gd name="connsiteX133" fmla="*/ 47028 w 867271"/>
              <a:gd name="connsiteY133" fmla="*/ 94440 h 157430"/>
              <a:gd name="connsiteX134" fmla="*/ 41801 w 867271"/>
              <a:gd name="connsiteY134" fmla="*/ 99712 h 157430"/>
              <a:gd name="connsiteX135" fmla="*/ 41801 w 867271"/>
              <a:gd name="connsiteY135" fmla="*/ 152157 h 157430"/>
              <a:gd name="connsiteX136" fmla="*/ 36579 w 867271"/>
              <a:gd name="connsiteY136" fmla="*/ 157428 h 157430"/>
              <a:gd name="connsiteX137" fmla="*/ 36572 w 867271"/>
              <a:gd name="connsiteY137" fmla="*/ 157428 h 157430"/>
              <a:gd name="connsiteX138" fmla="*/ 5229 w 867271"/>
              <a:gd name="connsiteY138" fmla="*/ 157430 h 157430"/>
              <a:gd name="connsiteX139" fmla="*/ 0 w 867271"/>
              <a:gd name="connsiteY139" fmla="*/ 152157 h 157430"/>
              <a:gd name="connsiteX140" fmla="*/ 0 w 867271"/>
              <a:gd name="connsiteY140" fmla="*/ 5271 h 157430"/>
              <a:gd name="connsiteX141" fmla="*/ 5229 w 867271"/>
              <a:gd name="connsiteY141" fmla="*/ 1 h 157430"/>
            </a:gdLst>
            <a:rect l="l" t="t" r="r" b="b"/>
            <a:pathLst>
              <a:path w="867271" h="157430">
                <a:moveTo>
                  <a:pt x="752298" y="31510"/>
                </a:moveTo>
                <a:cubicBezTo>
                  <a:pt x="746542" y="31521"/>
                  <a:pt x="741888" y="36215"/>
                  <a:pt x="741899" y="41995"/>
                </a:cubicBezTo>
                <a:lnTo>
                  <a:pt x="741899" y="115437"/>
                </a:lnTo>
                <a:cubicBezTo>
                  <a:pt x="741899" y="115452"/>
                  <a:pt x="741899" y="115467"/>
                  <a:pt x="741899" y="115481"/>
                </a:cubicBezTo>
                <a:cubicBezTo>
                  <a:pt x="741910" y="121273"/>
                  <a:pt x="746592" y="125960"/>
                  <a:pt x="752359" y="125950"/>
                </a:cubicBezTo>
                <a:lnTo>
                  <a:pt x="815045" y="125950"/>
                </a:lnTo>
                <a:cubicBezTo>
                  <a:pt x="815056" y="125950"/>
                  <a:pt x="815072" y="125950"/>
                  <a:pt x="815087" y="125950"/>
                </a:cubicBezTo>
                <a:cubicBezTo>
                  <a:pt x="820854" y="125936"/>
                  <a:pt x="825516" y="121229"/>
                  <a:pt x="825501" y="115437"/>
                </a:cubicBezTo>
                <a:lnTo>
                  <a:pt x="825497" y="41997"/>
                </a:lnTo>
                <a:cubicBezTo>
                  <a:pt x="825497" y="41975"/>
                  <a:pt x="825497" y="41954"/>
                  <a:pt x="825497" y="41934"/>
                </a:cubicBezTo>
                <a:cubicBezTo>
                  <a:pt x="825478" y="36154"/>
                  <a:pt x="820793" y="31488"/>
                  <a:pt x="815041" y="31510"/>
                </a:cubicBezTo>
                <a:lnTo>
                  <a:pt x="752355" y="31510"/>
                </a:lnTo>
                <a:cubicBezTo>
                  <a:pt x="752336" y="31510"/>
                  <a:pt x="752317" y="31510"/>
                  <a:pt x="752298" y="31510"/>
                </a:cubicBezTo>
                <a:close/>
                <a:moveTo>
                  <a:pt x="731443" y="1"/>
                </a:moveTo>
                <a:lnTo>
                  <a:pt x="835957" y="1"/>
                </a:lnTo>
                <a:cubicBezTo>
                  <a:pt x="835968" y="1"/>
                  <a:pt x="835980" y="1"/>
                  <a:pt x="835991" y="1"/>
                </a:cubicBezTo>
                <a:cubicBezTo>
                  <a:pt x="853289" y="26"/>
                  <a:pt x="867294" y="14133"/>
                  <a:pt x="867271" y="31510"/>
                </a:cubicBezTo>
                <a:lnTo>
                  <a:pt x="867271" y="125950"/>
                </a:lnTo>
                <a:cubicBezTo>
                  <a:pt x="867271" y="125968"/>
                  <a:pt x="867271" y="125985"/>
                  <a:pt x="867271" y="126003"/>
                </a:cubicBezTo>
                <a:cubicBezTo>
                  <a:pt x="867263" y="143366"/>
                  <a:pt x="853243" y="157437"/>
                  <a:pt x="835957" y="157430"/>
                </a:cubicBezTo>
                <a:lnTo>
                  <a:pt x="731443" y="157430"/>
                </a:lnTo>
                <a:cubicBezTo>
                  <a:pt x="714145" y="157415"/>
                  <a:pt x="700129" y="143325"/>
                  <a:pt x="700129" y="125950"/>
                </a:cubicBezTo>
                <a:lnTo>
                  <a:pt x="700129" y="31510"/>
                </a:lnTo>
                <a:cubicBezTo>
                  <a:pt x="700129" y="14129"/>
                  <a:pt x="714138" y="29"/>
                  <a:pt x="731443" y="1"/>
                </a:cubicBezTo>
                <a:close/>
                <a:moveTo>
                  <a:pt x="527701" y="1"/>
                </a:moveTo>
                <a:cubicBezTo>
                  <a:pt x="527712" y="1"/>
                  <a:pt x="527720" y="1"/>
                  <a:pt x="527728" y="1"/>
                </a:cubicBezTo>
                <a:lnTo>
                  <a:pt x="684414" y="1"/>
                </a:lnTo>
                <a:cubicBezTo>
                  <a:pt x="687309" y="-10"/>
                  <a:pt x="689665" y="2338"/>
                  <a:pt x="689673" y="5244"/>
                </a:cubicBezTo>
                <a:cubicBezTo>
                  <a:pt x="689673" y="5253"/>
                  <a:pt x="689673" y="5262"/>
                  <a:pt x="689673" y="5271"/>
                </a:cubicBezTo>
                <a:lnTo>
                  <a:pt x="689673" y="26268"/>
                </a:lnTo>
                <a:cubicBezTo>
                  <a:pt x="689665" y="29171"/>
                  <a:pt x="687317" y="31518"/>
                  <a:pt x="684426" y="31510"/>
                </a:cubicBezTo>
                <a:cubicBezTo>
                  <a:pt x="684422" y="31510"/>
                  <a:pt x="684418" y="31510"/>
                  <a:pt x="684414" y="31510"/>
                </a:cubicBezTo>
                <a:lnTo>
                  <a:pt x="632188" y="31510"/>
                </a:lnTo>
                <a:cubicBezTo>
                  <a:pt x="629316" y="31511"/>
                  <a:pt x="626987" y="33851"/>
                  <a:pt x="626987" y="36737"/>
                </a:cubicBezTo>
                <a:cubicBezTo>
                  <a:pt x="626987" y="36741"/>
                  <a:pt x="626987" y="36746"/>
                  <a:pt x="626987" y="36751"/>
                </a:cubicBezTo>
                <a:lnTo>
                  <a:pt x="626987" y="152157"/>
                </a:lnTo>
                <a:cubicBezTo>
                  <a:pt x="626994" y="155063"/>
                  <a:pt x="624654" y="157423"/>
                  <a:pt x="621759" y="157428"/>
                </a:cubicBezTo>
                <a:cubicBezTo>
                  <a:pt x="621747" y="157428"/>
                  <a:pt x="621740" y="157428"/>
                  <a:pt x="621728" y="157428"/>
                </a:cubicBezTo>
                <a:lnTo>
                  <a:pt x="590418" y="157428"/>
                </a:lnTo>
                <a:cubicBezTo>
                  <a:pt x="587522" y="157439"/>
                  <a:pt x="585170" y="155091"/>
                  <a:pt x="585159" y="152185"/>
                </a:cubicBezTo>
                <a:cubicBezTo>
                  <a:pt x="585159" y="152175"/>
                  <a:pt x="585159" y="152166"/>
                  <a:pt x="585159" y="152157"/>
                </a:cubicBezTo>
                <a:lnTo>
                  <a:pt x="585159" y="36751"/>
                </a:lnTo>
                <a:cubicBezTo>
                  <a:pt x="585167" y="33866"/>
                  <a:pt x="582849" y="31519"/>
                  <a:pt x="579973" y="31510"/>
                </a:cubicBezTo>
                <a:cubicBezTo>
                  <a:pt x="579969" y="31510"/>
                  <a:pt x="579965" y="31510"/>
                  <a:pt x="579962" y="31510"/>
                </a:cubicBezTo>
                <a:lnTo>
                  <a:pt x="527728" y="31510"/>
                </a:lnTo>
                <a:cubicBezTo>
                  <a:pt x="524840" y="31525"/>
                  <a:pt x="522484" y="29186"/>
                  <a:pt x="522469" y="26284"/>
                </a:cubicBezTo>
                <a:cubicBezTo>
                  <a:pt x="522469" y="26279"/>
                  <a:pt x="522469" y="26273"/>
                  <a:pt x="522469" y="26268"/>
                </a:cubicBezTo>
                <a:lnTo>
                  <a:pt x="522469" y="5271"/>
                </a:lnTo>
                <a:cubicBezTo>
                  <a:pt x="522465" y="2365"/>
                  <a:pt x="524810" y="5"/>
                  <a:pt x="527701" y="1"/>
                </a:cubicBezTo>
                <a:close/>
                <a:moveTo>
                  <a:pt x="376185" y="1"/>
                </a:moveTo>
                <a:lnTo>
                  <a:pt x="480695" y="1"/>
                </a:lnTo>
                <a:cubicBezTo>
                  <a:pt x="498001" y="28"/>
                  <a:pt x="512013" y="14128"/>
                  <a:pt x="512009" y="31510"/>
                </a:cubicBezTo>
                <a:lnTo>
                  <a:pt x="512009" y="36751"/>
                </a:lnTo>
                <a:cubicBezTo>
                  <a:pt x="512009" y="39638"/>
                  <a:pt x="509688" y="41982"/>
                  <a:pt x="506812" y="41995"/>
                </a:cubicBezTo>
                <a:lnTo>
                  <a:pt x="475436" y="41995"/>
                </a:lnTo>
                <a:cubicBezTo>
                  <a:pt x="472564" y="41982"/>
                  <a:pt x="470239" y="39638"/>
                  <a:pt x="470239" y="36751"/>
                </a:cubicBezTo>
                <a:cubicBezTo>
                  <a:pt x="470239" y="36735"/>
                  <a:pt x="470239" y="36720"/>
                  <a:pt x="470239" y="36704"/>
                </a:cubicBezTo>
                <a:cubicBezTo>
                  <a:pt x="470216" y="33811"/>
                  <a:pt x="467860" y="31486"/>
                  <a:pt x="464980" y="31510"/>
                </a:cubicBezTo>
                <a:lnTo>
                  <a:pt x="397082" y="31510"/>
                </a:lnTo>
                <a:cubicBezTo>
                  <a:pt x="397074" y="31510"/>
                  <a:pt x="397066" y="31510"/>
                  <a:pt x="397059" y="31510"/>
                </a:cubicBezTo>
                <a:cubicBezTo>
                  <a:pt x="391295" y="31511"/>
                  <a:pt x="386626" y="36205"/>
                  <a:pt x="386626" y="41995"/>
                </a:cubicBezTo>
                <a:lnTo>
                  <a:pt x="386626" y="52478"/>
                </a:lnTo>
                <a:cubicBezTo>
                  <a:pt x="386622" y="58281"/>
                  <a:pt x="391303" y="62988"/>
                  <a:pt x="397082" y="62991"/>
                </a:cubicBezTo>
                <a:lnTo>
                  <a:pt x="480695" y="62991"/>
                </a:lnTo>
                <a:cubicBezTo>
                  <a:pt x="497989" y="62991"/>
                  <a:pt x="512009" y="77071"/>
                  <a:pt x="512009" y="94440"/>
                </a:cubicBezTo>
                <a:lnTo>
                  <a:pt x="512009" y="125950"/>
                </a:lnTo>
                <a:cubicBezTo>
                  <a:pt x="512009" y="143325"/>
                  <a:pt x="497997" y="157415"/>
                  <a:pt x="480695" y="157430"/>
                </a:cubicBezTo>
                <a:lnTo>
                  <a:pt x="376185" y="157430"/>
                </a:lnTo>
                <a:cubicBezTo>
                  <a:pt x="376176" y="157430"/>
                  <a:pt x="376168" y="157430"/>
                  <a:pt x="376160" y="157430"/>
                </a:cubicBezTo>
                <a:cubicBezTo>
                  <a:pt x="358857" y="157423"/>
                  <a:pt x="344836" y="143330"/>
                  <a:pt x="344842" y="125950"/>
                </a:cubicBezTo>
                <a:lnTo>
                  <a:pt x="344842" y="120678"/>
                </a:lnTo>
                <a:cubicBezTo>
                  <a:pt x="344845" y="117790"/>
                  <a:pt x="347171" y="115447"/>
                  <a:pt x="350047" y="115437"/>
                </a:cubicBezTo>
                <a:lnTo>
                  <a:pt x="381413" y="115437"/>
                </a:lnTo>
                <a:cubicBezTo>
                  <a:pt x="384293" y="115444"/>
                  <a:pt x="386622" y="117787"/>
                  <a:pt x="386626" y="120678"/>
                </a:cubicBezTo>
                <a:cubicBezTo>
                  <a:pt x="386622" y="123583"/>
                  <a:pt x="388963" y="125941"/>
                  <a:pt x="391854" y="125950"/>
                </a:cubicBezTo>
                <a:lnTo>
                  <a:pt x="459783" y="125950"/>
                </a:lnTo>
                <a:cubicBezTo>
                  <a:pt x="459798" y="125950"/>
                  <a:pt x="459810" y="125950"/>
                  <a:pt x="459825" y="125950"/>
                </a:cubicBezTo>
                <a:cubicBezTo>
                  <a:pt x="465592" y="125936"/>
                  <a:pt x="470254" y="121229"/>
                  <a:pt x="470239" y="115437"/>
                </a:cubicBezTo>
                <a:lnTo>
                  <a:pt x="470239" y="104954"/>
                </a:lnTo>
                <a:cubicBezTo>
                  <a:pt x="470239" y="104951"/>
                  <a:pt x="470239" y="104949"/>
                  <a:pt x="470239" y="104947"/>
                </a:cubicBezTo>
                <a:cubicBezTo>
                  <a:pt x="470239" y="99145"/>
                  <a:pt x="465558" y="94441"/>
                  <a:pt x="459783" y="94440"/>
                </a:cubicBezTo>
                <a:lnTo>
                  <a:pt x="376185" y="94440"/>
                </a:lnTo>
                <a:cubicBezTo>
                  <a:pt x="376182" y="94440"/>
                  <a:pt x="376179" y="94440"/>
                  <a:pt x="376176" y="94440"/>
                </a:cubicBezTo>
                <a:cubicBezTo>
                  <a:pt x="358877" y="94447"/>
                  <a:pt x="344849" y="80366"/>
                  <a:pt x="344842" y="62991"/>
                </a:cubicBezTo>
                <a:lnTo>
                  <a:pt x="344842" y="31510"/>
                </a:lnTo>
                <a:cubicBezTo>
                  <a:pt x="344842" y="31508"/>
                  <a:pt x="344842" y="31507"/>
                  <a:pt x="344842" y="31505"/>
                </a:cubicBezTo>
                <a:cubicBezTo>
                  <a:pt x="344836" y="14112"/>
                  <a:pt x="358869" y="7"/>
                  <a:pt x="376185" y="1"/>
                </a:cubicBezTo>
                <a:close/>
                <a:moveTo>
                  <a:pt x="172420" y="1"/>
                </a:moveTo>
                <a:cubicBezTo>
                  <a:pt x="172421" y="1"/>
                  <a:pt x="172422" y="1"/>
                  <a:pt x="172424" y="1"/>
                </a:cubicBezTo>
                <a:lnTo>
                  <a:pt x="329162" y="1"/>
                </a:lnTo>
                <a:cubicBezTo>
                  <a:pt x="332052" y="11"/>
                  <a:pt x="334391" y="2368"/>
                  <a:pt x="334390" y="5271"/>
                </a:cubicBezTo>
                <a:lnTo>
                  <a:pt x="334390" y="26268"/>
                </a:lnTo>
                <a:cubicBezTo>
                  <a:pt x="334379" y="29162"/>
                  <a:pt x="332043" y="31504"/>
                  <a:pt x="329162" y="31510"/>
                </a:cubicBezTo>
                <a:lnTo>
                  <a:pt x="214223" y="31510"/>
                </a:lnTo>
                <a:cubicBezTo>
                  <a:pt x="211347" y="31499"/>
                  <a:pt x="209006" y="33832"/>
                  <a:pt x="208995" y="36722"/>
                </a:cubicBezTo>
                <a:cubicBezTo>
                  <a:pt x="208995" y="36732"/>
                  <a:pt x="208995" y="36741"/>
                  <a:pt x="208995" y="36751"/>
                </a:cubicBezTo>
                <a:lnTo>
                  <a:pt x="208995" y="57748"/>
                </a:lnTo>
                <a:cubicBezTo>
                  <a:pt x="208999" y="60645"/>
                  <a:pt x="211339" y="62991"/>
                  <a:pt x="214223" y="62991"/>
                </a:cubicBezTo>
                <a:lnTo>
                  <a:pt x="318706" y="62991"/>
                </a:lnTo>
                <a:cubicBezTo>
                  <a:pt x="321590" y="62987"/>
                  <a:pt x="323931" y="65332"/>
                  <a:pt x="323935" y="68228"/>
                </a:cubicBezTo>
                <a:cubicBezTo>
                  <a:pt x="323935" y="68230"/>
                  <a:pt x="323935" y="68231"/>
                  <a:pt x="323935" y="68232"/>
                </a:cubicBezTo>
                <a:lnTo>
                  <a:pt x="323935" y="89229"/>
                </a:lnTo>
                <a:cubicBezTo>
                  <a:pt x="323920" y="92117"/>
                  <a:pt x="321581" y="94448"/>
                  <a:pt x="318706" y="94440"/>
                </a:cubicBezTo>
                <a:lnTo>
                  <a:pt x="214223" y="94440"/>
                </a:lnTo>
                <a:cubicBezTo>
                  <a:pt x="211333" y="94443"/>
                  <a:pt x="208992" y="96799"/>
                  <a:pt x="208995" y="99703"/>
                </a:cubicBezTo>
                <a:cubicBezTo>
                  <a:pt x="208995" y="99706"/>
                  <a:pt x="208995" y="99709"/>
                  <a:pt x="208995" y="99712"/>
                </a:cubicBezTo>
                <a:lnTo>
                  <a:pt x="208995" y="120678"/>
                </a:lnTo>
                <a:cubicBezTo>
                  <a:pt x="208987" y="123582"/>
                  <a:pt x="211323" y="125942"/>
                  <a:pt x="214214" y="125950"/>
                </a:cubicBezTo>
                <a:cubicBezTo>
                  <a:pt x="214217" y="125950"/>
                  <a:pt x="214220" y="125950"/>
                  <a:pt x="214223" y="125950"/>
                </a:cubicBezTo>
                <a:lnTo>
                  <a:pt x="329162" y="125950"/>
                </a:lnTo>
                <a:cubicBezTo>
                  <a:pt x="332046" y="125946"/>
                  <a:pt x="334387" y="128291"/>
                  <a:pt x="334390" y="131188"/>
                </a:cubicBezTo>
                <a:cubicBezTo>
                  <a:pt x="334390" y="131189"/>
                  <a:pt x="334390" y="131191"/>
                  <a:pt x="334390" y="131192"/>
                </a:cubicBezTo>
                <a:lnTo>
                  <a:pt x="334390" y="152157"/>
                </a:lnTo>
                <a:cubicBezTo>
                  <a:pt x="334391" y="155061"/>
                  <a:pt x="332053" y="157418"/>
                  <a:pt x="329162" y="157428"/>
                </a:cubicBezTo>
                <a:lnTo>
                  <a:pt x="172424" y="157428"/>
                </a:lnTo>
                <a:cubicBezTo>
                  <a:pt x="169532" y="157424"/>
                  <a:pt x="167191" y="155066"/>
                  <a:pt x="167195" y="152162"/>
                </a:cubicBezTo>
                <a:cubicBezTo>
                  <a:pt x="167195" y="152160"/>
                  <a:pt x="167195" y="152159"/>
                  <a:pt x="167195" y="152157"/>
                </a:cubicBezTo>
                <a:lnTo>
                  <a:pt x="167195" y="5271"/>
                </a:lnTo>
                <a:cubicBezTo>
                  <a:pt x="167189" y="2367"/>
                  <a:pt x="169528" y="7"/>
                  <a:pt x="172420" y="1"/>
                </a:cubicBezTo>
                <a:close/>
                <a:moveTo>
                  <a:pt x="5229" y="1"/>
                </a:moveTo>
                <a:lnTo>
                  <a:pt x="151513" y="1"/>
                </a:lnTo>
                <a:cubicBezTo>
                  <a:pt x="154404" y="5"/>
                  <a:pt x="156745" y="2363"/>
                  <a:pt x="156742" y="5268"/>
                </a:cubicBezTo>
                <a:cubicBezTo>
                  <a:pt x="156742" y="5269"/>
                  <a:pt x="156742" y="5270"/>
                  <a:pt x="156742" y="5271"/>
                </a:cubicBezTo>
                <a:lnTo>
                  <a:pt x="156742" y="26268"/>
                </a:lnTo>
                <a:cubicBezTo>
                  <a:pt x="156736" y="29164"/>
                  <a:pt x="154397" y="31509"/>
                  <a:pt x="151513" y="31510"/>
                </a:cubicBezTo>
                <a:lnTo>
                  <a:pt x="47030" y="31510"/>
                </a:lnTo>
                <a:cubicBezTo>
                  <a:pt x="44146" y="31509"/>
                  <a:pt x="41806" y="33854"/>
                  <a:pt x="41801" y="36751"/>
                </a:cubicBezTo>
                <a:lnTo>
                  <a:pt x="41801" y="57748"/>
                </a:lnTo>
                <a:cubicBezTo>
                  <a:pt x="41815" y="60641"/>
                  <a:pt x="44149" y="62981"/>
                  <a:pt x="47030" y="62991"/>
                </a:cubicBezTo>
                <a:lnTo>
                  <a:pt x="141083" y="62991"/>
                </a:lnTo>
                <a:cubicBezTo>
                  <a:pt x="143967" y="62989"/>
                  <a:pt x="146307" y="65335"/>
                  <a:pt x="146312" y="68232"/>
                </a:cubicBezTo>
                <a:lnTo>
                  <a:pt x="146284" y="89229"/>
                </a:lnTo>
                <a:cubicBezTo>
                  <a:pt x="146279" y="92111"/>
                  <a:pt x="143951" y="94443"/>
                  <a:pt x="141082" y="94440"/>
                </a:cubicBezTo>
                <a:lnTo>
                  <a:pt x="47028" y="94440"/>
                </a:lnTo>
                <a:cubicBezTo>
                  <a:pt x="44139" y="94454"/>
                  <a:pt x="41802" y="96810"/>
                  <a:pt x="41801" y="99712"/>
                </a:cubicBezTo>
                <a:lnTo>
                  <a:pt x="41801" y="152157"/>
                </a:lnTo>
                <a:cubicBezTo>
                  <a:pt x="41808" y="155061"/>
                  <a:pt x="39470" y="157421"/>
                  <a:pt x="36579" y="157428"/>
                </a:cubicBezTo>
                <a:cubicBezTo>
                  <a:pt x="36577" y="157428"/>
                  <a:pt x="36574" y="157428"/>
                  <a:pt x="36572" y="157428"/>
                </a:cubicBezTo>
                <a:lnTo>
                  <a:pt x="5229" y="157430"/>
                </a:lnTo>
                <a:cubicBezTo>
                  <a:pt x="2338" y="157417"/>
                  <a:pt x="1" y="155060"/>
                  <a:pt x="0" y="152157"/>
                </a:cubicBezTo>
                <a:lnTo>
                  <a:pt x="0" y="5271"/>
                </a:lnTo>
                <a:cubicBezTo>
                  <a:pt x="2" y="2369"/>
                  <a:pt x="2339" y="14"/>
                  <a:pt x="5229" y="1"/>
                </a:cubicBezTo>
                <a:close/>
              </a:path>
            </a:pathLst>
          </a:custGeom>
          <a:solidFill xmlns:a="http://schemas.openxmlformats.org/drawingml/2006/main">
            <a:srgbClr val="0091DC"/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2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C35F600C-5254-9ED5-D79E-6C03AF9DDEEB}"/>
              </a:ext>
            </a:extLst>
          </p:cNvPr>
          <p:cNvSpPr>
            <a:spLocks xmlns:a="http://schemas.openxmlformats.org/drawingml/2006/main" noGrp="1"/>
          </p:cNvSpPr>
          <p:nvPr>
            <p:ph type="pic" idx="23" hasCustomPrompt="1"/>
          </p:nvPr>
        </p:nvSpPr>
        <p:spPr>
          <a:xfrm xmlns:a="http://schemas.openxmlformats.org/drawingml/2006/main">
            <a:off x="5068676" y="4529937"/>
            <a:ext cx="3009172" cy="198184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  <a:ln xmlns:a="http://schemas.openxmlformats.org/drawingml/2006/main" w="69850">
            <a:solidFill>
              <a:schemeClr val="bg1"/>
            </a:solidFill>
          </a:ln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6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5E5DE80-8A34-8A92-A404-B62444893070}"/>
              </a:ext>
            </a:extLst>
          </p:cNvPr>
          <p:cNvSpPr>
            <a:spLocks xmlns:a="http://schemas.openxmlformats.org/drawingml/2006/main" noGrp="1"/>
          </p:cNvSpPr>
          <p:nvPr>
            <p:ph type="pic" idx="24" hasCustomPrompt="1"/>
          </p:nvPr>
        </p:nvSpPr>
        <p:spPr>
          <a:xfrm xmlns:a="http://schemas.openxmlformats.org/drawingml/2006/main">
            <a:off x="5068676" y="2034705"/>
            <a:ext cx="3009172" cy="198184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  <a:ln xmlns:a="http://schemas.openxmlformats.org/drawingml/2006/main" w="69850">
            <a:solidFill>
              <a:schemeClr val="bg1"/>
            </a:solidFill>
          </a:ln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Gerader Verbinder 3">
            <a:extLst xmlns:a="http://schemas.openxmlformats.org/drawingml/2006/main">
              <a:ext uri="{FF2B5EF4-FFF2-40B4-BE49-F238E27FC236}">
                <a16:creationId xmlns:a16="http://schemas.microsoft.com/office/drawing/2014/main" id="{C4A927A4-65CA-45D6-95AC-B99584384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Titel 8">
            <a:extLst xmlns:a="http://schemas.openxmlformats.org/drawingml/2006/main">
              <a:ext uri="{FF2B5EF4-FFF2-40B4-BE49-F238E27FC236}">
                <a16:creationId xmlns:a16="http://schemas.microsoft.com/office/drawing/2014/main" id="{0893CB64-CFB0-1E13-65A7-E9999594D7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5576902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16" name="Datumsplatzhalter 15">
            <a:extLst xmlns:a="http://schemas.openxmlformats.org/drawingml/2006/main">
              <a:ext uri="{FF2B5EF4-FFF2-40B4-BE49-F238E27FC236}">
                <a16:creationId xmlns:a16="http://schemas.microsoft.com/office/drawing/2014/main" id="{2929A475-E4B2-8491-4B6A-3333A4408C40}"/>
              </a:ext>
            </a:extLst>
          </p:cNvPr>
          <p:cNvSpPr>
            <a:spLocks xmlns:a="http://schemas.openxmlformats.org/drawingml/2006/main" noGrp="1"/>
          </p:cNvSpPr>
          <p:nvPr>
            <p:ph type="dt" idx="2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7" name="Fußzeilenplatzhalter 16">
            <a:extLst xmlns:a="http://schemas.openxmlformats.org/drawingml/2006/main">
              <a:ext uri="{FF2B5EF4-FFF2-40B4-BE49-F238E27FC236}">
                <a16:creationId xmlns:a16="http://schemas.microsoft.com/office/drawing/2014/main" id="{09ADDC3B-6EF9-44C9-63F5-92092603DE0F}"/>
              </a:ext>
            </a:extLst>
          </p:cNvPr>
          <p:cNvSpPr>
            <a:spLocks xmlns:a="http://schemas.openxmlformats.org/drawingml/2006/main" noGrp="1"/>
          </p:cNvSpPr>
          <p:nvPr>
            <p:ph type="ftr" idx="2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8" name="Foliennummernplatzhalter 17">
            <a:extLst xmlns:a="http://schemas.openxmlformats.org/drawingml/2006/main">
              <a:ext uri="{FF2B5EF4-FFF2-40B4-BE49-F238E27FC236}">
                <a16:creationId xmlns:a16="http://schemas.microsoft.com/office/drawing/2014/main" id="{2224EFD9-3669-EE1D-455B-1E6088208FB0}"/>
              </a:ext>
            </a:extLst>
          </p:cNvPr>
          <p:cNvSpPr>
            <a:spLocks xmlns:a="http://schemas.openxmlformats.org/drawingml/2006/main" noGrp="1"/>
          </p:cNvSpPr>
          <p:nvPr>
            <p:ph type="sldNum" idx="2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115.xml><?xml version="1.0" encoding="utf-8"?>
<p:sldLayout xmlns:p="http://schemas.openxmlformats.org/presentationml/2006/main" preserve="1">
  <p:cSld name="Text + Picture medium - without ribb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7" y="2475287"/>
            <a:ext cx="4549526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6096000" y="1"/>
            <a:ext cx="6096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Untertitel 2">
            <a:extLst xmlns:a="http://schemas.openxmlformats.org/drawingml/2006/main">
              <a:ext uri="{FF2B5EF4-FFF2-40B4-BE49-F238E27FC236}">
                <a16:creationId xmlns:a16="http://schemas.microsoft.com/office/drawing/2014/main" id="{4A4FEFBE-643B-7CEA-CBE7-2A424743EA96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649620" y="893160"/>
            <a:ext cx="895233" cy="162409"/>
          </a:xfrm>
          <a:custGeom xmlns:a="http://schemas.openxmlformats.org/drawingml/2006/main">
            <a:gdLst>
              <a:gd name="connsiteX0" fmla="*/ 752298 w 867271"/>
              <a:gd name="connsiteY0" fmla="*/ 31510 h 157430"/>
              <a:gd name="connsiteX1" fmla="*/ 741899 w 867271"/>
              <a:gd name="connsiteY1" fmla="*/ 41995 h 157430"/>
              <a:gd name="connsiteX2" fmla="*/ 741899 w 867271"/>
              <a:gd name="connsiteY2" fmla="*/ 115437 h 157430"/>
              <a:gd name="connsiteX3" fmla="*/ 741899 w 867271"/>
              <a:gd name="connsiteY3" fmla="*/ 115481 h 157430"/>
              <a:gd name="connsiteX4" fmla="*/ 752359 w 867271"/>
              <a:gd name="connsiteY4" fmla="*/ 125950 h 157430"/>
              <a:gd name="connsiteX5" fmla="*/ 815045 w 867271"/>
              <a:gd name="connsiteY5" fmla="*/ 125950 h 157430"/>
              <a:gd name="connsiteX6" fmla="*/ 815087 w 867271"/>
              <a:gd name="connsiteY6" fmla="*/ 125950 h 157430"/>
              <a:gd name="connsiteX7" fmla="*/ 825501 w 867271"/>
              <a:gd name="connsiteY7" fmla="*/ 115437 h 157430"/>
              <a:gd name="connsiteX8" fmla="*/ 825497 w 867271"/>
              <a:gd name="connsiteY8" fmla="*/ 41997 h 157430"/>
              <a:gd name="connsiteX9" fmla="*/ 825497 w 867271"/>
              <a:gd name="connsiteY9" fmla="*/ 41934 h 157430"/>
              <a:gd name="connsiteX10" fmla="*/ 815041 w 867271"/>
              <a:gd name="connsiteY10" fmla="*/ 31510 h 157430"/>
              <a:gd name="connsiteX11" fmla="*/ 752355 w 867271"/>
              <a:gd name="connsiteY11" fmla="*/ 31510 h 157430"/>
              <a:gd name="connsiteX12" fmla="*/ 752298 w 867271"/>
              <a:gd name="connsiteY12" fmla="*/ 31510 h 157430"/>
              <a:gd name="connsiteX13" fmla="*/ 731443 w 867271"/>
              <a:gd name="connsiteY13" fmla="*/ 1 h 157430"/>
              <a:gd name="connsiteX14" fmla="*/ 835957 w 867271"/>
              <a:gd name="connsiteY14" fmla="*/ 1 h 157430"/>
              <a:gd name="connsiteX15" fmla="*/ 835991 w 867271"/>
              <a:gd name="connsiteY15" fmla="*/ 1 h 157430"/>
              <a:gd name="connsiteX16" fmla="*/ 867271 w 867271"/>
              <a:gd name="connsiteY16" fmla="*/ 31510 h 157430"/>
              <a:gd name="connsiteX17" fmla="*/ 867271 w 867271"/>
              <a:gd name="connsiteY17" fmla="*/ 125950 h 157430"/>
              <a:gd name="connsiteX18" fmla="*/ 867271 w 867271"/>
              <a:gd name="connsiteY18" fmla="*/ 126003 h 157430"/>
              <a:gd name="connsiteX19" fmla="*/ 835957 w 867271"/>
              <a:gd name="connsiteY19" fmla="*/ 157430 h 157430"/>
              <a:gd name="connsiteX20" fmla="*/ 731443 w 867271"/>
              <a:gd name="connsiteY20" fmla="*/ 157430 h 157430"/>
              <a:gd name="connsiteX21" fmla="*/ 700129 w 867271"/>
              <a:gd name="connsiteY21" fmla="*/ 125950 h 157430"/>
              <a:gd name="connsiteX22" fmla="*/ 700129 w 867271"/>
              <a:gd name="connsiteY22" fmla="*/ 31510 h 157430"/>
              <a:gd name="connsiteX23" fmla="*/ 731443 w 867271"/>
              <a:gd name="connsiteY23" fmla="*/ 1 h 157430"/>
              <a:gd name="connsiteX24" fmla="*/ 527701 w 867271"/>
              <a:gd name="connsiteY24" fmla="*/ 1 h 157430"/>
              <a:gd name="connsiteX25" fmla="*/ 527728 w 867271"/>
              <a:gd name="connsiteY25" fmla="*/ 1 h 157430"/>
              <a:gd name="connsiteX26" fmla="*/ 684414 w 867271"/>
              <a:gd name="connsiteY26" fmla="*/ 1 h 157430"/>
              <a:gd name="connsiteX27" fmla="*/ 689673 w 867271"/>
              <a:gd name="connsiteY27" fmla="*/ 5244 h 157430"/>
              <a:gd name="connsiteX28" fmla="*/ 689673 w 867271"/>
              <a:gd name="connsiteY28" fmla="*/ 5271 h 157430"/>
              <a:gd name="connsiteX29" fmla="*/ 689673 w 867271"/>
              <a:gd name="connsiteY29" fmla="*/ 26268 h 157430"/>
              <a:gd name="connsiteX30" fmla="*/ 684426 w 867271"/>
              <a:gd name="connsiteY30" fmla="*/ 31510 h 157430"/>
              <a:gd name="connsiteX31" fmla="*/ 684414 w 867271"/>
              <a:gd name="connsiteY31" fmla="*/ 31510 h 157430"/>
              <a:gd name="connsiteX32" fmla="*/ 632188 w 867271"/>
              <a:gd name="connsiteY32" fmla="*/ 31510 h 157430"/>
              <a:gd name="connsiteX33" fmla="*/ 626987 w 867271"/>
              <a:gd name="connsiteY33" fmla="*/ 36737 h 157430"/>
              <a:gd name="connsiteX34" fmla="*/ 626987 w 867271"/>
              <a:gd name="connsiteY34" fmla="*/ 36751 h 157430"/>
              <a:gd name="connsiteX35" fmla="*/ 626987 w 867271"/>
              <a:gd name="connsiteY35" fmla="*/ 152157 h 157430"/>
              <a:gd name="connsiteX36" fmla="*/ 621759 w 867271"/>
              <a:gd name="connsiteY36" fmla="*/ 157428 h 157430"/>
              <a:gd name="connsiteX37" fmla="*/ 621728 w 867271"/>
              <a:gd name="connsiteY37" fmla="*/ 157428 h 157430"/>
              <a:gd name="connsiteX38" fmla="*/ 590418 w 867271"/>
              <a:gd name="connsiteY38" fmla="*/ 157428 h 157430"/>
              <a:gd name="connsiteX39" fmla="*/ 585159 w 867271"/>
              <a:gd name="connsiteY39" fmla="*/ 152185 h 157430"/>
              <a:gd name="connsiteX40" fmla="*/ 585159 w 867271"/>
              <a:gd name="connsiteY40" fmla="*/ 152157 h 157430"/>
              <a:gd name="connsiteX41" fmla="*/ 585159 w 867271"/>
              <a:gd name="connsiteY41" fmla="*/ 36751 h 157430"/>
              <a:gd name="connsiteX42" fmla="*/ 579973 w 867271"/>
              <a:gd name="connsiteY42" fmla="*/ 31510 h 157430"/>
              <a:gd name="connsiteX43" fmla="*/ 579962 w 867271"/>
              <a:gd name="connsiteY43" fmla="*/ 31510 h 157430"/>
              <a:gd name="connsiteX44" fmla="*/ 527728 w 867271"/>
              <a:gd name="connsiteY44" fmla="*/ 31510 h 157430"/>
              <a:gd name="connsiteX45" fmla="*/ 522469 w 867271"/>
              <a:gd name="connsiteY45" fmla="*/ 26284 h 157430"/>
              <a:gd name="connsiteX46" fmla="*/ 522469 w 867271"/>
              <a:gd name="connsiteY46" fmla="*/ 26268 h 157430"/>
              <a:gd name="connsiteX47" fmla="*/ 522469 w 867271"/>
              <a:gd name="connsiteY47" fmla="*/ 5271 h 157430"/>
              <a:gd name="connsiteX48" fmla="*/ 527701 w 867271"/>
              <a:gd name="connsiteY48" fmla="*/ 1 h 157430"/>
              <a:gd name="connsiteX49" fmla="*/ 376185 w 867271"/>
              <a:gd name="connsiteY49" fmla="*/ 1 h 157430"/>
              <a:gd name="connsiteX50" fmla="*/ 480695 w 867271"/>
              <a:gd name="connsiteY50" fmla="*/ 1 h 157430"/>
              <a:gd name="connsiteX51" fmla="*/ 512009 w 867271"/>
              <a:gd name="connsiteY51" fmla="*/ 31510 h 157430"/>
              <a:gd name="connsiteX52" fmla="*/ 512009 w 867271"/>
              <a:gd name="connsiteY52" fmla="*/ 36751 h 157430"/>
              <a:gd name="connsiteX53" fmla="*/ 506812 w 867271"/>
              <a:gd name="connsiteY53" fmla="*/ 41995 h 157430"/>
              <a:gd name="connsiteX54" fmla="*/ 475436 w 867271"/>
              <a:gd name="connsiteY54" fmla="*/ 41995 h 157430"/>
              <a:gd name="connsiteX55" fmla="*/ 470239 w 867271"/>
              <a:gd name="connsiteY55" fmla="*/ 36751 h 157430"/>
              <a:gd name="connsiteX56" fmla="*/ 470239 w 867271"/>
              <a:gd name="connsiteY56" fmla="*/ 36704 h 157430"/>
              <a:gd name="connsiteX57" fmla="*/ 464980 w 867271"/>
              <a:gd name="connsiteY57" fmla="*/ 31510 h 157430"/>
              <a:gd name="connsiteX58" fmla="*/ 397082 w 867271"/>
              <a:gd name="connsiteY58" fmla="*/ 31510 h 157430"/>
              <a:gd name="connsiteX59" fmla="*/ 397059 w 867271"/>
              <a:gd name="connsiteY59" fmla="*/ 31510 h 157430"/>
              <a:gd name="connsiteX60" fmla="*/ 386626 w 867271"/>
              <a:gd name="connsiteY60" fmla="*/ 41995 h 157430"/>
              <a:gd name="connsiteX61" fmla="*/ 386626 w 867271"/>
              <a:gd name="connsiteY61" fmla="*/ 52478 h 157430"/>
              <a:gd name="connsiteX62" fmla="*/ 397082 w 867271"/>
              <a:gd name="connsiteY62" fmla="*/ 62991 h 157430"/>
              <a:gd name="connsiteX63" fmla="*/ 480695 w 867271"/>
              <a:gd name="connsiteY63" fmla="*/ 62991 h 157430"/>
              <a:gd name="connsiteX64" fmla="*/ 512009 w 867271"/>
              <a:gd name="connsiteY64" fmla="*/ 94440 h 157430"/>
              <a:gd name="connsiteX65" fmla="*/ 512009 w 867271"/>
              <a:gd name="connsiteY65" fmla="*/ 125950 h 157430"/>
              <a:gd name="connsiteX66" fmla="*/ 480695 w 867271"/>
              <a:gd name="connsiteY66" fmla="*/ 157430 h 157430"/>
              <a:gd name="connsiteX67" fmla="*/ 376185 w 867271"/>
              <a:gd name="connsiteY67" fmla="*/ 157430 h 157430"/>
              <a:gd name="connsiteX68" fmla="*/ 376160 w 867271"/>
              <a:gd name="connsiteY68" fmla="*/ 157430 h 157430"/>
              <a:gd name="connsiteX69" fmla="*/ 344842 w 867271"/>
              <a:gd name="connsiteY69" fmla="*/ 125950 h 157430"/>
              <a:gd name="connsiteX70" fmla="*/ 344842 w 867271"/>
              <a:gd name="connsiteY70" fmla="*/ 120678 h 157430"/>
              <a:gd name="connsiteX71" fmla="*/ 350047 w 867271"/>
              <a:gd name="connsiteY71" fmla="*/ 115437 h 157430"/>
              <a:gd name="connsiteX72" fmla="*/ 381413 w 867271"/>
              <a:gd name="connsiteY72" fmla="*/ 115437 h 157430"/>
              <a:gd name="connsiteX73" fmla="*/ 386626 w 867271"/>
              <a:gd name="connsiteY73" fmla="*/ 120678 h 157430"/>
              <a:gd name="connsiteX74" fmla="*/ 391854 w 867271"/>
              <a:gd name="connsiteY74" fmla="*/ 125950 h 157430"/>
              <a:gd name="connsiteX75" fmla="*/ 459783 w 867271"/>
              <a:gd name="connsiteY75" fmla="*/ 125950 h 157430"/>
              <a:gd name="connsiteX76" fmla="*/ 459825 w 867271"/>
              <a:gd name="connsiteY76" fmla="*/ 125950 h 157430"/>
              <a:gd name="connsiteX77" fmla="*/ 470239 w 867271"/>
              <a:gd name="connsiteY77" fmla="*/ 115437 h 157430"/>
              <a:gd name="connsiteX78" fmla="*/ 470239 w 867271"/>
              <a:gd name="connsiteY78" fmla="*/ 104954 h 157430"/>
              <a:gd name="connsiteX79" fmla="*/ 470239 w 867271"/>
              <a:gd name="connsiteY79" fmla="*/ 104947 h 157430"/>
              <a:gd name="connsiteX80" fmla="*/ 459783 w 867271"/>
              <a:gd name="connsiteY80" fmla="*/ 94440 h 157430"/>
              <a:gd name="connsiteX81" fmla="*/ 376185 w 867271"/>
              <a:gd name="connsiteY81" fmla="*/ 94440 h 157430"/>
              <a:gd name="connsiteX82" fmla="*/ 376176 w 867271"/>
              <a:gd name="connsiteY82" fmla="*/ 94440 h 157430"/>
              <a:gd name="connsiteX83" fmla="*/ 344842 w 867271"/>
              <a:gd name="connsiteY83" fmla="*/ 62991 h 157430"/>
              <a:gd name="connsiteX84" fmla="*/ 344842 w 867271"/>
              <a:gd name="connsiteY84" fmla="*/ 31510 h 157430"/>
              <a:gd name="connsiteX85" fmla="*/ 344842 w 867271"/>
              <a:gd name="connsiteY85" fmla="*/ 31505 h 157430"/>
              <a:gd name="connsiteX86" fmla="*/ 376185 w 867271"/>
              <a:gd name="connsiteY86" fmla="*/ 1 h 157430"/>
              <a:gd name="connsiteX87" fmla="*/ 172420 w 867271"/>
              <a:gd name="connsiteY87" fmla="*/ 1 h 157430"/>
              <a:gd name="connsiteX88" fmla="*/ 172424 w 867271"/>
              <a:gd name="connsiteY88" fmla="*/ 1 h 157430"/>
              <a:gd name="connsiteX89" fmla="*/ 329162 w 867271"/>
              <a:gd name="connsiteY89" fmla="*/ 1 h 157430"/>
              <a:gd name="connsiteX90" fmla="*/ 334390 w 867271"/>
              <a:gd name="connsiteY90" fmla="*/ 5271 h 157430"/>
              <a:gd name="connsiteX91" fmla="*/ 334390 w 867271"/>
              <a:gd name="connsiteY91" fmla="*/ 26268 h 157430"/>
              <a:gd name="connsiteX92" fmla="*/ 329162 w 867271"/>
              <a:gd name="connsiteY92" fmla="*/ 31510 h 157430"/>
              <a:gd name="connsiteX93" fmla="*/ 214223 w 867271"/>
              <a:gd name="connsiteY93" fmla="*/ 31510 h 157430"/>
              <a:gd name="connsiteX94" fmla="*/ 208995 w 867271"/>
              <a:gd name="connsiteY94" fmla="*/ 36722 h 157430"/>
              <a:gd name="connsiteX95" fmla="*/ 208995 w 867271"/>
              <a:gd name="connsiteY95" fmla="*/ 36751 h 157430"/>
              <a:gd name="connsiteX96" fmla="*/ 208995 w 867271"/>
              <a:gd name="connsiteY96" fmla="*/ 57748 h 157430"/>
              <a:gd name="connsiteX97" fmla="*/ 214223 w 867271"/>
              <a:gd name="connsiteY97" fmla="*/ 62991 h 157430"/>
              <a:gd name="connsiteX98" fmla="*/ 318706 w 867271"/>
              <a:gd name="connsiteY98" fmla="*/ 62991 h 157430"/>
              <a:gd name="connsiteX99" fmla="*/ 323935 w 867271"/>
              <a:gd name="connsiteY99" fmla="*/ 68228 h 157430"/>
              <a:gd name="connsiteX100" fmla="*/ 323935 w 867271"/>
              <a:gd name="connsiteY100" fmla="*/ 68232 h 157430"/>
              <a:gd name="connsiteX101" fmla="*/ 323935 w 867271"/>
              <a:gd name="connsiteY101" fmla="*/ 89229 h 157430"/>
              <a:gd name="connsiteX102" fmla="*/ 318706 w 867271"/>
              <a:gd name="connsiteY102" fmla="*/ 94440 h 157430"/>
              <a:gd name="connsiteX103" fmla="*/ 214223 w 867271"/>
              <a:gd name="connsiteY103" fmla="*/ 94440 h 157430"/>
              <a:gd name="connsiteX104" fmla="*/ 208995 w 867271"/>
              <a:gd name="connsiteY104" fmla="*/ 99703 h 157430"/>
              <a:gd name="connsiteX105" fmla="*/ 208995 w 867271"/>
              <a:gd name="connsiteY105" fmla="*/ 99712 h 157430"/>
              <a:gd name="connsiteX106" fmla="*/ 208995 w 867271"/>
              <a:gd name="connsiteY106" fmla="*/ 120678 h 157430"/>
              <a:gd name="connsiteX107" fmla="*/ 214214 w 867271"/>
              <a:gd name="connsiteY107" fmla="*/ 125950 h 157430"/>
              <a:gd name="connsiteX108" fmla="*/ 214223 w 867271"/>
              <a:gd name="connsiteY108" fmla="*/ 125950 h 157430"/>
              <a:gd name="connsiteX109" fmla="*/ 329162 w 867271"/>
              <a:gd name="connsiteY109" fmla="*/ 125950 h 157430"/>
              <a:gd name="connsiteX110" fmla="*/ 334390 w 867271"/>
              <a:gd name="connsiteY110" fmla="*/ 131188 h 157430"/>
              <a:gd name="connsiteX111" fmla="*/ 334390 w 867271"/>
              <a:gd name="connsiteY111" fmla="*/ 131192 h 157430"/>
              <a:gd name="connsiteX112" fmla="*/ 334390 w 867271"/>
              <a:gd name="connsiteY112" fmla="*/ 152157 h 157430"/>
              <a:gd name="connsiteX113" fmla="*/ 329162 w 867271"/>
              <a:gd name="connsiteY113" fmla="*/ 157428 h 157430"/>
              <a:gd name="connsiteX114" fmla="*/ 172424 w 867271"/>
              <a:gd name="connsiteY114" fmla="*/ 157428 h 157430"/>
              <a:gd name="connsiteX115" fmla="*/ 167195 w 867271"/>
              <a:gd name="connsiteY115" fmla="*/ 152162 h 157430"/>
              <a:gd name="connsiteX116" fmla="*/ 167195 w 867271"/>
              <a:gd name="connsiteY116" fmla="*/ 152157 h 157430"/>
              <a:gd name="connsiteX117" fmla="*/ 167195 w 867271"/>
              <a:gd name="connsiteY117" fmla="*/ 5271 h 157430"/>
              <a:gd name="connsiteX118" fmla="*/ 172420 w 867271"/>
              <a:gd name="connsiteY118" fmla="*/ 1 h 157430"/>
              <a:gd name="connsiteX119" fmla="*/ 5229 w 867271"/>
              <a:gd name="connsiteY119" fmla="*/ 1 h 157430"/>
              <a:gd name="connsiteX120" fmla="*/ 151513 w 867271"/>
              <a:gd name="connsiteY120" fmla="*/ 1 h 157430"/>
              <a:gd name="connsiteX121" fmla="*/ 156742 w 867271"/>
              <a:gd name="connsiteY121" fmla="*/ 5268 h 157430"/>
              <a:gd name="connsiteX122" fmla="*/ 156742 w 867271"/>
              <a:gd name="connsiteY122" fmla="*/ 5271 h 157430"/>
              <a:gd name="connsiteX123" fmla="*/ 156742 w 867271"/>
              <a:gd name="connsiteY123" fmla="*/ 26268 h 157430"/>
              <a:gd name="connsiteX124" fmla="*/ 151513 w 867271"/>
              <a:gd name="connsiteY124" fmla="*/ 31510 h 157430"/>
              <a:gd name="connsiteX125" fmla="*/ 47030 w 867271"/>
              <a:gd name="connsiteY125" fmla="*/ 31510 h 157430"/>
              <a:gd name="connsiteX126" fmla="*/ 41801 w 867271"/>
              <a:gd name="connsiteY126" fmla="*/ 36751 h 157430"/>
              <a:gd name="connsiteX127" fmla="*/ 41801 w 867271"/>
              <a:gd name="connsiteY127" fmla="*/ 57748 h 157430"/>
              <a:gd name="connsiteX128" fmla="*/ 47030 w 867271"/>
              <a:gd name="connsiteY128" fmla="*/ 62991 h 157430"/>
              <a:gd name="connsiteX129" fmla="*/ 141083 w 867271"/>
              <a:gd name="connsiteY129" fmla="*/ 62991 h 157430"/>
              <a:gd name="connsiteX130" fmla="*/ 146312 w 867271"/>
              <a:gd name="connsiteY130" fmla="*/ 68232 h 157430"/>
              <a:gd name="connsiteX131" fmla="*/ 146284 w 867271"/>
              <a:gd name="connsiteY131" fmla="*/ 89229 h 157430"/>
              <a:gd name="connsiteX132" fmla="*/ 141082 w 867271"/>
              <a:gd name="connsiteY132" fmla="*/ 94440 h 157430"/>
              <a:gd name="connsiteX133" fmla="*/ 47028 w 867271"/>
              <a:gd name="connsiteY133" fmla="*/ 94440 h 157430"/>
              <a:gd name="connsiteX134" fmla="*/ 41801 w 867271"/>
              <a:gd name="connsiteY134" fmla="*/ 99712 h 157430"/>
              <a:gd name="connsiteX135" fmla="*/ 41801 w 867271"/>
              <a:gd name="connsiteY135" fmla="*/ 152157 h 157430"/>
              <a:gd name="connsiteX136" fmla="*/ 36579 w 867271"/>
              <a:gd name="connsiteY136" fmla="*/ 157428 h 157430"/>
              <a:gd name="connsiteX137" fmla="*/ 36572 w 867271"/>
              <a:gd name="connsiteY137" fmla="*/ 157428 h 157430"/>
              <a:gd name="connsiteX138" fmla="*/ 5229 w 867271"/>
              <a:gd name="connsiteY138" fmla="*/ 157430 h 157430"/>
              <a:gd name="connsiteX139" fmla="*/ 0 w 867271"/>
              <a:gd name="connsiteY139" fmla="*/ 152157 h 157430"/>
              <a:gd name="connsiteX140" fmla="*/ 0 w 867271"/>
              <a:gd name="connsiteY140" fmla="*/ 5271 h 157430"/>
              <a:gd name="connsiteX141" fmla="*/ 5229 w 867271"/>
              <a:gd name="connsiteY141" fmla="*/ 1 h 157430"/>
            </a:gdLst>
            <a:rect l="l" t="t" r="r" b="b"/>
            <a:pathLst>
              <a:path w="867271" h="157430">
                <a:moveTo>
                  <a:pt x="752298" y="31510"/>
                </a:moveTo>
                <a:cubicBezTo>
                  <a:pt x="746542" y="31521"/>
                  <a:pt x="741888" y="36215"/>
                  <a:pt x="741899" y="41995"/>
                </a:cubicBezTo>
                <a:lnTo>
                  <a:pt x="741899" y="115437"/>
                </a:lnTo>
                <a:cubicBezTo>
                  <a:pt x="741899" y="115452"/>
                  <a:pt x="741899" y="115467"/>
                  <a:pt x="741899" y="115481"/>
                </a:cubicBezTo>
                <a:cubicBezTo>
                  <a:pt x="741910" y="121273"/>
                  <a:pt x="746592" y="125960"/>
                  <a:pt x="752359" y="125950"/>
                </a:cubicBezTo>
                <a:lnTo>
                  <a:pt x="815045" y="125950"/>
                </a:lnTo>
                <a:cubicBezTo>
                  <a:pt x="815056" y="125950"/>
                  <a:pt x="815072" y="125950"/>
                  <a:pt x="815087" y="125950"/>
                </a:cubicBezTo>
                <a:cubicBezTo>
                  <a:pt x="820854" y="125936"/>
                  <a:pt x="825516" y="121229"/>
                  <a:pt x="825501" y="115437"/>
                </a:cubicBezTo>
                <a:lnTo>
                  <a:pt x="825497" y="41997"/>
                </a:lnTo>
                <a:cubicBezTo>
                  <a:pt x="825497" y="41975"/>
                  <a:pt x="825497" y="41954"/>
                  <a:pt x="825497" y="41934"/>
                </a:cubicBezTo>
                <a:cubicBezTo>
                  <a:pt x="825478" y="36154"/>
                  <a:pt x="820793" y="31488"/>
                  <a:pt x="815041" y="31510"/>
                </a:cubicBezTo>
                <a:lnTo>
                  <a:pt x="752355" y="31510"/>
                </a:lnTo>
                <a:cubicBezTo>
                  <a:pt x="752336" y="31510"/>
                  <a:pt x="752317" y="31510"/>
                  <a:pt x="752298" y="31510"/>
                </a:cubicBezTo>
                <a:close/>
                <a:moveTo>
                  <a:pt x="731443" y="1"/>
                </a:moveTo>
                <a:lnTo>
                  <a:pt x="835957" y="1"/>
                </a:lnTo>
                <a:cubicBezTo>
                  <a:pt x="835968" y="1"/>
                  <a:pt x="835980" y="1"/>
                  <a:pt x="835991" y="1"/>
                </a:cubicBezTo>
                <a:cubicBezTo>
                  <a:pt x="853289" y="26"/>
                  <a:pt x="867294" y="14133"/>
                  <a:pt x="867271" y="31510"/>
                </a:cubicBezTo>
                <a:lnTo>
                  <a:pt x="867271" y="125950"/>
                </a:lnTo>
                <a:cubicBezTo>
                  <a:pt x="867271" y="125968"/>
                  <a:pt x="867271" y="125985"/>
                  <a:pt x="867271" y="126003"/>
                </a:cubicBezTo>
                <a:cubicBezTo>
                  <a:pt x="867263" y="143366"/>
                  <a:pt x="853243" y="157437"/>
                  <a:pt x="835957" y="157430"/>
                </a:cubicBezTo>
                <a:lnTo>
                  <a:pt x="731443" y="157430"/>
                </a:lnTo>
                <a:cubicBezTo>
                  <a:pt x="714145" y="157415"/>
                  <a:pt x="700129" y="143325"/>
                  <a:pt x="700129" y="125950"/>
                </a:cubicBezTo>
                <a:lnTo>
                  <a:pt x="700129" y="31510"/>
                </a:lnTo>
                <a:cubicBezTo>
                  <a:pt x="700129" y="14129"/>
                  <a:pt x="714138" y="29"/>
                  <a:pt x="731443" y="1"/>
                </a:cubicBezTo>
                <a:close/>
                <a:moveTo>
                  <a:pt x="527701" y="1"/>
                </a:moveTo>
                <a:cubicBezTo>
                  <a:pt x="527712" y="1"/>
                  <a:pt x="527720" y="1"/>
                  <a:pt x="527728" y="1"/>
                </a:cubicBezTo>
                <a:lnTo>
                  <a:pt x="684414" y="1"/>
                </a:lnTo>
                <a:cubicBezTo>
                  <a:pt x="687309" y="-10"/>
                  <a:pt x="689665" y="2338"/>
                  <a:pt x="689673" y="5244"/>
                </a:cubicBezTo>
                <a:cubicBezTo>
                  <a:pt x="689673" y="5253"/>
                  <a:pt x="689673" y="5262"/>
                  <a:pt x="689673" y="5271"/>
                </a:cubicBezTo>
                <a:lnTo>
                  <a:pt x="689673" y="26268"/>
                </a:lnTo>
                <a:cubicBezTo>
                  <a:pt x="689665" y="29171"/>
                  <a:pt x="687317" y="31518"/>
                  <a:pt x="684426" y="31510"/>
                </a:cubicBezTo>
                <a:cubicBezTo>
                  <a:pt x="684422" y="31510"/>
                  <a:pt x="684418" y="31510"/>
                  <a:pt x="684414" y="31510"/>
                </a:cubicBezTo>
                <a:lnTo>
                  <a:pt x="632188" y="31510"/>
                </a:lnTo>
                <a:cubicBezTo>
                  <a:pt x="629316" y="31511"/>
                  <a:pt x="626987" y="33851"/>
                  <a:pt x="626987" y="36737"/>
                </a:cubicBezTo>
                <a:cubicBezTo>
                  <a:pt x="626987" y="36741"/>
                  <a:pt x="626987" y="36746"/>
                  <a:pt x="626987" y="36751"/>
                </a:cubicBezTo>
                <a:lnTo>
                  <a:pt x="626987" y="152157"/>
                </a:lnTo>
                <a:cubicBezTo>
                  <a:pt x="626994" y="155063"/>
                  <a:pt x="624654" y="157423"/>
                  <a:pt x="621759" y="157428"/>
                </a:cubicBezTo>
                <a:cubicBezTo>
                  <a:pt x="621747" y="157428"/>
                  <a:pt x="621740" y="157428"/>
                  <a:pt x="621728" y="157428"/>
                </a:cubicBezTo>
                <a:lnTo>
                  <a:pt x="590418" y="157428"/>
                </a:lnTo>
                <a:cubicBezTo>
                  <a:pt x="587522" y="157439"/>
                  <a:pt x="585170" y="155091"/>
                  <a:pt x="585159" y="152185"/>
                </a:cubicBezTo>
                <a:cubicBezTo>
                  <a:pt x="585159" y="152175"/>
                  <a:pt x="585159" y="152166"/>
                  <a:pt x="585159" y="152157"/>
                </a:cubicBezTo>
                <a:lnTo>
                  <a:pt x="585159" y="36751"/>
                </a:lnTo>
                <a:cubicBezTo>
                  <a:pt x="585167" y="33866"/>
                  <a:pt x="582849" y="31519"/>
                  <a:pt x="579973" y="31510"/>
                </a:cubicBezTo>
                <a:cubicBezTo>
                  <a:pt x="579969" y="31510"/>
                  <a:pt x="579965" y="31510"/>
                  <a:pt x="579962" y="31510"/>
                </a:cubicBezTo>
                <a:lnTo>
                  <a:pt x="527728" y="31510"/>
                </a:lnTo>
                <a:cubicBezTo>
                  <a:pt x="524840" y="31525"/>
                  <a:pt x="522484" y="29186"/>
                  <a:pt x="522469" y="26284"/>
                </a:cubicBezTo>
                <a:cubicBezTo>
                  <a:pt x="522469" y="26279"/>
                  <a:pt x="522469" y="26273"/>
                  <a:pt x="522469" y="26268"/>
                </a:cubicBezTo>
                <a:lnTo>
                  <a:pt x="522469" y="5271"/>
                </a:lnTo>
                <a:cubicBezTo>
                  <a:pt x="522465" y="2365"/>
                  <a:pt x="524810" y="5"/>
                  <a:pt x="527701" y="1"/>
                </a:cubicBezTo>
                <a:close/>
                <a:moveTo>
                  <a:pt x="376185" y="1"/>
                </a:moveTo>
                <a:lnTo>
                  <a:pt x="480695" y="1"/>
                </a:lnTo>
                <a:cubicBezTo>
                  <a:pt x="498001" y="28"/>
                  <a:pt x="512013" y="14128"/>
                  <a:pt x="512009" y="31510"/>
                </a:cubicBezTo>
                <a:lnTo>
                  <a:pt x="512009" y="36751"/>
                </a:lnTo>
                <a:cubicBezTo>
                  <a:pt x="512009" y="39638"/>
                  <a:pt x="509688" y="41982"/>
                  <a:pt x="506812" y="41995"/>
                </a:cubicBezTo>
                <a:lnTo>
                  <a:pt x="475436" y="41995"/>
                </a:lnTo>
                <a:cubicBezTo>
                  <a:pt x="472564" y="41982"/>
                  <a:pt x="470239" y="39638"/>
                  <a:pt x="470239" y="36751"/>
                </a:cubicBezTo>
                <a:cubicBezTo>
                  <a:pt x="470239" y="36735"/>
                  <a:pt x="470239" y="36720"/>
                  <a:pt x="470239" y="36704"/>
                </a:cubicBezTo>
                <a:cubicBezTo>
                  <a:pt x="470216" y="33811"/>
                  <a:pt x="467860" y="31486"/>
                  <a:pt x="464980" y="31510"/>
                </a:cubicBezTo>
                <a:lnTo>
                  <a:pt x="397082" y="31510"/>
                </a:lnTo>
                <a:cubicBezTo>
                  <a:pt x="397074" y="31510"/>
                  <a:pt x="397066" y="31510"/>
                  <a:pt x="397059" y="31510"/>
                </a:cubicBezTo>
                <a:cubicBezTo>
                  <a:pt x="391295" y="31511"/>
                  <a:pt x="386626" y="36205"/>
                  <a:pt x="386626" y="41995"/>
                </a:cubicBezTo>
                <a:lnTo>
                  <a:pt x="386626" y="52478"/>
                </a:lnTo>
                <a:cubicBezTo>
                  <a:pt x="386622" y="58281"/>
                  <a:pt x="391303" y="62988"/>
                  <a:pt x="397082" y="62991"/>
                </a:cubicBezTo>
                <a:lnTo>
                  <a:pt x="480695" y="62991"/>
                </a:lnTo>
                <a:cubicBezTo>
                  <a:pt x="497989" y="62991"/>
                  <a:pt x="512009" y="77071"/>
                  <a:pt x="512009" y="94440"/>
                </a:cubicBezTo>
                <a:lnTo>
                  <a:pt x="512009" y="125950"/>
                </a:lnTo>
                <a:cubicBezTo>
                  <a:pt x="512009" y="143325"/>
                  <a:pt x="497997" y="157415"/>
                  <a:pt x="480695" y="157430"/>
                </a:cubicBezTo>
                <a:lnTo>
                  <a:pt x="376185" y="157430"/>
                </a:lnTo>
                <a:cubicBezTo>
                  <a:pt x="376176" y="157430"/>
                  <a:pt x="376168" y="157430"/>
                  <a:pt x="376160" y="157430"/>
                </a:cubicBezTo>
                <a:cubicBezTo>
                  <a:pt x="358857" y="157423"/>
                  <a:pt x="344836" y="143330"/>
                  <a:pt x="344842" y="125950"/>
                </a:cubicBezTo>
                <a:lnTo>
                  <a:pt x="344842" y="120678"/>
                </a:lnTo>
                <a:cubicBezTo>
                  <a:pt x="344845" y="117790"/>
                  <a:pt x="347171" y="115447"/>
                  <a:pt x="350047" y="115437"/>
                </a:cubicBezTo>
                <a:lnTo>
                  <a:pt x="381413" y="115437"/>
                </a:lnTo>
                <a:cubicBezTo>
                  <a:pt x="384293" y="115444"/>
                  <a:pt x="386622" y="117787"/>
                  <a:pt x="386626" y="120678"/>
                </a:cubicBezTo>
                <a:cubicBezTo>
                  <a:pt x="386622" y="123583"/>
                  <a:pt x="388963" y="125941"/>
                  <a:pt x="391854" y="125950"/>
                </a:cubicBezTo>
                <a:lnTo>
                  <a:pt x="459783" y="125950"/>
                </a:lnTo>
                <a:cubicBezTo>
                  <a:pt x="459798" y="125950"/>
                  <a:pt x="459810" y="125950"/>
                  <a:pt x="459825" y="125950"/>
                </a:cubicBezTo>
                <a:cubicBezTo>
                  <a:pt x="465592" y="125936"/>
                  <a:pt x="470254" y="121229"/>
                  <a:pt x="470239" y="115437"/>
                </a:cubicBezTo>
                <a:lnTo>
                  <a:pt x="470239" y="104954"/>
                </a:lnTo>
                <a:cubicBezTo>
                  <a:pt x="470239" y="104951"/>
                  <a:pt x="470239" y="104949"/>
                  <a:pt x="470239" y="104947"/>
                </a:cubicBezTo>
                <a:cubicBezTo>
                  <a:pt x="470239" y="99145"/>
                  <a:pt x="465558" y="94441"/>
                  <a:pt x="459783" y="94440"/>
                </a:cubicBezTo>
                <a:lnTo>
                  <a:pt x="376185" y="94440"/>
                </a:lnTo>
                <a:cubicBezTo>
                  <a:pt x="376182" y="94440"/>
                  <a:pt x="376179" y="94440"/>
                  <a:pt x="376176" y="94440"/>
                </a:cubicBezTo>
                <a:cubicBezTo>
                  <a:pt x="358877" y="94447"/>
                  <a:pt x="344849" y="80366"/>
                  <a:pt x="344842" y="62991"/>
                </a:cubicBezTo>
                <a:lnTo>
                  <a:pt x="344842" y="31510"/>
                </a:lnTo>
                <a:cubicBezTo>
                  <a:pt x="344842" y="31508"/>
                  <a:pt x="344842" y="31507"/>
                  <a:pt x="344842" y="31505"/>
                </a:cubicBezTo>
                <a:cubicBezTo>
                  <a:pt x="344836" y="14112"/>
                  <a:pt x="358869" y="7"/>
                  <a:pt x="376185" y="1"/>
                </a:cubicBezTo>
                <a:close/>
                <a:moveTo>
                  <a:pt x="172420" y="1"/>
                </a:moveTo>
                <a:cubicBezTo>
                  <a:pt x="172421" y="1"/>
                  <a:pt x="172422" y="1"/>
                  <a:pt x="172424" y="1"/>
                </a:cubicBezTo>
                <a:lnTo>
                  <a:pt x="329162" y="1"/>
                </a:lnTo>
                <a:cubicBezTo>
                  <a:pt x="332052" y="11"/>
                  <a:pt x="334391" y="2368"/>
                  <a:pt x="334390" y="5271"/>
                </a:cubicBezTo>
                <a:lnTo>
                  <a:pt x="334390" y="26268"/>
                </a:lnTo>
                <a:cubicBezTo>
                  <a:pt x="334379" y="29162"/>
                  <a:pt x="332043" y="31504"/>
                  <a:pt x="329162" y="31510"/>
                </a:cubicBezTo>
                <a:lnTo>
                  <a:pt x="214223" y="31510"/>
                </a:lnTo>
                <a:cubicBezTo>
                  <a:pt x="211347" y="31499"/>
                  <a:pt x="209006" y="33832"/>
                  <a:pt x="208995" y="36722"/>
                </a:cubicBezTo>
                <a:cubicBezTo>
                  <a:pt x="208995" y="36732"/>
                  <a:pt x="208995" y="36741"/>
                  <a:pt x="208995" y="36751"/>
                </a:cubicBezTo>
                <a:lnTo>
                  <a:pt x="208995" y="57748"/>
                </a:lnTo>
                <a:cubicBezTo>
                  <a:pt x="208999" y="60645"/>
                  <a:pt x="211339" y="62991"/>
                  <a:pt x="214223" y="62991"/>
                </a:cubicBezTo>
                <a:lnTo>
                  <a:pt x="318706" y="62991"/>
                </a:lnTo>
                <a:cubicBezTo>
                  <a:pt x="321590" y="62987"/>
                  <a:pt x="323931" y="65332"/>
                  <a:pt x="323935" y="68228"/>
                </a:cubicBezTo>
                <a:cubicBezTo>
                  <a:pt x="323935" y="68230"/>
                  <a:pt x="323935" y="68231"/>
                  <a:pt x="323935" y="68232"/>
                </a:cubicBezTo>
                <a:lnTo>
                  <a:pt x="323935" y="89229"/>
                </a:lnTo>
                <a:cubicBezTo>
                  <a:pt x="323920" y="92117"/>
                  <a:pt x="321581" y="94448"/>
                  <a:pt x="318706" y="94440"/>
                </a:cubicBezTo>
                <a:lnTo>
                  <a:pt x="214223" y="94440"/>
                </a:lnTo>
                <a:cubicBezTo>
                  <a:pt x="211333" y="94443"/>
                  <a:pt x="208992" y="96799"/>
                  <a:pt x="208995" y="99703"/>
                </a:cubicBezTo>
                <a:cubicBezTo>
                  <a:pt x="208995" y="99706"/>
                  <a:pt x="208995" y="99709"/>
                  <a:pt x="208995" y="99712"/>
                </a:cubicBezTo>
                <a:lnTo>
                  <a:pt x="208995" y="120678"/>
                </a:lnTo>
                <a:cubicBezTo>
                  <a:pt x="208987" y="123582"/>
                  <a:pt x="211323" y="125942"/>
                  <a:pt x="214214" y="125950"/>
                </a:cubicBezTo>
                <a:cubicBezTo>
                  <a:pt x="214217" y="125950"/>
                  <a:pt x="214220" y="125950"/>
                  <a:pt x="214223" y="125950"/>
                </a:cubicBezTo>
                <a:lnTo>
                  <a:pt x="329162" y="125950"/>
                </a:lnTo>
                <a:cubicBezTo>
                  <a:pt x="332046" y="125946"/>
                  <a:pt x="334387" y="128291"/>
                  <a:pt x="334390" y="131188"/>
                </a:cubicBezTo>
                <a:cubicBezTo>
                  <a:pt x="334390" y="131189"/>
                  <a:pt x="334390" y="131191"/>
                  <a:pt x="334390" y="131192"/>
                </a:cubicBezTo>
                <a:lnTo>
                  <a:pt x="334390" y="152157"/>
                </a:lnTo>
                <a:cubicBezTo>
                  <a:pt x="334391" y="155061"/>
                  <a:pt x="332053" y="157418"/>
                  <a:pt x="329162" y="157428"/>
                </a:cubicBezTo>
                <a:lnTo>
                  <a:pt x="172424" y="157428"/>
                </a:lnTo>
                <a:cubicBezTo>
                  <a:pt x="169532" y="157424"/>
                  <a:pt x="167191" y="155066"/>
                  <a:pt x="167195" y="152162"/>
                </a:cubicBezTo>
                <a:cubicBezTo>
                  <a:pt x="167195" y="152160"/>
                  <a:pt x="167195" y="152159"/>
                  <a:pt x="167195" y="152157"/>
                </a:cubicBezTo>
                <a:lnTo>
                  <a:pt x="167195" y="5271"/>
                </a:lnTo>
                <a:cubicBezTo>
                  <a:pt x="167189" y="2367"/>
                  <a:pt x="169528" y="7"/>
                  <a:pt x="172420" y="1"/>
                </a:cubicBezTo>
                <a:close/>
                <a:moveTo>
                  <a:pt x="5229" y="1"/>
                </a:moveTo>
                <a:lnTo>
                  <a:pt x="151513" y="1"/>
                </a:lnTo>
                <a:cubicBezTo>
                  <a:pt x="154404" y="5"/>
                  <a:pt x="156745" y="2363"/>
                  <a:pt x="156742" y="5268"/>
                </a:cubicBezTo>
                <a:cubicBezTo>
                  <a:pt x="156742" y="5269"/>
                  <a:pt x="156742" y="5270"/>
                  <a:pt x="156742" y="5271"/>
                </a:cubicBezTo>
                <a:lnTo>
                  <a:pt x="156742" y="26268"/>
                </a:lnTo>
                <a:cubicBezTo>
                  <a:pt x="156736" y="29164"/>
                  <a:pt x="154397" y="31509"/>
                  <a:pt x="151513" y="31510"/>
                </a:cubicBezTo>
                <a:lnTo>
                  <a:pt x="47030" y="31510"/>
                </a:lnTo>
                <a:cubicBezTo>
                  <a:pt x="44146" y="31509"/>
                  <a:pt x="41806" y="33854"/>
                  <a:pt x="41801" y="36751"/>
                </a:cubicBezTo>
                <a:lnTo>
                  <a:pt x="41801" y="57748"/>
                </a:lnTo>
                <a:cubicBezTo>
                  <a:pt x="41815" y="60641"/>
                  <a:pt x="44149" y="62981"/>
                  <a:pt x="47030" y="62991"/>
                </a:cubicBezTo>
                <a:lnTo>
                  <a:pt x="141083" y="62991"/>
                </a:lnTo>
                <a:cubicBezTo>
                  <a:pt x="143967" y="62989"/>
                  <a:pt x="146307" y="65335"/>
                  <a:pt x="146312" y="68232"/>
                </a:cubicBezTo>
                <a:lnTo>
                  <a:pt x="146284" y="89229"/>
                </a:lnTo>
                <a:cubicBezTo>
                  <a:pt x="146279" y="92111"/>
                  <a:pt x="143951" y="94443"/>
                  <a:pt x="141082" y="94440"/>
                </a:cubicBezTo>
                <a:lnTo>
                  <a:pt x="47028" y="94440"/>
                </a:lnTo>
                <a:cubicBezTo>
                  <a:pt x="44139" y="94454"/>
                  <a:pt x="41802" y="96810"/>
                  <a:pt x="41801" y="99712"/>
                </a:cubicBezTo>
                <a:lnTo>
                  <a:pt x="41801" y="152157"/>
                </a:lnTo>
                <a:cubicBezTo>
                  <a:pt x="41808" y="155061"/>
                  <a:pt x="39470" y="157421"/>
                  <a:pt x="36579" y="157428"/>
                </a:cubicBezTo>
                <a:cubicBezTo>
                  <a:pt x="36577" y="157428"/>
                  <a:pt x="36574" y="157428"/>
                  <a:pt x="36572" y="157428"/>
                </a:cubicBezTo>
                <a:lnTo>
                  <a:pt x="5229" y="157430"/>
                </a:lnTo>
                <a:cubicBezTo>
                  <a:pt x="2338" y="157417"/>
                  <a:pt x="1" y="155060"/>
                  <a:pt x="0" y="152157"/>
                </a:cubicBezTo>
                <a:lnTo>
                  <a:pt x="0" y="5271"/>
                </a:lnTo>
                <a:cubicBezTo>
                  <a:pt x="2" y="2369"/>
                  <a:pt x="2339" y="14"/>
                  <a:pt x="5229" y="1"/>
                </a:cubicBezTo>
                <a:close/>
              </a:path>
            </a:pathLst>
          </a:custGeom>
          <a:solidFill xmlns:a="http://schemas.openxmlformats.org/drawingml/2006/main">
            <a:srgbClr val="0091DC"/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BAB8F567-49D7-E9AF-BD1F-6C6AB7B457F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4549526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Gerader Verbinder 2">
            <a:extLst xmlns:a="http://schemas.openxmlformats.org/drawingml/2006/main">
              <a:ext uri="{FF2B5EF4-FFF2-40B4-BE49-F238E27FC236}">
                <a16:creationId xmlns:a16="http://schemas.microsoft.com/office/drawing/2014/main" id="{6075BED9-527B-4CF6-B97C-62098575F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2" name="Datumsplatzhalter 11">
            <a:extLst xmlns:a="http://schemas.openxmlformats.org/drawingml/2006/main">
              <a:ext uri="{FF2B5EF4-FFF2-40B4-BE49-F238E27FC236}">
                <a16:creationId xmlns:a16="http://schemas.microsoft.com/office/drawing/2014/main" id="{0308DEE5-F78B-7950-3365-5C6261FCA25D}"/>
              </a:ext>
            </a:extLst>
          </p:cNvPr>
          <p:cNvSpPr>
            <a:spLocks xmlns:a="http://schemas.openxmlformats.org/drawingml/2006/main" noGrp="1"/>
          </p:cNvSpPr>
          <p:nvPr>
            <p:ph type="dt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3" name="Fußzeilenplatzhalter 12">
            <a:extLst xmlns:a="http://schemas.openxmlformats.org/drawingml/2006/main">
              <a:ext uri="{FF2B5EF4-FFF2-40B4-BE49-F238E27FC236}">
                <a16:creationId xmlns:a16="http://schemas.microsoft.com/office/drawing/2014/main" id="{B9D3EF29-B860-1F30-9675-8A6C2A7032BF}"/>
              </a:ext>
            </a:extLst>
          </p:cNvPr>
          <p:cNvSpPr>
            <a:spLocks xmlns:a="http://schemas.openxmlformats.org/drawingml/2006/main" noGrp="1"/>
          </p:cNvSpPr>
          <p:nvPr>
            <p:ph type="ftr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4" name="Foliennummernplatzhalter 13">
            <a:extLst xmlns:a="http://schemas.openxmlformats.org/drawingml/2006/main">
              <a:ext uri="{FF2B5EF4-FFF2-40B4-BE49-F238E27FC236}">
                <a16:creationId xmlns:a16="http://schemas.microsoft.com/office/drawing/2014/main" id="{1C67694A-2E2A-9E72-9DB8-1B3268ECB1B8}"/>
              </a:ext>
            </a:extLst>
          </p:cNvPr>
          <p:cNvSpPr>
            <a:spLocks xmlns:a="http://schemas.openxmlformats.org/drawingml/2006/main" noGrp="1"/>
          </p:cNvSpPr>
          <p:nvPr>
            <p:ph type="sldNum" idx="1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116.xml><?xml version="1.0" encoding="utf-8"?>
<p:sldLayout xmlns:p="http://schemas.openxmlformats.org/presentationml/2006/main" preserve="1">
  <p:cSld name="Text + 2x Picture medium - without ribb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8" y="2475287"/>
            <a:ext cx="3522156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6096000" y="1"/>
            <a:ext cx="6096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Untertitel 2">
            <a:extLst xmlns:a="http://schemas.openxmlformats.org/drawingml/2006/main">
              <a:ext uri="{FF2B5EF4-FFF2-40B4-BE49-F238E27FC236}">
                <a16:creationId xmlns:a16="http://schemas.microsoft.com/office/drawing/2014/main" id="{DF33D803-4825-6BFE-432E-1F1BCB174CED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649620" y="893160"/>
            <a:ext cx="895233" cy="162409"/>
          </a:xfrm>
          <a:custGeom xmlns:a="http://schemas.openxmlformats.org/drawingml/2006/main">
            <a:gdLst>
              <a:gd name="connsiteX0" fmla="*/ 752298 w 867271"/>
              <a:gd name="connsiteY0" fmla="*/ 31510 h 157430"/>
              <a:gd name="connsiteX1" fmla="*/ 741899 w 867271"/>
              <a:gd name="connsiteY1" fmla="*/ 41995 h 157430"/>
              <a:gd name="connsiteX2" fmla="*/ 741899 w 867271"/>
              <a:gd name="connsiteY2" fmla="*/ 115437 h 157430"/>
              <a:gd name="connsiteX3" fmla="*/ 741899 w 867271"/>
              <a:gd name="connsiteY3" fmla="*/ 115481 h 157430"/>
              <a:gd name="connsiteX4" fmla="*/ 752359 w 867271"/>
              <a:gd name="connsiteY4" fmla="*/ 125950 h 157430"/>
              <a:gd name="connsiteX5" fmla="*/ 815045 w 867271"/>
              <a:gd name="connsiteY5" fmla="*/ 125950 h 157430"/>
              <a:gd name="connsiteX6" fmla="*/ 815087 w 867271"/>
              <a:gd name="connsiteY6" fmla="*/ 125950 h 157430"/>
              <a:gd name="connsiteX7" fmla="*/ 825501 w 867271"/>
              <a:gd name="connsiteY7" fmla="*/ 115437 h 157430"/>
              <a:gd name="connsiteX8" fmla="*/ 825497 w 867271"/>
              <a:gd name="connsiteY8" fmla="*/ 41997 h 157430"/>
              <a:gd name="connsiteX9" fmla="*/ 825497 w 867271"/>
              <a:gd name="connsiteY9" fmla="*/ 41934 h 157430"/>
              <a:gd name="connsiteX10" fmla="*/ 815041 w 867271"/>
              <a:gd name="connsiteY10" fmla="*/ 31510 h 157430"/>
              <a:gd name="connsiteX11" fmla="*/ 752355 w 867271"/>
              <a:gd name="connsiteY11" fmla="*/ 31510 h 157430"/>
              <a:gd name="connsiteX12" fmla="*/ 752298 w 867271"/>
              <a:gd name="connsiteY12" fmla="*/ 31510 h 157430"/>
              <a:gd name="connsiteX13" fmla="*/ 731443 w 867271"/>
              <a:gd name="connsiteY13" fmla="*/ 1 h 157430"/>
              <a:gd name="connsiteX14" fmla="*/ 835957 w 867271"/>
              <a:gd name="connsiteY14" fmla="*/ 1 h 157430"/>
              <a:gd name="connsiteX15" fmla="*/ 835991 w 867271"/>
              <a:gd name="connsiteY15" fmla="*/ 1 h 157430"/>
              <a:gd name="connsiteX16" fmla="*/ 867271 w 867271"/>
              <a:gd name="connsiteY16" fmla="*/ 31510 h 157430"/>
              <a:gd name="connsiteX17" fmla="*/ 867271 w 867271"/>
              <a:gd name="connsiteY17" fmla="*/ 125950 h 157430"/>
              <a:gd name="connsiteX18" fmla="*/ 867271 w 867271"/>
              <a:gd name="connsiteY18" fmla="*/ 126003 h 157430"/>
              <a:gd name="connsiteX19" fmla="*/ 835957 w 867271"/>
              <a:gd name="connsiteY19" fmla="*/ 157430 h 157430"/>
              <a:gd name="connsiteX20" fmla="*/ 731443 w 867271"/>
              <a:gd name="connsiteY20" fmla="*/ 157430 h 157430"/>
              <a:gd name="connsiteX21" fmla="*/ 700129 w 867271"/>
              <a:gd name="connsiteY21" fmla="*/ 125950 h 157430"/>
              <a:gd name="connsiteX22" fmla="*/ 700129 w 867271"/>
              <a:gd name="connsiteY22" fmla="*/ 31510 h 157430"/>
              <a:gd name="connsiteX23" fmla="*/ 731443 w 867271"/>
              <a:gd name="connsiteY23" fmla="*/ 1 h 157430"/>
              <a:gd name="connsiteX24" fmla="*/ 527701 w 867271"/>
              <a:gd name="connsiteY24" fmla="*/ 1 h 157430"/>
              <a:gd name="connsiteX25" fmla="*/ 527728 w 867271"/>
              <a:gd name="connsiteY25" fmla="*/ 1 h 157430"/>
              <a:gd name="connsiteX26" fmla="*/ 684414 w 867271"/>
              <a:gd name="connsiteY26" fmla="*/ 1 h 157430"/>
              <a:gd name="connsiteX27" fmla="*/ 689673 w 867271"/>
              <a:gd name="connsiteY27" fmla="*/ 5244 h 157430"/>
              <a:gd name="connsiteX28" fmla="*/ 689673 w 867271"/>
              <a:gd name="connsiteY28" fmla="*/ 5271 h 157430"/>
              <a:gd name="connsiteX29" fmla="*/ 689673 w 867271"/>
              <a:gd name="connsiteY29" fmla="*/ 26268 h 157430"/>
              <a:gd name="connsiteX30" fmla="*/ 684426 w 867271"/>
              <a:gd name="connsiteY30" fmla="*/ 31510 h 157430"/>
              <a:gd name="connsiteX31" fmla="*/ 684414 w 867271"/>
              <a:gd name="connsiteY31" fmla="*/ 31510 h 157430"/>
              <a:gd name="connsiteX32" fmla="*/ 632188 w 867271"/>
              <a:gd name="connsiteY32" fmla="*/ 31510 h 157430"/>
              <a:gd name="connsiteX33" fmla="*/ 626987 w 867271"/>
              <a:gd name="connsiteY33" fmla="*/ 36737 h 157430"/>
              <a:gd name="connsiteX34" fmla="*/ 626987 w 867271"/>
              <a:gd name="connsiteY34" fmla="*/ 36751 h 157430"/>
              <a:gd name="connsiteX35" fmla="*/ 626987 w 867271"/>
              <a:gd name="connsiteY35" fmla="*/ 152157 h 157430"/>
              <a:gd name="connsiteX36" fmla="*/ 621759 w 867271"/>
              <a:gd name="connsiteY36" fmla="*/ 157428 h 157430"/>
              <a:gd name="connsiteX37" fmla="*/ 621728 w 867271"/>
              <a:gd name="connsiteY37" fmla="*/ 157428 h 157430"/>
              <a:gd name="connsiteX38" fmla="*/ 590418 w 867271"/>
              <a:gd name="connsiteY38" fmla="*/ 157428 h 157430"/>
              <a:gd name="connsiteX39" fmla="*/ 585159 w 867271"/>
              <a:gd name="connsiteY39" fmla="*/ 152185 h 157430"/>
              <a:gd name="connsiteX40" fmla="*/ 585159 w 867271"/>
              <a:gd name="connsiteY40" fmla="*/ 152157 h 157430"/>
              <a:gd name="connsiteX41" fmla="*/ 585159 w 867271"/>
              <a:gd name="connsiteY41" fmla="*/ 36751 h 157430"/>
              <a:gd name="connsiteX42" fmla="*/ 579973 w 867271"/>
              <a:gd name="connsiteY42" fmla="*/ 31510 h 157430"/>
              <a:gd name="connsiteX43" fmla="*/ 579962 w 867271"/>
              <a:gd name="connsiteY43" fmla="*/ 31510 h 157430"/>
              <a:gd name="connsiteX44" fmla="*/ 527728 w 867271"/>
              <a:gd name="connsiteY44" fmla="*/ 31510 h 157430"/>
              <a:gd name="connsiteX45" fmla="*/ 522469 w 867271"/>
              <a:gd name="connsiteY45" fmla="*/ 26284 h 157430"/>
              <a:gd name="connsiteX46" fmla="*/ 522469 w 867271"/>
              <a:gd name="connsiteY46" fmla="*/ 26268 h 157430"/>
              <a:gd name="connsiteX47" fmla="*/ 522469 w 867271"/>
              <a:gd name="connsiteY47" fmla="*/ 5271 h 157430"/>
              <a:gd name="connsiteX48" fmla="*/ 527701 w 867271"/>
              <a:gd name="connsiteY48" fmla="*/ 1 h 157430"/>
              <a:gd name="connsiteX49" fmla="*/ 376185 w 867271"/>
              <a:gd name="connsiteY49" fmla="*/ 1 h 157430"/>
              <a:gd name="connsiteX50" fmla="*/ 480695 w 867271"/>
              <a:gd name="connsiteY50" fmla="*/ 1 h 157430"/>
              <a:gd name="connsiteX51" fmla="*/ 512009 w 867271"/>
              <a:gd name="connsiteY51" fmla="*/ 31510 h 157430"/>
              <a:gd name="connsiteX52" fmla="*/ 512009 w 867271"/>
              <a:gd name="connsiteY52" fmla="*/ 36751 h 157430"/>
              <a:gd name="connsiteX53" fmla="*/ 506812 w 867271"/>
              <a:gd name="connsiteY53" fmla="*/ 41995 h 157430"/>
              <a:gd name="connsiteX54" fmla="*/ 475436 w 867271"/>
              <a:gd name="connsiteY54" fmla="*/ 41995 h 157430"/>
              <a:gd name="connsiteX55" fmla="*/ 470239 w 867271"/>
              <a:gd name="connsiteY55" fmla="*/ 36751 h 157430"/>
              <a:gd name="connsiteX56" fmla="*/ 470239 w 867271"/>
              <a:gd name="connsiteY56" fmla="*/ 36704 h 157430"/>
              <a:gd name="connsiteX57" fmla="*/ 464980 w 867271"/>
              <a:gd name="connsiteY57" fmla="*/ 31510 h 157430"/>
              <a:gd name="connsiteX58" fmla="*/ 397082 w 867271"/>
              <a:gd name="connsiteY58" fmla="*/ 31510 h 157430"/>
              <a:gd name="connsiteX59" fmla="*/ 397059 w 867271"/>
              <a:gd name="connsiteY59" fmla="*/ 31510 h 157430"/>
              <a:gd name="connsiteX60" fmla="*/ 386626 w 867271"/>
              <a:gd name="connsiteY60" fmla="*/ 41995 h 157430"/>
              <a:gd name="connsiteX61" fmla="*/ 386626 w 867271"/>
              <a:gd name="connsiteY61" fmla="*/ 52478 h 157430"/>
              <a:gd name="connsiteX62" fmla="*/ 397082 w 867271"/>
              <a:gd name="connsiteY62" fmla="*/ 62991 h 157430"/>
              <a:gd name="connsiteX63" fmla="*/ 480695 w 867271"/>
              <a:gd name="connsiteY63" fmla="*/ 62991 h 157430"/>
              <a:gd name="connsiteX64" fmla="*/ 512009 w 867271"/>
              <a:gd name="connsiteY64" fmla="*/ 94440 h 157430"/>
              <a:gd name="connsiteX65" fmla="*/ 512009 w 867271"/>
              <a:gd name="connsiteY65" fmla="*/ 125950 h 157430"/>
              <a:gd name="connsiteX66" fmla="*/ 480695 w 867271"/>
              <a:gd name="connsiteY66" fmla="*/ 157430 h 157430"/>
              <a:gd name="connsiteX67" fmla="*/ 376185 w 867271"/>
              <a:gd name="connsiteY67" fmla="*/ 157430 h 157430"/>
              <a:gd name="connsiteX68" fmla="*/ 376160 w 867271"/>
              <a:gd name="connsiteY68" fmla="*/ 157430 h 157430"/>
              <a:gd name="connsiteX69" fmla="*/ 344842 w 867271"/>
              <a:gd name="connsiteY69" fmla="*/ 125950 h 157430"/>
              <a:gd name="connsiteX70" fmla="*/ 344842 w 867271"/>
              <a:gd name="connsiteY70" fmla="*/ 120678 h 157430"/>
              <a:gd name="connsiteX71" fmla="*/ 350047 w 867271"/>
              <a:gd name="connsiteY71" fmla="*/ 115437 h 157430"/>
              <a:gd name="connsiteX72" fmla="*/ 381413 w 867271"/>
              <a:gd name="connsiteY72" fmla="*/ 115437 h 157430"/>
              <a:gd name="connsiteX73" fmla="*/ 386626 w 867271"/>
              <a:gd name="connsiteY73" fmla="*/ 120678 h 157430"/>
              <a:gd name="connsiteX74" fmla="*/ 391854 w 867271"/>
              <a:gd name="connsiteY74" fmla="*/ 125950 h 157430"/>
              <a:gd name="connsiteX75" fmla="*/ 459783 w 867271"/>
              <a:gd name="connsiteY75" fmla="*/ 125950 h 157430"/>
              <a:gd name="connsiteX76" fmla="*/ 459825 w 867271"/>
              <a:gd name="connsiteY76" fmla="*/ 125950 h 157430"/>
              <a:gd name="connsiteX77" fmla="*/ 470239 w 867271"/>
              <a:gd name="connsiteY77" fmla="*/ 115437 h 157430"/>
              <a:gd name="connsiteX78" fmla="*/ 470239 w 867271"/>
              <a:gd name="connsiteY78" fmla="*/ 104954 h 157430"/>
              <a:gd name="connsiteX79" fmla="*/ 470239 w 867271"/>
              <a:gd name="connsiteY79" fmla="*/ 104947 h 157430"/>
              <a:gd name="connsiteX80" fmla="*/ 459783 w 867271"/>
              <a:gd name="connsiteY80" fmla="*/ 94440 h 157430"/>
              <a:gd name="connsiteX81" fmla="*/ 376185 w 867271"/>
              <a:gd name="connsiteY81" fmla="*/ 94440 h 157430"/>
              <a:gd name="connsiteX82" fmla="*/ 376176 w 867271"/>
              <a:gd name="connsiteY82" fmla="*/ 94440 h 157430"/>
              <a:gd name="connsiteX83" fmla="*/ 344842 w 867271"/>
              <a:gd name="connsiteY83" fmla="*/ 62991 h 157430"/>
              <a:gd name="connsiteX84" fmla="*/ 344842 w 867271"/>
              <a:gd name="connsiteY84" fmla="*/ 31510 h 157430"/>
              <a:gd name="connsiteX85" fmla="*/ 344842 w 867271"/>
              <a:gd name="connsiteY85" fmla="*/ 31505 h 157430"/>
              <a:gd name="connsiteX86" fmla="*/ 376185 w 867271"/>
              <a:gd name="connsiteY86" fmla="*/ 1 h 157430"/>
              <a:gd name="connsiteX87" fmla="*/ 172420 w 867271"/>
              <a:gd name="connsiteY87" fmla="*/ 1 h 157430"/>
              <a:gd name="connsiteX88" fmla="*/ 172424 w 867271"/>
              <a:gd name="connsiteY88" fmla="*/ 1 h 157430"/>
              <a:gd name="connsiteX89" fmla="*/ 329162 w 867271"/>
              <a:gd name="connsiteY89" fmla="*/ 1 h 157430"/>
              <a:gd name="connsiteX90" fmla="*/ 334390 w 867271"/>
              <a:gd name="connsiteY90" fmla="*/ 5271 h 157430"/>
              <a:gd name="connsiteX91" fmla="*/ 334390 w 867271"/>
              <a:gd name="connsiteY91" fmla="*/ 26268 h 157430"/>
              <a:gd name="connsiteX92" fmla="*/ 329162 w 867271"/>
              <a:gd name="connsiteY92" fmla="*/ 31510 h 157430"/>
              <a:gd name="connsiteX93" fmla="*/ 214223 w 867271"/>
              <a:gd name="connsiteY93" fmla="*/ 31510 h 157430"/>
              <a:gd name="connsiteX94" fmla="*/ 208995 w 867271"/>
              <a:gd name="connsiteY94" fmla="*/ 36722 h 157430"/>
              <a:gd name="connsiteX95" fmla="*/ 208995 w 867271"/>
              <a:gd name="connsiteY95" fmla="*/ 36751 h 157430"/>
              <a:gd name="connsiteX96" fmla="*/ 208995 w 867271"/>
              <a:gd name="connsiteY96" fmla="*/ 57748 h 157430"/>
              <a:gd name="connsiteX97" fmla="*/ 214223 w 867271"/>
              <a:gd name="connsiteY97" fmla="*/ 62991 h 157430"/>
              <a:gd name="connsiteX98" fmla="*/ 318706 w 867271"/>
              <a:gd name="connsiteY98" fmla="*/ 62991 h 157430"/>
              <a:gd name="connsiteX99" fmla="*/ 323935 w 867271"/>
              <a:gd name="connsiteY99" fmla="*/ 68228 h 157430"/>
              <a:gd name="connsiteX100" fmla="*/ 323935 w 867271"/>
              <a:gd name="connsiteY100" fmla="*/ 68232 h 157430"/>
              <a:gd name="connsiteX101" fmla="*/ 323935 w 867271"/>
              <a:gd name="connsiteY101" fmla="*/ 89229 h 157430"/>
              <a:gd name="connsiteX102" fmla="*/ 318706 w 867271"/>
              <a:gd name="connsiteY102" fmla="*/ 94440 h 157430"/>
              <a:gd name="connsiteX103" fmla="*/ 214223 w 867271"/>
              <a:gd name="connsiteY103" fmla="*/ 94440 h 157430"/>
              <a:gd name="connsiteX104" fmla="*/ 208995 w 867271"/>
              <a:gd name="connsiteY104" fmla="*/ 99703 h 157430"/>
              <a:gd name="connsiteX105" fmla="*/ 208995 w 867271"/>
              <a:gd name="connsiteY105" fmla="*/ 99712 h 157430"/>
              <a:gd name="connsiteX106" fmla="*/ 208995 w 867271"/>
              <a:gd name="connsiteY106" fmla="*/ 120678 h 157430"/>
              <a:gd name="connsiteX107" fmla="*/ 214214 w 867271"/>
              <a:gd name="connsiteY107" fmla="*/ 125950 h 157430"/>
              <a:gd name="connsiteX108" fmla="*/ 214223 w 867271"/>
              <a:gd name="connsiteY108" fmla="*/ 125950 h 157430"/>
              <a:gd name="connsiteX109" fmla="*/ 329162 w 867271"/>
              <a:gd name="connsiteY109" fmla="*/ 125950 h 157430"/>
              <a:gd name="connsiteX110" fmla="*/ 334390 w 867271"/>
              <a:gd name="connsiteY110" fmla="*/ 131188 h 157430"/>
              <a:gd name="connsiteX111" fmla="*/ 334390 w 867271"/>
              <a:gd name="connsiteY111" fmla="*/ 131192 h 157430"/>
              <a:gd name="connsiteX112" fmla="*/ 334390 w 867271"/>
              <a:gd name="connsiteY112" fmla="*/ 152157 h 157430"/>
              <a:gd name="connsiteX113" fmla="*/ 329162 w 867271"/>
              <a:gd name="connsiteY113" fmla="*/ 157428 h 157430"/>
              <a:gd name="connsiteX114" fmla="*/ 172424 w 867271"/>
              <a:gd name="connsiteY114" fmla="*/ 157428 h 157430"/>
              <a:gd name="connsiteX115" fmla="*/ 167195 w 867271"/>
              <a:gd name="connsiteY115" fmla="*/ 152162 h 157430"/>
              <a:gd name="connsiteX116" fmla="*/ 167195 w 867271"/>
              <a:gd name="connsiteY116" fmla="*/ 152157 h 157430"/>
              <a:gd name="connsiteX117" fmla="*/ 167195 w 867271"/>
              <a:gd name="connsiteY117" fmla="*/ 5271 h 157430"/>
              <a:gd name="connsiteX118" fmla="*/ 172420 w 867271"/>
              <a:gd name="connsiteY118" fmla="*/ 1 h 157430"/>
              <a:gd name="connsiteX119" fmla="*/ 5229 w 867271"/>
              <a:gd name="connsiteY119" fmla="*/ 1 h 157430"/>
              <a:gd name="connsiteX120" fmla="*/ 151513 w 867271"/>
              <a:gd name="connsiteY120" fmla="*/ 1 h 157430"/>
              <a:gd name="connsiteX121" fmla="*/ 156742 w 867271"/>
              <a:gd name="connsiteY121" fmla="*/ 5268 h 157430"/>
              <a:gd name="connsiteX122" fmla="*/ 156742 w 867271"/>
              <a:gd name="connsiteY122" fmla="*/ 5271 h 157430"/>
              <a:gd name="connsiteX123" fmla="*/ 156742 w 867271"/>
              <a:gd name="connsiteY123" fmla="*/ 26268 h 157430"/>
              <a:gd name="connsiteX124" fmla="*/ 151513 w 867271"/>
              <a:gd name="connsiteY124" fmla="*/ 31510 h 157430"/>
              <a:gd name="connsiteX125" fmla="*/ 47030 w 867271"/>
              <a:gd name="connsiteY125" fmla="*/ 31510 h 157430"/>
              <a:gd name="connsiteX126" fmla="*/ 41801 w 867271"/>
              <a:gd name="connsiteY126" fmla="*/ 36751 h 157430"/>
              <a:gd name="connsiteX127" fmla="*/ 41801 w 867271"/>
              <a:gd name="connsiteY127" fmla="*/ 57748 h 157430"/>
              <a:gd name="connsiteX128" fmla="*/ 47030 w 867271"/>
              <a:gd name="connsiteY128" fmla="*/ 62991 h 157430"/>
              <a:gd name="connsiteX129" fmla="*/ 141083 w 867271"/>
              <a:gd name="connsiteY129" fmla="*/ 62991 h 157430"/>
              <a:gd name="connsiteX130" fmla="*/ 146312 w 867271"/>
              <a:gd name="connsiteY130" fmla="*/ 68232 h 157430"/>
              <a:gd name="connsiteX131" fmla="*/ 146284 w 867271"/>
              <a:gd name="connsiteY131" fmla="*/ 89229 h 157430"/>
              <a:gd name="connsiteX132" fmla="*/ 141082 w 867271"/>
              <a:gd name="connsiteY132" fmla="*/ 94440 h 157430"/>
              <a:gd name="connsiteX133" fmla="*/ 47028 w 867271"/>
              <a:gd name="connsiteY133" fmla="*/ 94440 h 157430"/>
              <a:gd name="connsiteX134" fmla="*/ 41801 w 867271"/>
              <a:gd name="connsiteY134" fmla="*/ 99712 h 157430"/>
              <a:gd name="connsiteX135" fmla="*/ 41801 w 867271"/>
              <a:gd name="connsiteY135" fmla="*/ 152157 h 157430"/>
              <a:gd name="connsiteX136" fmla="*/ 36579 w 867271"/>
              <a:gd name="connsiteY136" fmla="*/ 157428 h 157430"/>
              <a:gd name="connsiteX137" fmla="*/ 36572 w 867271"/>
              <a:gd name="connsiteY137" fmla="*/ 157428 h 157430"/>
              <a:gd name="connsiteX138" fmla="*/ 5229 w 867271"/>
              <a:gd name="connsiteY138" fmla="*/ 157430 h 157430"/>
              <a:gd name="connsiteX139" fmla="*/ 0 w 867271"/>
              <a:gd name="connsiteY139" fmla="*/ 152157 h 157430"/>
              <a:gd name="connsiteX140" fmla="*/ 0 w 867271"/>
              <a:gd name="connsiteY140" fmla="*/ 5271 h 157430"/>
              <a:gd name="connsiteX141" fmla="*/ 5229 w 867271"/>
              <a:gd name="connsiteY141" fmla="*/ 1 h 157430"/>
            </a:gdLst>
            <a:rect l="l" t="t" r="r" b="b"/>
            <a:pathLst>
              <a:path w="867271" h="157430">
                <a:moveTo>
                  <a:pt x="752298" y="31510"/>
                </a:moveTo>
                <a:cubicBezTo>
                  <a:pt x="746542" y="31521"/>
                  <a:pt x="741888" y="36215"/>
                  <a:pt x="741899" y="41995"/>
                </a:cubicBezTo>
                <a:lnTo>
                  <a:pt x="741899" y="115437"/>
                </a:lnTo>
                <a:cubicBezTo>
                  <a:pt x="741899" y="115452"/>
                  <a:pt x="741899" y="115467"/>
                  <a:pt x="741899" y="115481"/>
                </a:cubicBezTo>
                <a:cubicBezTo>
                  <a:pt x="741910" y="121273"/>
                  <a:pt x="746592" y="125960"/>
                  <a:pt x="752359" y="125950"/>
                </a:cubicBezTo>
                <a:lnTo>
                  <a:pt x="815045" y="125950"/>
                </a:lnTo>
                <a:cubicBezTo>
                  <a:pt x="815056" y="125950"/>
                  <a:pt x="815072" y="125950"/>
                  <a:pt x="815087" y="125950"/>
                </a:cubicBezTo>
                <a:cubicBezTo>
                  <a:pt x="820854" y="125936"/>
                  <a:pt x="825516" y="121229"/>
                  <a:pt x="825501" y="115437"/>
                </a:cubicBezTo>
                <a:lnTo>
                  <a:pt x="825497" y="41997"/>
                </a:lnTo>
                <a:cubicBezTo>
                  <a:pt x="825497" y="41975"/>
                  <a:pt x="825497" y="41954"/>
                  <a:pt x="825497" y="41934"/>
                </a:cubicBezTo>
                <a:cubicBezTo>
                  <a:pt x="825478" y="36154"/>
                  <a:pt x="820793" y="31488"/>
                  <a:pt x="815041" y="31510"/>
                </a:cubicBezTo>
                <a:lnTo>
                  <a:pt x="752355" y="31510"/>
                </a:lnTo>
                <a:cubicBezTo>
                  <a:pt x="752336" y="31510"/>
                  <a:pt x="752317" y="31510"/>
                  <a:pt x="752298" y="31510"/>
                </a:cubicBezTo>
                <a:close/>
                <a:moveTo>
                  <a:pt x="731443" y="1"/>
                </a:moveTo>
                <a:lnTo>
                  <a:pt x="835957" y="1"/>
                </a:lnTo>
                <a:cubicBezTo>
                  <a:pt x="835968" y="1"/>
                  <a:pt x="835980" y="1"/>
                  <a:pt x="835991" y="1"/>
                </a:cubicBezTo>
                <a:cubicBezTo>
                  <a:pt x="853289" y="26"/>
                  <a:pt x="867294" y="14133"/>
                  <a:pt x="867271" y="31510"/>
                </a:cubicBezTo>
                <a:lnTo>
                  <a:pt x="867271" y="125950"/>
                </a:lnTo>
                <a:cubicBezTo>
                  <a:pt x="867271" y="125968"/>
                  <a:pt x="867271" y="125985"/>
                  <a:pt x="867271" y="126003"/>
                </a:cubicBezTo>
                <a:cubicBezTo>
                  <a:pt x="867263" y="143366"/>
                  <a:pt x="853243" y="157437"/>
                  <a:pt x="835957" y="157430"/>
                </a:cubicBezTo>
                <a:lnTo>
                  <a:pt x="731443" y="157430"/>
                </a:lnTo>
                <a:cubicBezTo>
                  <a:pt x="714145" y="157415"/>
                  <a:pt x="700129" y="143325"/>
                  <a:pt x="700129" y="125950"/>
                </a:cubicBezTo>
                <a:lnTo>
                  <a:pt x="700129" y="31510"/>
                </a:lnTo>
                <a:cubicBezTo>
                  <a:pt x="700129" y="14129"/>
                  <a:pt x="714138" y="29"/>
                  <a:pt x="731443" y="1"/>
                </a:cubicBezTo>
                <a:close/>
                <a:moveTo>
                  <a:pt x="527701" y="1"/>
                </a:moveTo>
                <a:cubicBezTo>
                  <a:pt x="527712" y="1"/>
                  <a:pt x="527720" y="1"/>
                  <a:pt x="527728" y="1"/>
                </a:cubicBezTo>
                <a:lnTo>
                  <a:pt x="684414" y="1"/>
                </a:lnTo>
                <a:cubicBezTo>
                  <a:pt x="687309" y="-10"/>
                  <a:pt x="689665" y="2338"/>
                  <a:pt x="689673" y="5244"/>
                </a:cubicBezTo>
                <a:cubicBezTo>
                  <a:pt x="689673" y="5253"/>
                  <a:pt x="689673" y="5262"/>
                  <a:pt x="689673" y="5271"/>
                </a:cubicBezTo>
                <a:lnTo>
                  <a:pt x="689673" y="26268"/>
                </a:lnTo>
                <a:cubicBezTo>
                  <a:pt x="689665" y="29171"/>
                  <a:pt x="687317" y="31518"/>
                  <a:pt x="684426" y="31510"/>
                </a:cubicBezTo>
                <a:cubicBezTo>
                  <a:pt x="684422" y="31510"/>
                  <a:pt x="684418" y="31510"/>
                  <a:pt x="684414" y="31510"/>
                </a:cubicBezTo>
                <a:lnTo>
                  <a:pt x="632188" y="31510"/>
                </a:lnTo>
                <a:cubicBezTo>
                  <a:pt x="629316" y="31511"/>
                  <a:pt x="626987" y="33851"/>
                  <a:pt x="626987" y="36737"/>
                </a:cubicBezTo>
                <a:cubicBezTo>
                  <a:pt x="626987" y="36741"/>
                  <a:pt x="626987" y="36746"/>
                  <a:pt x="626987" y="36751"/>
                </a:cubicBezTo>
                <a:lnTo>
                  <a:pt x="626987" y="152157"/>
                </a:lnTo>
                <a:cubicBezTo>
                  <a:pt x="626994" y="155063"/>
                  <a:pt x="624654" y="157423"/>
                  <a:pt x="621759" y="157428"/>
                </a:cubicBezTo>
                <a:cubicBezTo>
                  <a:pt x="621747" y="157428"/>
                  <a:pt x="621740" y="157428"/>
                  <a:pt x="621728" y="157428"/>
                </a:cubicBezTo>
                <a:lnTo>
                  <a:pt x="590418" y="157428"/>
                </a:lnTo>
                <a:cubicBezTo>
                  <a:pt x="587522" y="157439"/>
                  <a:pt x="585170" y="155091"/>
                  <a:pt x="585159" y="152185"/>
                </a:cubicBezTo>
                <a:cubicBezTo>
                  <a:pt x="585159" y="152175"/>
                  <a:pt x="585159" y="152166"/>
                  <a:pt x="585159" y="152157"/>
                </a:cubicBezTo>
                <a:lnTo>
                  <a:pt x="585159" y="36751"/>
                </a:lnTo>
                <a:cubicBezTo>
                  <a:pt x="585167" y="33866"/>
                  <a:pt x="582849" y="31519"/>
                  <a:pt x="579973" y="31510"/>
                </a:cubicBezTo>
                <a:cubicBezTo>
                  <a:pt x="579969" y="31510"/>
                  <a:pt x="579965" y="31510"/>
                  <a:pt x="579962" y="31510"/>
                </a:cubicBezTo>
                <a:lnTo>
                  <a:pt x="527728" y="31510"/>
                </a:lnTo>
                <a:cubicBezTo>
                  <a:pt x="524840" y="31525"/>
                  <a:pt x="522484" y="29186"/>
                  <a:pt x="522469" y="26284"/>
                </a:cubicBezTo>
                <a:cubicBezTo>
                  <a:pt x="522469" y="26279"/>
                  <a:pt x="522469" y="26273"/>
                  <a:pt x="522469" y="26268"/>
                </a:cubicBezTo>
                <a:lnTo>
                  <a:pt x="522469" y="5271"/>
                </a:lnTo>
                <a:cubicBezTo>
                  <a:pt x="522465" y="2365"/>
                  <a:pt x="524810" y="5"/>
                  <a:pt x="527701" y="1"/>
                </a:cubicBezTo>
                <a:close/>
                <a:moveTo>
                  <a:pt x="376185" y="1"/>
                </a:moveTo>
                <a:lnTo>
                  <a:pt x="480695" y="1"/>
                </a:lnTo>
                <a:cubicBezTo>
                  <a:pt x="498001" y="28"/>
                  <a:pt x="512013" y="14128"/>
                  <a:pt x="512009" y="31510"/>
                </a:cubicBezTo>
                <a:lnTo>
                  <a:pt x="512009" y="36751"/>
                </a:lnTo>
                <a:cubicBezTo>
                  <a:pt x="512009" y="39638"/>
                  <a:pt x="509688" y="41982"/>
                  <a:pt x="506812" y="41995"/>
                </a:cubicBezTo>
                <a:lnTo>
                  <a:pt x="475436" y="41995"/>
                </a:lnTo>
                <a:cubicBezTo>
                  <a:pt x="472564" y="41982"/>
                  <a:pt x="470239" y="39638"/>
                  <a:pt x="470239" y="36751"/>
                </a:cubicBezTo>
                <a:cubicBezTo>
                  <a:pt x="470239" y="36735"/>
                  <a:pt x="470239" y="36720"/>
                  <a:pt x="470239" y="36704"/>
                </a:cubicBezTo>
                <a:cubicBezTo>
                  <a:pt x="470216" y="33811"/>
                  <a:pt x="467860" y="31486"/>
                  <a:pt x="464980" y="31510"/>
                </a:cubicBezTo>
                <a:lnTo>
                  <a:pt x="397082" y="31510"/>
                </a:lnTo>
                <a:cubicBezTo>
                  <a:pt x="397074" y="31510"/>
                  <a:pt x="397066" y="31510"/>
                  <a:pt x="397059" y="31510"/>
                </a:cubicBezTo>
                <a:cubicBezTo>
                  <a:pt x="391295" y="31511"/>
                  <a:pt x="386626" y="36205"/>
                  <a:pt x="386626" y="41995"/>
                </a:cubicBezTo>
                <a:lnTo>
                  <a:pt x="386626" y="52478"/>
                </a:lnTo>
                <a:cubicBezTo>
                  <a:pt x="386622" y="58281"/>
                  <a:pt x="391303" y="62988"/>
                  <a:pt x="397082" y="62991"/>
                </a:cubicBezTo>
                <a:lnTo>
                  <a:pt x="480695" y="62991"/>
                </a:lnTo>
                <a:cubicBezTo>
                  <a:pt x="497989" y="62991"/>
                  <a:pt x="512009" y="77071"/>
                  <a:pt x="512009" y="94440"/>
                </a:cubicBezTo>
                <a:lnTo>
                  <a:pt x="512009" y="125950"/>
                </a:lnTo>
                <a:cubicBezTo>
                  <a:pt x="512009" y="143325"/>
                  <a:pt x="497997" y="157415"/>
                  <a:pt x="480695" y="157430"/>
                </a:cubicBezTo>
                <a:lnTo>
                  <a:pt x="376185" y="157430"/>
                </a:lnTo>
                <a:cubicBezTo>
                  <a:pt x="376176" y="157430"/>
                  <a:pt x="376168" y="157430"/>
                  <a:pt x="376160" y="157430"/>
                </a:cubicBezTo>
                <a:cubicBezTo>
                  <a:pt x="358857" y="157423"/>
                  <a:pt x="344836" y="143330"/>
                  <a:pt x="344842" y="125950"/>
                </a:cubicBezTo>
                <a:lnTo>
                  <a:pt x="344842" y="120678"/>
                </a:lnTo>
                <a:cubicBezTo>
                  <a:pt x="344845" y="117790"/>
                  <a:pt x="347171" y="115447"/>
                  <a:pt x="350047" y="115437"/>
                </a:cubicBezTo>
                <a:lnTo>
                  <a:pt x="381413" y="115437"/>
                </a:lnTo>
                <a:cubicBezTo>
                  <a:pt x="384293" y="115444"/>
                  <a:pt x="386622" y="117787"/>
                  <a:pt x="386626" y="120678"/>
                </a:cubicBezTo>
                <a:cubicBezTo>
                  <a:pt x="386622" y="123583"/>
                  <a:pt x="388963" y="125941"/>
                  <a:pt x="391854" y="125950"/>
                </a:cubicBezTo>
                <a:lnTo>
                  <a:pt x="459783" y="125950"/>
                </a:lnTo>
                <a:cubicBezTo>
                  <a:pt x="459798" y="125950"/>
                  <a:pt x="459810" y="125950"/>
                  <a:pt x="459825" y="125950"/>
                </a:cubicBezTo>
                <a:cubicBezTo>
                  <a:pt x="465592" y="125936"/>
                  <a:pt x="470254" y="121229"/>
                  <a:pt x="470239" y="115437"/>
                </a:cubicBezTo>
                <a:lnTo>
                  <a:pt x="470239" y="104954"/>
                </a:lnTo>
                <a:cubicBezTo>
                  <a:pt x="470239" y="104951"/>
                  <a:pt x="470239" y="104949"/>
                  <a:pt x="470239" y="104947"/>
                </a:cubicBezTo>
                <a:cubicBezTo>
                  <a:pt x="470239" y="99145"/>
                  <a:pt x="465558" y="94441"/>
                  <a:pt x="459783" y="94440"/>
                </a:cubicBezTo>
                <a:lnTo>
                  <a:pt x="376185" y="94440"/>
                </a:lnTo>
                <a:cubicBezTo>
                  <a:pt x="376182" y="94440"/>
                  <a:pt x="376179" y="94440"/>
                  <a:pt x="376176" y="94440"/>
                </a:cubicBezTo>
                <a:cubicBezTo>
                  <a:pt x="358877" y="94447"/>
                  <a:pt x="344849" y="80366"/>
                  <a:pt x="344842" y="62991"/>
                </a:cubicBezTo>
                <a:lnTo>
                  <a:pt x="344842" y="31510"/>
                </a:lnTo>
                <a:cubicBezTo>
                  <a:pt x="344842" y="31508"/>
                  <a:pt x="344842" y="31507"/>
                  <a:pt x="344842" y="31505"/>
                </a:cubicBezTo>
                <a:cubicBezTo>
                  <a:pt x="344836" y="14112"/>
                  <a:pt x="358869" y="7"/>
                  <a:pt x="376185" y="1"/>
                </a:cubicBezTo>
                <a:close/>
                <a:moveTo>
                  <a:pt x="172420" y="1"/>
                </a:moveTo>
                <a:cubicBezTo>
                  <a:pt x="172421" y="1"/>
                  <a:pt x="172422" y="1"/>
                  <a:pt x="172424" y="1"/>
                </a:cubicBezTo>
                <a:lnTo>
                  <a:pt x="329162" y="1"/>
                </a:lnTo>
                <a:cubicBezTo>
                  <a:pt x="332052" y="11"/>
                  <a:pt x="334391" y="2368"/>
                  <a:pt x="334390" y="5271"/>
                </a:cubicBezTo>
                <a:lnTo>
                  <a:pt x="334390" y="26268"/>
                </a:lnTo>
                <a:cubicBezTo>
                  <a:pt x="334379" y="29162"/>
                  <a:pt x="332043" y="31504"/>
                  <a:pt x="329162" y="31510"/>
                </a:cubicBezTo>
                <a:lnTo>
                  <a:pt x="214223" y="31510"/>
                </a:lnTo>
                <a:cubicBezTo>
                  <a:pt x="211347" y="31499"/>
                  <a:pt x="209006" y="33832"/>
                  <a:pt x="208995" y="36722"/>
                </a:cubicBezTo>
                <a:cubicBezTo>
                  <a:pt x="208995" y="36732"/>
                  <a:pt x="208995" y="36741"/>
                  <a:pt x="208995" y="36751"/>
                </a:cubicBezTo>
                <a:lnTo>
                  <a:pt x="208995" y="57748"/>
                </a:lnTo>
                <a:cubicBezTo>
                  <a:pt x="208999" y="60645"/>
                  <a:pt x="211339" y="62991"/>
                  <a:pt x="214223" y="62991"/>
                </a:cubicBezTo>
                <a:lnTo>
                  <a:pt x="318706" y="62991"/>
                </a:lnTo>
                <a:cubicBezTo>
                  <a:pt x="321590" y="62987"/>
                  <a:pt x="323931" y="65332"/>
                  <a:pt x="323935" y="68228"/>
                </a:cubicBezTo>
                <a:cubicBezTo>
                  <a:pt x="323935" y="68230"/>
                  <a:pt x="323935" y="68231"/>
                  <a:pt x="323935" y="68232"/>
                </a:cubicBezTo>
                <a:lnTo>
                  <a:pt x="323935" y="89229"/>
                </a:lnTo>
                <a:cubicBezTo>
                  <a:pt x="323920" y="92117"/>
                  <a:pt x="321581" y="94448"/>
                  <a:pt x="318706" y="94440"/>
                </a:cubicBezTo>
                <a:lnTo>
                  <a:pt x="214223" y="94440"/>
                </a:lnTo>
                <a:cubicBezTo>
                  <a:pt x="211333" y="94443"/>
                  <a:pt x="208992" y="96799"/>
                  <a:pt x="208995" y="99703"/>
                </a:cubicBezTo>
                <a:cubicBezTo>
                  <a:pt x="208995" y="99706"/>
                  <a:pt x="208995" y="99709"/>
                  <a:pt x="208995" y="99712"/>
                </a:cubicBezTo>
                <a:lnTo>
                  <a:pt x="208995" y="120678"/>
                </a:lnTo>
                <a:cubicBezTo>
                  <a:pt x="208987" y="123582"/>
                  <a:pt x="211323" y="125942"/>
                  <a:pt x="214214" y="125950"/>
                </a:cubicBezTo>
                <a:cubicBezTo>
                  <a:pt x="214217" y="125950"/>
                  <a:pt x="214220" y="125950"/>
                  <a:pt x="214223" y="125950"/>
                </a:cubicBezTo>
                <a:lnTo>
                  <a:pt x="329162" y="125950"/>
                </a:lnTo>
                <a:cubicBezTo>
                  <a:pt x="332046" y="125946"/>
                  <a:pt x="334387" y="128291"/>
                  <a:pt x="334390" y="131188"/>
                </a:cubicBezTo>
                <a:cubicBezTo>
                  <a:pt x="334390" y="131189"/>
                  <a:pt x="334390" y="131191"/>
                  <a:pt x="334390" y="131192"/>
                </a:cubicBezTo>
                <a:lnTo>
                  <a:pt x="334390" y="152157"/>
                </a:lnTo>
                <a:cubicBezTo>
                  <a:pt x="334391" y="155061"/>
                  <a:pt x="332053" y="157418"/>
                  <a:pt x="329162" y="157428"/>
                </a:cubicBezTo>
                <a:lnTo>
                  <a:pt x="172424" y="157428"/>
                </a:lnTo>
                <a:cubicBezTo>
                  <a:pt x="169532" y="157424"/>
                  <a:pt x="167191" y="155066"/>
                  <a:pt x="167195" y="152162"/>
                </a:cubicBezTo>
                <a:cubicBezTo>
                  <a:pt x="167195" y="152160"/>
                  <a:pt x="167195" y="152159"/>
                  <a:pt x="167195" y="152157"/>
                </a:cubicBezTo>
                <a:lnTo>
                  <a:pt x="167195" y="5271"/>
                </a:lnTo>
                <a:cubicBezTo>
                  <a:pt x="167189" y="2367"/>
                  <a:pt x="169528" y="7"/>
                  <a:pt x="172420" y="1"/>
                </a:cubicBezTo>
                <a:close/>
                <a:moveTo>
                  <a:pt x="5229" y="1"/>
                </a:moveTo>
                <a:lnTo>
                  <a:pt x="151513" y="1"/>
                </a:lnTo>
                <a:cubicBezTo>
                  <a:pt x="154404" y="5"/>
                  <a:pt x="156745" y="2363"/>
                  <a:pt x="156742" y="5268"/>
                </a:cubicBezTo>
                <a:cubicBezTo>
                  <a:pt x="156742" y="5269"/>
                  <a:pt x="156742" y="5270"/>
                  <a:pt x="156742" y="5271"/>
                </a:cubicBezTo>
                <a:lnTo>
                  <a:pt x="156742" y="26268"/>
                </a:lnTo>
                <a:cubicBezTo>
                  <a:pt x="156736" y="29164"/>
                  <a:pt x="154397" y="31509"/>
                  <a:pt x="151513" y="31510"/>
                </a:cubicBezTo>
                <a:lnTo>
                  <a:pt x="47030" y="31510"/>
                </a:lnTo>
                <a:cubicBezTo>
                  <a:pt x="44146" y="31509"/>
                  <a:pt x="41806" y="33854"/>
                  <a:pt x="41801" y="36751"/>
                </a:cubicBezTo>
                <a:lnTo>
                  <a:pt x="41801" y="57748"/>
                </a:lnTo>
                <a:cubicBezTo>
                  <a:pt x="41815" y="60641"/>
                  <a:pt x="44149" y="62981"/>
                  <a:pt x="47030" y="62991"/>
                </a:cubicBezTo>
                <a:lnTo>
                  <a:pt x="141083" y="62991"/>
                </a:lnTo>
                <a:cubicBezTo>
                  <a:pt x="143967" y="62989"/>
                  <a:pt x="146307" y="65335"/>
                  <a:pt x="146312" y="68232"/>
                </a:cubicBezTo>
                <a:lnTo>
                  <a:pt x="146284" y="89229"/>
                </a:lnTo>
                <a:cubicBezTo>
                  <a:pt x="146279" y="92111"/>
                  <a:pt x="143951" y="94443"/>
                  <a:pt x="141082" y="94440"/>
                </a:cubicBezTo>
                <a:lnTo>
                  <a:pt x="47028" y="94440"/>
                </a:lnTo>
                <a:cubicBezTo>
                  <a:pt x="44139" y="94454"/>
                  <a:pt x="41802" y="96810"/>
                  <a:pt x="41801" y="99712"/>
                </a:cubicBezTo>
                <a:lnTo>
                  <a:pt x="41801" y="152157"/>
                </a:lnTo>
                <a:cubicBezTo>
                  <a:pt x="41808" y="155061"/>
                  <a:pt x="39470" y="157421"/>
                  <a:pt x="36579" y="157428"/>
                </a:cubicBezTo>
                <a:cubicBezTo>
                  <a:pt x="36577" y="157428"/>
                  <a:pt x="36574" y="157428"/>
                  <a:pt x="36572" y="157428"/>
                </a:cubicBezTo>
                <a:lnTo>
                  <a:pt x="5229" y="157430"/>
                </a:lnTo>
                <a:cubicBezTo>
                  <a:pt x="2338" y="157417"/>
                  <a:pt x="1" y="155060"/>
                  <a:pt x="0" y="152157"/>
                </a:cubicBezTo>
                <a:lnTo>
                  <a:pt x="0" y="5271"/>
                </a:lnTo>
                <a:cubicBezTo>
                  <a:pt x="2" y="2369"/>
                  <a:pt x="2339" y="14"/>
                  <a:pt x="5229" y="1"/>
                </a:cubicBezTo>
                <a:close/>
              </a:path>
            </a:pathLst>
          </a:custGeom>
          <a:solidFill xmlns:a="http://schemas.openxmlformats.org/drawingml/2006/main">
            <a:srgbClr val="0091DC"/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3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2D2EC0F7-6E83-72CB-4F2D-F3052F91317F}"/>
              </a:ext>
            </a:extLst>
          </p:cNvPr>
          <p:cNvSpPr>
            <a:spLocks xmlns:a="http://schemas.openxmlformats.org/drawingml/2006/main" noGrp="1"/>
          </p:cNvSpPr>
          <p:nvPr>
            <p:ph type="pic" idx="23" hasCustomPrompt="1"/>
          </p:nvPr>
        </p:nvSpPr>
        <p:spPr>
          <a:xfrm xmlns:a="http://schemas.openxmlformats.org/drawingml/2006/main">
            <a:off x="5068676" y="4529937"/>
            <a:ext cx="3009172" cy="198184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  <a:ln xmlns:a="http://schemas.openxmlformats.org/drawingml/2006/main" w="69850">
            <a:solidFill>
              <a:schemeClr val="bg1"/>
            </a:solidFill>
          </a:ln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2" name="Gerader Verbinder 1">
            <a:extLst xmlns:a="http://schemas.openxmlformats.org/drawingml/2006/main">
              <a:ext uri="{FF2B5EF4-FFF2-40B4-BE49-F238E27FC236}">
                <a16:creationId xmlns:a16="http://schemas.microsoft.com/office/drawing/2014/main" id="{0C9CDED6-F653-46E3-9A6E-FA4095A9F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Titel 8">
            <a:extLst xmlns:a="http://schemas.openxmlformats.org/drawingml/2006/main">
              <a:ext uri="{FF2B5EF4-FFF2-40B4-BE49-F238E27FC236}">
                <a16:creationId xmlns:a16="http://schemas.microsoft.com/office/drawing/2014/main" id="{63915F2E-313B-22E2-B725-D7C7DB6F446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4549553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11" name="Datumsplatzhalter 10">
            <a:extLst xmlns:a="http://schemas.openxmlformats.org/drawingml/2006/main">
              <a:ext uri="{FF2B5EF4-FFF2-40B4-BE49-F238E27FC236}">
                <a16:creationId xmlns:a16="http://schemas.microsoft.com/office/drawing/2014/main" id="{CF198929-C21B-03A7-833C-BC6D923D37F8}"/>
              </a:ext>
            </a:extLst>
          </p:cNvPr>
          <p:cNvSpPr>
            <a:spLocks xmlns:a="http://schemas.openxmlformats.org/drawingml/2006/main" noGrp="1"/>
          </p:cNvSpPr>
          <p:nvPr>
            <p:ph type="dt" idx="2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2" name="Fußzeilenplatzhalter 11">
            <a:extLst xmlns:a="http://schemas.openxmlformats.org/drawingml/2006/main">
              <a:ext uri="{FF2B5EF4-FFF2-40B4-BE49-F238E27FC236}">
                <a16:creationId xmlns:a16="http://schemas.microsoft.com/office/drawing/2014/main" id="{4706AD5D-0DB1-9FE4-AB72-2E75409C4B78}"/>
              </a:ext>
            </a:extLst>
          </p:cNvPr>
          <p:cNvSpPr>
            <a:spLocks xmlns:a="http://schemas.openxmlformats.org/drawingml/2006/main" noGrp="1"/>
          </p:cNvSpPr>
          <p:nvPr>
            <p:ph type="ftr" idx="2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5" name="Foliennummernplatzhalter 14">
            <a:extLst xmlns:a="http://schemas.openxmlformats.org/drawingml/2006/main">
              <a:ext uri="{FF2B5EF4-FFF2-40B4-BE49-F238E27FC236}">
                <a16:creationId xmlns:a16="http://schemas.microsoft.com/office/drawing/2014/main" id="{B541384F-9BC3-4C0E-83F4-091323833D83}"/>
              </a:ext>
            </a:extLst>
          </p:cNvPr>
          <p:cNvSpPr>
            <a:spLocks xmlns:a="http://schemas.openxmlformats.org/drawingml/2006/main" noGrp="1"/>
          </p:cNvSpPr>
          <p:nvPr>
            <p:ph type="sldNum" idx="2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117.xml><?xml version="1.0" encoding="utf-8"?>
<p:sldLayout xmlns:p="http://schemas.openxmlformats.org/presentationml/2006/main" preserve="1">
  <p:cSld name="Text + Picture big - without ribb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7" y="2475287"/>
            <a:ext cx="3522782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5069509" y="1"/>
            <a:ext cx="7122492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Untertitel 2">
            <a:extLst xmlns:a="http://schemas.openxmlformats.org/drawingml/2006/main">
              <a:ext uri="{FF2B5EF4-FFF2-40B4-BE49-F238E27FC236}">
                <a16:creationId xmlns:a16="http://schemas.microsoft.com/office/drawing/2014/main" id="{7D3C61D8-1A81-C702-27E8-1A7FF48D4998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649620" y="893160"/>
            <a:ext cx="895233" cy="162409"/>
          </a:xfrm>
          <a:custGeom xmlns:a="http://schemas.openxmlformats.org/drawingml/2006/main">
            <a:gdLst>
              <a:gd name="connsiteX0" fmla="*/ 752298 w 867271"/>
              <a:gd name="connsiteY0" fmla="*/ 31510 h 157430"/>
              <a:gd name="connsiteX1" fmla="*/ 741899 w 867271"/>
              <a:gd name="connsiteY1" fmla="*/ 41995 h 157430"/>
              <a:gd name="connsiteX2" fmla="*/ 741899 w 867271"/>
              <a:gd name="connsiteY2" fmla="*/ 115437 h 157430"/>
              <a:gd name="connsiteX3" fmla="*/ 741899 w 867271"/>
              <a:gd name="connsiteY3" fmla="*/ 115481 h 157430"/>
              <a:gd name="connsiteX4" fmla="*/ 752359 w 867271"/>
              <a:gd name="connsiteY4" fmla="*/ 125950 h 157430"/>
              <a:gd name="connsiteX5" fmla="*/ 815045 w 867271"/>
              <a:gd name="connsiteY5" fmla="*/ 125950 h 157430"/>
              <a:gd name="connsiteX6" fmla="*/ 815087 w 867271"/>
              <a:gd name="connsiteY6" fmla="*/ 125950 h 157430"/>
              <a:gd name="connsiteX7" fmla="*/ 825501 w 867271"/>
              <a:gd name="connsiteY7" fmla="*/ 115437 h 157430"/>
              <a:gd name="connsiteX8" fmla="*/ 825497 w 867271"/>
              <a:gd name="connsiteY8" fmla="*/ 41997 h 157430"/>
              <a:gd name="connsiteX9" fmla="*/ 825497 w 867271"/>
              <a:gd name="connsiteY9" fmla="*/ 41934 h 157430"/>
              <a:gd name="connsiteX10" fmla="*/ 815041 w 867271"/>
              <a:gd name="connsiteY10" fmla="*/ 31510 h 157430"/>
              <a:gd name="connsiteX11" fmla="*/ 752355 w 867271"/>
              <a:gd name="connsiteY11" fmla="*/ 31510 h 157430"/>
              <a:gd name="connsiteX12" fmla="*/ 752298 w 867271"/>
              <a:gd name="connsiteY12" fmla="*/ 31510 h 157430"/>
              <a:gd name="connsiteX13" fmla="*/ 731443 w 867271"/>
              <a:gd name="connsiteY13" fmla="*/ 1 h 157430"/>
              <a:gd name="connsiteX14" fmla="*/ 835957 w 867271"/>
              <a:gd name="connsiteY14" fmla="*/ 1 h 157430"/>
              <a:gd name="connsiteX15" fmla="*/ 835991 w 867271"/>
              <a:gd name="connsiteY15" fmla="*/ 1 h 157430"/>
              <a:gd name="connsiteX16" fmla="*/ 867271 w 867271"/>
              <a:gd name="connsiteY16" fmla="*/ 31510 h 157430"/>
              <a:gd name="connsiteX17" fmla="*/ 867271 w 867271"/>
              <a:gd name="connsiteY17" fmla="*/ 125950 h 157430"/>
              <a:gd name="connsiteX18" fmla="*/ 867271 w 867271"/>
              <a:gd name="connsiteY18" fmla="*/ 126003 h 157430"/>
              <a:gd name="connsiteX19" fmla="*/ 835957 w 867271"/>
              <a:gd name="connsiteY19" fmla="*/ 157430 h 157430"/>
              <a:gd name="connsiteX20" fmla="*/ 731443 w 867271"/>
              <a:gd name="connsiteY20" fmla="*/ 157430 h 157430"/>
              <a:gd name="connsiteX21" fmla="*/ 700129 w 867271"/>
              <a:gd name="connsiteY21" fmla="*/ 125950 h 157430"/>
              <a:gd name="connsiteX22" fmla="*/ 700129 w 867271"/>
              <a:gd name="connsiteY22" fmla="*/ 31510 h 157430"/>
              <a:gd name="connsiteX23" fmla="*/ 731443 w 867271"/>
              <a:gd name="connsiteY23" fmla="*/ 1 h 157430"/>
              <a:gd name="connsiteX24" fmla="*/ 527701 w 867271"/>
              <a:gd name="connsiteY24" fmla="*/ 1 h 157430"/>
              <a:gd name="connsiteX25" fmla="*/ 527728 w 867271"/>
              <a:gd name="connsiteY25" fmla="*/ 1 h 157430"/>
              <a:gd name="connsiteX26" fmla="*/ 684414 w 867271"/>
              <a:gd name="connsiteY26" fmla="*/ 1 h 157430"/>
              <a:gd name="connsiteX27" fmla="*/ 689673 w 867271"/>
              <a:gd name="connsiteY27" fmla="*/ 5244 h 157430"/>
              <a:gd name="connsiteX28" fmla="*/ 689673 w 867271"/>
              <a:gd name="connsiteY28" fmla="*/ 5271 h 157430"/>
              <a:gd name="connsiteX29" fmla="*/ 689673 w 867271"/>
              <a:gd name="connsiteY29" fmla="*/ 26268 h 157430"/>
              <a:gd name="connsiteX30" fmla="*/ 684426 w 867271"/>
              <a:gd name="connsiteY30" fmla="*/ 31510 h 157430"/>
              <a:gd name="connsiteX31" fmla="*/ 684414 w 867271"/>
              <a:gd name="connsiteY31" fmla="*/ 31510 h 157430"/>
              <a:gd name="connsiteX32" fmla="*/ 632188 w 867271"/>
              <a:gd name="connsiteY32" fmla="*/ 31510 h 157430"/>
              <a:gd name="connsiteX33" fmla="*/ 626987 w 867271"/>
              <a:gd name="connsiteY33" fmla="*/ 36737 h 157430"/>
              <a:gd name="connsiteX34" fmla="*/ 626987 w 867271"/>
              <a:gd name="connsiteY34" fmla="*/ 36751 h 157430"/>
              <a:gd name="connsiteX35" fmla="*/ 626987 w 867271"/>
              <a:gd name="connsiteY35" fmla="*/ 152157 h 157430"/>
              <a:gd name="connsiteX36" fmla="*/ 621759 w 867271"/>
              <a:gd name="connsiteY36" fmla="*/ 157428 h 157430"/>
              <a:gd name="connsiteX37" fmla="*/ 621728 w 867271"/>
              <a:gd name="connsiteY37" fmla="*/ 157428 h 157430"/>
              <a:gd name="connsiteX38" fmla="*/ 590418 w 867271"/>
              <a:gd name="connsiteY38" fmla="*/ 157428 h 157430"/>
              <a:gd name="connsiteX39" fmla="*/ 585159 w 867271"/>
              <a:gd name="connsiteY39" fmla="*/ 152185 h 157430"/>
              <a:gd name="connsiteX40" fmla="*/ 585159 w 867271"/>
              <a:gd name="connsiteY40" fmla="*/ 152157 h 157430"/>
              <a:gd name="connsiteX41" fmla="*/ 585159 w 867271"/>
              <a:gd name="connsiteY41" fmla="*/ 36751 h 157430"/>
              <a:gd name="connsiteX42" fmla="*/ 579973 w 867271"/>
              <a:gd name="connsiteY42" fmla="*/ 31510 h 157430"/>
              <a:gd name="connsiteX43" fmla="*/ 579962 w 867271"/>
              <a:gd name="connsiteY43" fmla="*/ 31510 h 157430"/>
              <a:gd name="connsiteX44" fmla="*/ 527728 w 867271"/>
              <a:gd name="connsiteY44" fmla="*/ 31510 h 157430"/>
              <a:gd name="connsiteX45" fmla="*/ 522469 w 867271"/>
              <a:gd name="connsiteY45" fmla="*/ 26284 h 157430"/>
              <a:gd name="connsiteX46" fmla="*/ 522469 w 867271"/>
              <a:gd name="connsiteY46" fmla="*/ 26268 h 157430"/>
              <a:gd name="connsiteX47" fmla="*/ 522469 w 867271"/>
              <a:gd name="connsiteY47" fmla="*/ 5271 h 157430"/>
              <a:gd name="connsiteX48" fmla="*/ 527701 w 867271"/>
              <a:gd name="connsiteY48" fmla="*/ 1 h 157430"/>
              <a:gd name="connsiteX49" fmla="*/ 376185 w 867271"/>
              <a:gd name="connsiteY49" fmla="*/ 1 h 157430"/>
              <a:gd name="connsiteX50" fmla="*/ 480695 w 867271"/>
              <a:gd name="connsiteY50" fmla="*/ 1 h 157430"/>
              <a:gd name="connsiteX51" fmla="*/ 512009 w 867271"/>
              <a:gd name="connsiteY51" fmla="*/ 31510 h 157430"/>
              <a:gd name="connsiteX52" fmla="*/ 512009 w 867271"/>
              <a:gd name="connsiteY52" fmla="*/ 36751 h 157430"/>
              <a:gd name="connsiteX53" fmla="*/ 506812 w 867271"/>
              <a:gd name="connsiteY53" fmla="*/ 41995 h 157430"/>
              <a:gd name="connsiteX54" fmla="*/ 475436 w 867271"/>
              <a:gd name="connsiteY54" fmla="*/ 41995 h 157430"/>
              <a:gd name="connsiteX55" fmla="*/ 470239 w 867271"/>
              <a:gd name="connsiteY55" fmla="*/ 36751 h 157430"/>
              <a:gd name="connsiteX56" fmla="*/ 470239 w 867271"/>
              <a:gd name="connsiteY56" fmla="*/ 36704 h 157430"/>
              <a:gd name="connsiteX57" fmla="*/ 464980 w 867271"/>
              <a:gd name="connsiteY57" fmla="*/ 31510 h 157430"/>
              <a:gd name="connsiteX58" fmla="*/ 397082 w 867271"/>
              <a:gd name="connsiteY58" fmla="*/ 31510 h 157430"/>
              <a:gd name="connsiteX59" fmla="*/ 397059 w 867271"/>
              <a:gd name="connsiteY59" fmla="*/ 31510 h 157430"/>
              <a:gd name="connsiteX60" fmla="*/ 386626 w 867271"/>
              <a:gd name="connsiteY60" fmla="*/ 41995 h 157430"/>
              <a:gd name="connsiteX61" fmla="*/ 386626 w 867271"/>
              <a:gd name="connsiteY61" fmla="*/ 52478 h 157430"/>
              <a:gd name="connsiteX62" fmla="*/ 397082 w 867271"/>
              <a:gd name="connsiteY62" fmla="*/ 62991 h 157430"/>
              <a:gd name="connsiteX63" fmla="*/ 480695 w 867271"/>
              <a:gd name="connsiteY63" fmla="*/ 62991 h 157430"/>
              <a:gd name="connsiteX64" fmla="*/ 512009 w 867271"/>
              <a:gd name="connsiteY64" fmla="*/ 94440 h 157430"/>
              <a:gd name="connsiteX65" fmla="*/ 512009 w 867271"/>
              <a:gd name="connsiteY65" fmla="*/ 125950 h 157430"/>
              <a:gd name="connsiteX66" fmla="*/ 480695 w 867271"/>
              <a:gd name="connsiteY66" fmla="*/ 157430 h 157430"/>
              <a:gd name="connsiteX67" fmla="*/ 376185 w 867271"/>
              <a:gd name="connsiteY67" fmla="*/ 157430 h 157430"/>
              <a:gd name="connsiteX68" fmla="*/ 376160 w 867271"/>
              <a:gd name="connsiteY68" fmla="*/ 157430 h 157430"/>
              <a:gd name="connsiteX69" fmla="*/ 344842 w 867271"/>
              <a:gd name="connsiteY69" fmla="*/ 125950 h 157430"/>
              <a:gd name="connsiteX70" fmla="*/ 344842 w 867271"/>
              <a:gd name="connsiteY70" fmla="*/ 120678 h 157430"/>
              <a:gd name="connsiteX71" fmla="*/ 350047 w 867271"/>
              <a:gd name="connsiteY71" fmla="*/ 115437 h 157430"/>
              <a:gd name="connsiteX72" fmla="*/ 381413 w 867271"/>
              <a:gd name="connsiteY72" fmla="*/ 115437 h 157430"/>
              <a:gd name="connsiteX73" fmla="*/ 386626 w 867271"/>
              <a:gd name="connsiteY73" fmla="*/ 120678 h 157430"/>
              <a:gd name="connsiteX74" fmla="*/ 391854 w 867271"/>
              <a:gd name="connsiteY74" fmla="*/ 125950 h 157430"/>
              <a:gd name="connsiteX75" fmla="*/ 459783 w 867271"/>
              <a:gd name="connsiteY75" fmla="*/ 125950 h 157430"/>
              <a:gd name="connsiteX76" fmla="*/ 459825 w 867271"/>
              <a:gd name="connsiteY76" fmla="*/ 125950 h 157430"/>
              <a:gd name="connsiteX77" fmla="*/ 470239 w 867271"/>
              <a:gd name="connsiteY77" fmla="*/ 115437 h 157430"/>
              <a:gd name="connsiteX78" fmla="*/ 470239 w 867271"/>
              <a:gd name="connsiteY78" fmla="*/ 104954 h 157430"/>
              <a:gd name="connsiteX79" fmla="*/ 470239 w 867271"/>
              <a:gd name="connsiteY79" fmla="*/ 104947 h 157430"/>
              <a:gd name="connsiteX80" fmla="*/ 459783 w 867271"/>
              <a:gd name="connsiteY80" fmla="*/ 94440 h 157430"/>
              <a:gd name="connsiteX81" fmla="*/ 376185 w 867271"/>
              <a:gd name="connsiteY81" fmla="*/ 94440 h 157430"/>
              <a:gd name="connsiteX82" fmla="*/ 376176 w 867271"/>
              <a:gd name="connsiteY82" fmla="*/ 94440 h 157430"/>
              <a:gd name="connsiteX83" fmla="*/ 344842 w 867271"/>
              <a:gd name="connsiteY83" fmla="*/ 62991 h 157430"/>
              <a:gd name="connsiteX84" fmla="*/ 344842 w 867271"/>
              <a:gd name="connsiteY84" fmla="*/ 31510 h 157430"/>
              <a:gd name="connsiteX85" fmla="*/ 344842 w 867271"/>
              <a:gd name="connsiteY85" fmla="*/ 31505 h 157430"/>
              <a:gd name="connsiteX86" fmla="*/ 376185 w 867271"/>
              <a:gd name="connsiteY86" fmla="*/ 1 h 157430"/>
              <a:gd name="connsiteX87" fmla="*/ 172420 w 867271"/>
              <a:gd name="connsiteY87" fmla="*/ 1 h 157430"/>
              <a:gd name="connsiteX88" fmla="*/ 172424 w 867271"/>
              <a:gd name="connsiteY88" fmla="*/ 1 h 157430"/>
              <a:gd name="connsiteX89" fmla="*/ 329162 w 867271"/>
              <a:gd name="connsiteY89" fmla="*/ 1 h 157430"/>
              <a:gd name="connsiteX90" fmla="*/ 334390 w 867271"/>
              <a:gd name="connsiteY90" fmla="*/ 5271 h 157430"/>
              <a:gd name="connsiteX91" fmla="*/ 334390 w 867271"/>
              <a:gd name="connsiteY91" fmla="*/ 26268 h 157430"/>
              <a:gd name="connsiteX92" fmla="*/ 329162 w 867271"/>
              <a:gd name="connsiteY92" fmla="*/ 31510 h 157430"/>
              <a:gd name="connsiteX93" fmla="*/ 214223 w 867271"/>
              <a:gd name="connsiteY93" fmla="*/ 31510 h 157430"/>
              <a:gd name="connsiteX94" fmla="*/ 208995 w 867271"/>
              <a:gd name="connsiteY94" fmla="*/ 36722 h 157430"/>
              <a:gd name="connsiteX95" fmla="*/ 208995 w 867271"/>
              <a:gd name="connsiteY95" fmla="*/ 36751 h 157430"/>
              <a:gd name="connsiteX96" fmla="*/ 208995 w 867271"/>
              <a:gd name="connsiteY96" fmla="*/ 57748 h 157430"/>
              <a:gd name="connsiteX97" fmla="*/ 214223 w 867271"/>
              <a:gd name="connsiteY97" fmla="*/ 62991 h 157430"/>
              <a:gd name="connsiteX98" fmla="*/ 318706 w 867271"/>
              <a:gd name="connsiteY98" fmla="*/ 62991 h 157430"/>
              <a:gd name="connsiteX99" fmla="*/ 323935 w 867271"/>
              <a:gd name="connsiteY99" fmla="*/ 68228 h 157430"/>
              <a:gd name="connsiteX100" fmla="*/ 323935 w 867271"/>
              <a:gd name="connsiteY100" fmla="*/ 68232 h 157430"/>
              <a:gd name="connsiteX101" fmla="*/ 323935 w 867271"/>
              <a:gd name="connsiteY101" fmla="*/ 89229 h 157430"/>
              <a:gd name="connsiteX102" fmla="*/ 318706 w 867271"/>
              <a:gd name="connsiteY102" fmla="*/ 94440 h 157430"/>
              <a:gd name="connsiteX103" fmla="*/ 214223 w 867271"/>
              <a:gd name="connsiteY103" fmla="*/ 94440 h 157430"/>
              <a:gd name="connsiteX104" fmla="*/ 208995 w 867271"/>
              <a:gd name="connsiteY104" fmla="*/ 99703 h 157430"/>
              <a:gd name="connsiteX105" fmla="*/ 208995 w 867271"/>
              <a:gd name="connsiteY105" fmla="*/ 99712 h 157430"/>
              <a:gd name="connsiteX106" fmla="*/ 208995 w 867271"/>
              <a:gd name="connsiteY106" fmla="*/ 120678 h 157430"/>
              <a:gd name="connsiteX107" fmla="*/ 214214 w 867271"/>
              <a:gd name="connsiteY107" fmla="*/ 125950 h 157430"/>
              <a:gd name="connsiteX108" fmla="*/ 214223 w 867271"/>
              <a:gd name="connsiteY108" fmla="*/ 125950 h 157430"/>
              <a:gd name="connsiteX109" fmla="*/ 329162 w 867271"/>
              <a:gd name="connsiteY109" fmla="*/ 125950 h 157430"/>
              <a:gd name="connsiteX110" fmla="*/ 334390 w 867271"/>
              <a:gd name="connsiteY110" fmla="*/ 131188 h 157430"/>
              <a:gd name="connsiteX111" fmla="*/ 334390 w 867271"/>
              <a:gd name="connsiteY111" fmla="*/ 131192 h 157430"/>
              <a:gd name="connsiteX112" fmla="*/ 334390 w 867271"/>
              <a:gd name="connsiteY112" fmla="*/ 152157 h 157430"/>
              <a:gd name="connsiteX113" fmla="*/ 329162 w 867271"/>
              <a:gd name="connsiteY113" fmla="*/ 157428 h 157430"/>
              <a:gd name="connsiteX114" fmla="*/ 172424 w 867271"/>
              <a:gd name="connsiteY114" fmla="*/ 157428 h 157430"/>
              <a:gd name="connsiteX115" fmla="*/ 167195 w 867271"/>
              <a:gd name="connsiteY115" fmla="*/ 152162 h 157430"/>
              <a:gd name="connsiteX116" fmla="*/ 167195 w 867271"/>
              <a:gd name="connsiteY116" fmla="*/ 152157 h 157430"/>
              <a:gd name="connsiteX117" fmla="*/ 167195 w 867271"/>
              <a:gd name="connsiteY117" fmla="*/ 5271 h 157430"/>
              <a:gd name="connsiteX118" fmla="*/ 172420 w 867271"/>
              <a:gd name="connsiteY118" fmla="*/ 1 h 157430"/>
              <a:gd name="connsiteX119" fmla="*/ 5229 w 867271"/>
              <a:gd name="connsiteY119" fmla="*/ 1 h 157430"/>
              <a:gd name="connsiteX120" fmla="*/ 151513 w 867271"/>
              <a:gd name="connsiteY120" fmla="*/ 1 h 157430"/>
              <a:gd name="connsiteX121" fmla="*/ 156742 w 867271"/>
              <a:gd name="connsiteY121" fmla="*/ 5268 h 157430"/>
              <a:gd name="connsiteX122" fmla="*/ 156742 w 867271"/>
              <a:gd name="connsiteY122" fmla="*/ 5271 h 157430"/>
              <a:gd name="connsiteX123" fmla="*/ 156742 w 867271"/>
              <a:gd name="connsiteY123" fmla="*/ 26268 h 157430"/>
              <a:gd name="connsiteX124" fmla="*/ 151513 w 867271"/>
              <a:gd name="connsiteY124" fmla="*/ 31510 h 157430"/>
              <a:gd name="connsiteX125" fmla="*/ 47030 w 867271"/>
              <a:gd name="connsiteY125" fmla="*/ 31510 h 157430"/>
              <a:gd name="connsiteX126" fmla="*/ 41801 w 867271"/>
              <a:gd name="connsiteY126" fmla="*/ 36751 h 157430"/>
              <a:gd name="connsiteX127" fmla="*/ 41801 w 867271"/>
              <a:gd name="connsiteY127" fmla="*/ 57748 h 157430"/>
              <a:gd name="connsiteX128" fmla="*/ 47030 w 867271"/>
              <a:gd name="connsiteY128" fmla="*/ 62991 h 157430"/>
              <a:gd name="connsiteX129" fmla="*/ 141083 w 867271"/>
              <a:gd name="connsiteY129" fmla="*/ 62991 h 157430"/>
              <a:gd name="connsiteX130" fmla="*/ 146312 w 867271"/>
              <a:gd name="connsiteY130" fmla="*/ 68232 h 157430"/>
              <a:gd name="connsiteX131" fmla="*/ 146284 w 867271"/>
              <a:gd name="connsiteY131" fmla="*/ 89229 h 157430"/>
              <a:gd name="connsiteX132" fmla="*/ 141082 w 867271"/>
              <a:gd name="connsiteY132" fmla="*/ 94440 h 157430"/>
              <a:gd name="connsiteX133" fmla="*/ 47028 w 867271"/>
              <a:gd name="connsiteY133" fmla="*/ 94440 h 157430"/>
              <a:gd name="connsiteX134" fmla="*/ 41801 w 867271"/>
              <a:gd name="connsiteY134" fmla="*/ 99712 h 157430"/>
              <a:gd name="connsiteX135" fmla="*/ 41801 w 867271"/>
              <a:gd name="connsiteY135" fmla="*/ 152157 h 157430"/>
              <a:gd name="connsiteX136" fmla="*/ 36579 w 867271"/>
              <a:gd name="connsiteY136" fmla="*/ 157428 h 157430"/>
              <a:gd name="connsiteX137" fmla="*/ 36572 w 867271"/>
              <a:gd name="connsiteY137" fmla="*/ 157428 h 157430"/>
              <a:gd name="connsiteX138" fmla="*/ 5229 w 867271"/>
              <a:gd name="connsiteY138" fmla="*/ 157430 h 157430"/>
              <a:gd name="connsiteX139" fmla="*/ 0 w 867271"/>
              <a:gd name="connsiteY139" fmla="*/ 152157 h 157430"/>
              <a:gd name="connsiteX140" fmla="*/ 0 w 867271"/>
              <a:gd name="connsiteY140" fmla="*/ 5271 h 157430"/>
              <a:gd name="connsiteX141" fmla="*/ 5229 w 867271"/>
              <a:gd name="connsiteY141" fmla="*/ 1 h 157430"/>
            </a:gdLst>
            <a:rect l="l" t="t" r="r" b="b"/>
            <a:pathLst>
              <a:path w="867271" h="157430">
                <a:moveTo>
                  <a:pt x="752298" y="31510"/>
                </a:moveTo>
                <a:cubicBezTo>
                  <a:pt x="746542" y="31521"/>
                  <a:pt x="741888" y="36215"/>
                  <a:pt x="741899" y="41995"/>
                </a:cubicBezTo>
                <a:lnTo>
                  <a:pt x="741899" y="115437"/>
                </a:lnTo>
                <a:cubicBezTo>
                  <a:pt x="741899" y="115452"/>
                  <a:pt x="741899" y="115467"/>
                  <a:pt x="741899" y="115481"/>
                </a:cubicBezTo>
                <a:cubicBezTo>
                  <a:pt x="741910" y="121273"/>
                  <a:pt x="746592" y="125960"/>
                  <a:pt x="752359" y="125950"/>
                </a:cubicBezTo>
                <a:lnTo>
                  <a:pt x="815045" y="125950"/>
                </a:lnTo>
                <a:cubicBezTo>
                  <a:pt x="815056" y="125950"/>
                  <a:pt x="815072" y="125950"/>
                  <a:pt x="815087" y="125950"/>
                </a:cubicBezTo>
                <a:cubicBezTo>
                  <a:pt x="820854" y="125936"/>
                  <a:pt x="825516" y="121229"/>
                  <a:pt x="825501" y="115437"/>
                </a:cubicBezTo>
                <a:lnTo>
                  <a:pt x="825497" y="41997"/>
                </a:lnTo>
                <a:cubicBezTo>
                  <a:pt x="825497" y="41975"/>
                  <a:pt x="825497" y="41954"/>
                  <a:pt x="825497" y="41934"/>
                </a:cubicBezTo>
                <a:cubicBezTo>
                  <a:pt x="825478" y="36154"/>
                  <a:pt x="820793" y="31488"/>
                  <a:pt x="815041" y="31510"/>
                </a:cubicBezTo>
                <a:lnTo>
                  <a:pt x="752355" y="31510"/>
                </a:lnTo>
                <a:cubicBezTo>
                  <a:pt x="752336" y="31510"/>
                  <a:pt x="752317" y="31510"/>
                  <a:pt x="752298" y="31510"/>
                </a:cubicBezTo>
                <a:close/>
                <a:moveTo>
                  <a:pt x="731443" y="1"/>
                </a:moveTo>
                <a:lnTo>
                  <a:pt x="835957" y="1"/>
                </a:lnTo>
                <a:cubicBezTo>
                  <a:pt x="835968" y="1"/>
                  <a:pt x="835980" y="1"/>
                  <a:pt x="835991" y="1"/>
                </a:cubicBezTo>
                <a:cubicBezTo>
                  <a:pt x="853289" y="26"/>
                  <a:pt x="867294" y="14133"/>
                  <a:pt x="867271" y="31510"/>
                </a:cubicBezTo>
                <a:lnTo>
                  <a:pt x="867271" y="125950"/>
                </a:lnTo>
                <a:cubicBezTo>
                  <a:pt x="867271" y="125968"/>
                  <a:pt x="867271" y="125985"/>
                  <a:pt x="867271" y="126003"/>
                </a:cubicBezTo>
                <a:cubicBezTo>
                  <a:pt x="867263" y="143366"/>
                  <a:pt x="853243" y="157437"/>
                  <a:pt x="835957" y="157430"/>
                </a:cubicBezTo>
                <a:lnTo>
                  <a:pt x="731443" y="157430"/>
                </a:lnTo>
                <a:cubicBezTo>
                  <a:pt x="714145" y="157415"/>
                  <a:pt x="700129" y="143325"/>
                  <a:pt x="700129" y="125950"/>
                </a:cubicBezTo>
                <a:lnTo>
                  <a:pt x="700129" y="31510"/>
                </a:lnTo>
                <a:cubicBezTo>
                  <a:pt x="700129" y="14129"/>
                  <a:pt x="714138" y="29"/>
                  <a:pt x="731443" y="1"/>
                </a:cubicBezTo>
                <a:close/>
                <a:moveTo>
                  <a:pt x="527701" y="1"/>
                </a:moveTo>
                <a:cubicBezTo>
                  <a:pt x="527712" y="1"/>
                  <a:pt x="527720" y="1"/>
                  <a:pt x="527728" y="1"/>
                </a:cubicBezTo>
                <a:lnTo>
                  <a:pt x="684414" y="1"/>
                </a:lnTo>
                <a:cubicBezTo>
                  <a:pt x="687309" y="-10"/>
                  <a:pt x="689665" y="2338"/>
                  <a:pt x="689673" y="5244"/>
                </a:cubicBezTo>
                <a:cubicBezTo>
                  <a:pt x="689673" y="5253"/>
                  <a:pt x="689673" y="5262"/>
                  <a:pt x="689673" y="5271"/>
                </a:cubicBezTo>
                <a:lnTo>
                  <a:pt x="689673" y="26268"/>
                </a:lnTo>
                <a:cubicBezTo>
                  <a:pt x="689665" y="29171"/>
                  <a:pt x="687317" y="31518"/>
                  <a:pt x="684426" y="31510"/>
                </a:cubicBezTo>
                <a:cubicBezTo>
                  <a:pt x="684422" y="31510"/>
                  <a:pt x="684418" y="31510"/>
                  <a:pt x="684414" y="31510"/>
                </a:cubicBezTo>
                <a:lnTo>
                  <a:pt x="632188" y="31510"/>
                </a:lnTo>
                <a:cubicBezTo>
                  <a:pt x="629316" y="31511"/>
                  <a:pt x="626987" y="33851"/>
                  <a:pt x="626987" y="36737"/>
                </a:cubicBezTo>
                <a:cubicBezTo>
                  <a:pt x="626987" y="36741"/>
                  <a:pt x="626987" y="36746"/>
                  <a:pt x="626987" y="36751"/>
                </a:cubicBezTo>
                <a:lnTo>
                  <a:pt x="626987" y="152157"/>
                </a:lnTo>
                <a:cubicBezTo>
                  <a:pt x="626994" y="155063"/>
                  <a:pt x="624654" y="157423"/>
                  <a:pt x="621759" y="157428"/>
                </a:cubicBezTo>
                <a:cubicBezTo>
                  <a:pt x="621747" y="157428"/>
                  <a:pt x="621740" y="157428"/>
                  <a:pt x="621728" y="157428"/>
                </a:cubicBezTo>
                <a:lnTo>
                  <a:pt x="590418" y="157428"/>
                </a:lnTo>
                <a:cubicBezTo>
                  <a:pt x="587522" y="157439"/>
                  <a:pt x="585170" y="155091"/>
                  <a:pt x="585159" y="152185"/>
                </a:cubicBezTo>
                <a:cubicBezTo>
                  <a:pt x="585159" y="152175"/>
                  <a:pt x="585159" y="152166"/>
                  <a:pt x="585159" y="152157"/>
                </a:cubicBezTo>
                <a:lnTo>
                  <a:pt x="585159" y="36751"/>
                </a:lnTo>
                <a:cubicBezTo>
                  <a:pt x="585167" y="33866"/>
                  <a:pt x="582849" y="31519"/>
                  <a:pt x="579973" y="31510"/>
                </a:cubicBezTo>
                <a:cubicBezTo>
                  <a:pt x="579969" y="31510"/>
                  <a:pt x="579965" y="31510"/>
                  <a:pt x="579962" y="31510"/>
                </a:cubicBezTo>
                <a:lnTo>
                  <a:pt x="527728" y="31510"/>
                </a:lnTo>
                <a:cubicBezTo>
                  <a:pt x="524840" y="31525"/>
                  <a:pt x="522484" y="29186"/>
                  <a:pt x="522469" y="26284"/>
                </a:cubicBezTo>
                <a:cubicBezTo>
                  <a:pt x="522469" y="26279"/>
                  <a:pt x="522469" y="26273"/>
                  <a:pt x="522469" y="26268"/>
                </a:cubicBezTo>
                <a:lnTo>
                  <a:pt x="522469" y="5271"/>
                </a:lnTo>
                <a:cubicBezTo>
                  <a:pt x="522465" y="2365"/>
                  <a:pt x="524810" y="5"/>
                  <a:pt x="527701" y="1"/>
                </a:cubicBezTo>
                <a:close/>
                <a:moveTo>
                  <a:pt x="376185" y="1"/>
                </a:moveTo>
                <a:lnTo>
                  <a:pt x="480695" y="1"/>
                </a:lnTo>
                <a:cubicBezTo>
                  <a:pt x="498001" y="28"/>
                  <a:pt x="512013" y="14128"/>
                  <a:pt x="512009" y="31510"/>
                </a:cubicBezTo>
                <a:lnTo>
                  <a:pt x="512009" y="36751"/>
                </a:lnTo>
                <a:cubicBezTo>
                  <a:pt x="512009" y="39638"/>
                  <a:pt x="509688" y="41982"/>
                  <a:pt x="506812" y="41995"/>
                </a:cubicBezTo>
                <a:lnTo>
                  <a:pt x="475436" y="41995"/>
                </a:lnTo>
                <a:cubicBezTo>
                  <a:pt x="472564" y="41982"/>
                  <a:pt x="470239" y="39638"/>
                  <a:pt x="470239" y="36751"/>
                </a:cubicBezTo>
                <a:cubicBezTo>
                  <a:pt x="470239" y="36735"/>
                  <a:pt x="470239" y="36720"/>
                  <a:pt x="470239" y="36704"/>
                </a:cubicBezTo>
                <a:cubicBezTo>
                  <a:pt x="470216" y="33811"/>
                  <a:pt x="467860" y="31486"/>
                  <a:pt x="464980" y="31510"/>
                </a:cubicBezTo>
                <a:lnTo>
                  <a:pt x="397082" y="31510"/>
                </a:lnTo>
                <a:cubicBezTo>
                  <a:pt x="397074" y="31510"/>
                  <a:pt x="397066" y="31510"/>
                  <a:pt x="397059" y="31510"/>
                </a:cubicBezTo>
                <a:cubicBezTo>
                  <a:pt x="391295" y="31511"/>
                  <a:pt x="386626" y="36205"/>
                  <a:pt x="386626" y="41995"/>
                </a:cubicBezTo>
                <a:lnTo>
                  <a:pt x="386626" y="52478"/>
                </a:lnTo>
                <a:cubicBezTo>
                  <a:pt x="386622" y="58281"/>
                  <a:pt x="391303" y="62988"/>
                  <a:pt x="397082" y="62991"/>
                </a:cubicBezTo>
                <a:lnTo>
                  <a:pt x="480695" y="62991"/>
                </a:lnTo>
                <a:cubicBezTo>
                  <a:pt x="497989" y="62991"/>
                  <a:pt x="512009" y="77071"/>
                  <a:pt x="512009" y="94440"/>
                </a:cubicBezTo>
                <a:lnTo>
                  <a:pt x="512009" y="125950"/>
                </a:lnTo>
                <a:cubicBezTo>
                  <a:pt x="512009" y="143325"/>
                  <a:pt x="497997" y="157415"/>
                  <a:pt x="480695" y="157430"/>
                </a:cubicBezTo>
                <a:lnTo>
                  <a:pt x="376185" y="157430"/>
                </a:lnTo>
                <a:cubicBezTo>
                  <a:pt x="376176" y="157430"/>
                  <a:pt x="376168" y="157430"/>
                  <a:pt x="376160" y="157430"/>
                </a:cubicBezTo>
                <a:cubicBezTo>
                  <a:pt x="358857" y="157423"/>
                  <a:pt x="344836" y="143330"/>
                  <a:pt x="344842" y="125950"/>
                </a:cubicBezTo>
                <a:lnTo>
                  <a:pt x="344842" y="120678"/>
                </a:lnTo>
                <a:cubicBezTo>
                  <a:pt x="344845" y="117790"/>
                  <a:pt x="347171" y="115447"/>
                  <a:pt x="350047" y="115437"/>
                </a:cubicBezTo>
                <a:lnTo>
                  <a:pt x="381413" y="115437"/>
                </a:lnTo>
                <a:cubicBezTo>
                  <a:pt x="384293" y="115444"/>
                  <a:pt x="386622" y="117787"/>
                  <a:pt x="386626" y="120678"/>
                </a:cubicBezTo>
                <a:cubicBezTo>
                  <a:pt x="386622" y="123583"/>
                  <a:pt x="388963" y="125941"/>
                  <a:pt x="391854" y="125950"/>
                </a:cubicBezTo>
                <a:lnTo>
                  <a:pt x="459783" y="125950"/>
                </a:lnTo>
                <a:cubicBezTo>
                  <a:pt x="459798" y="125950"/>
                  <a:pt x="459810" y="125950"/>
                  <a:pt x="459825" y="125950"/>
                </a:cubicBezTo>
                <a:cubicBezTo>
                  <a:pt x="465592" y="125936"/>
                  <a:pt x="470254" y="121229"/>
                  <a:pt x="470239" y="115437"/>
                </a:cubicBezTo>
                <a:lnTo>
                  <a:pt x="470239" y="104954"/>
                </a:lnTo>
                <a:cubicBezTo>
                  <a:pt x="470239" y="104951"/>
                  <a:pt x="470239" y="104949"/>
                  <a:pt x="470239" y="104947"/>
                </a:cubicBezTo>
                <a:cubicBezTo>
                  <a:pt x="470239" y="99145"/>
                  <a:pt x="465558" y="94441"/>
                  <a:pt x="459783" y="94440"/>
                </a:cubicBezTo>
                <a:lnTo>
                  <a:pt x="376185" y="94440"/>
                </a:lnTo>
                <a:cubicBezTo>
                  <a:pt x="376182" y="94440"/>
                  <a:pt x="376179" y="94440"/>
                  <a:pt x="376176" y="94440"/>
                </a:cubicBezTo>
                <a:cubicBezTo>
                  <a:pt x="358877" y="94447"/>
                  <a:pt x="344849" y="80366"/>
                  <a:pt x="344842" y="62991"/>
                </a:cubicBezTo>
                <a:lnTo>
                  <a:pt x="344842" y="31510"/>
                </a:lnTo>
                <a:cubicBezTo>
                  <a:pt x="344842" y="31508"/>
                  <a:pt x="344842" y="31507"/>
                  <a:pt x="344842" y="31505"/>
                </a:cubicBezTo>
                <a:cubicBezTo>
                  <a:pt x="344836" y="14112"/>
                  <a:pt x="358869" y="7"/>
                  <a:pt x="376185" y="1"/>
                </a:cubicBezTo>
                <a:close/>
                <a:moveTo>
                  <a:pt x="172420" y="1"/>
                </a:moveTo>
                <a:cubicBezTo>
                  <a:pt x="172421" y="1"/>
                  <a:pt x="172422" y="1"/>
                  <a:pt x="172424" y="1"/>
                </a:cubicBezTo>
                <a:lnTo>
                  <a:pt x="329162" y="1"/>
                </a:lnTo>
                <a:cubicBezTo>
                  <a:pt x="332052" y="11"/>
                  <a:pt x="334391" y="2368"/>
                  <a:pt x="334390" y="5271"/>
                </a:cubicBezTo>
                <a:lnTo>
                  <a:pt x="334390" y="26268"/>
                </a:lnTo>
                <a:cubicBezTo>
                  <a:pt x="334379" y="29162"/>
                  <a:pt x="332043" y="31504"/>
                  <a:pt x="329162" y="31510"/>
                </a:cubicBezTo>
                <a:lnTo>
                  <a:pt x="214223" y="31510"/>
                </a:lnTo>
                <a:cubicBezTo>
                  <a:pt x="211347" y="31499"/>
                  <a:pt x="209006" y="33832"/>
                  <a:pt x="208995" y="36722"/>
                </a:cubicBezTo>
                <a:cubicBezTo>
                  <a:pt x="208995" y="36732"/>
                  <a:pt x="208995" y="36741"/>
                  <a:pt x="208995" y="36751"/>
                </a:cubicBezTo>
                <a:lnTo>
                  <a:pt x="208995" y="57748"/>
                </a:lnTo>
                <a:cubicBezTo>
                  <a:pt x="208999" y="60645"/>
                  <a:pt x="211339" y="62991"/>
                  <a:pt x="214223" y="62991"/>
                </a:cubicBezTo>
                <a:lnTo>
                  <a:pt x="318706" y="62991"/>
                </a:lnTo>
                <a:cubicBezTo>
                  <a:pt x="321590" y="62987"/>
                  <a:pt x="323931" y="65332"/>
                  <a:pt x="323935" y="68228"/>
                </a:cubicBezTo>
                <a:cubicBezTo>
                  <a:pt x="323935" y="68230"/>
                  <a:pt x="323935" y="68231"/>
                  <a:pt x="323935" y="68232"/>
                </a:cubicBezTo>
                <a:lnTo>
                  <a:pt x="323935" y="89229"/>
                </a:lnTo>
                <a:cubicBezTo>
                  <a:pt x="323920" y="92117"/>
                  <a:pt x="321581" y="94448"/>
                  <a:pt x="318706" y="94440"/>
                </a:cubicBezTo>
                <a:lnTo>
                  <a:pt x="214223" y="94440"/>
                </a:lnTo>
                <a:cubicBezTo>
                  <a:pt x="211333" y="94443"/>
                  <a:pt x="208992" y="96799"/>
                  <a:pt x="208995" y="99703"/>
                </a:cubicBezTo>
                <a:cubicBezTo>
                  <a:pt x="208995" y="99706"/>
                  <a:pt x="208995" y="99709"/>
                  <a:pt x="208995" y="99712"/>
                </a:cubicBezTo>
                <a:lnTo>
                  <a:pt x="208995" y="120678"/>
                </a:lnTo>
                <a:cubicBezTo>
                  <a:pt x="208987" y="123582"/>
                  <a:pt x="211323" y="125942"/>
                  <a:pt x="214214" y="125950"/>
                </a:cubicBezTo>
                <a:cubicBezTo>
                  <a:pt x="214217" y="125950"/>
                  <a:pt x="214220" y="125950"/>
                  <a:pt x="214223" y="125950"/>
                </a:cubicBezTo>
                <a:lnTo>
                  <a:pt x="329162" y="125950"/>
                </a:lnTo>
                <a:cubicBezTo>
                  <a:pt x="332046" y="125946"/>
                  <a:pt x="334387" y="128291"/>
                  <a:pt x="334390" y="131188"/>
                </a:cubicBezTo>
                <a:cubicBezTo>
                  <a:pt x="334390" y="131189"/>
                  <a:pt x="334390" y="131191"/>
                  <a:pt x="334390" y="131192"/>
                </a:cubicBezTo>
                <a:lnTo>
                  <a:pt x="334390" y="152157"/>
                </a:lnTo>
                <a:cubicBezTo>
                  <a:pt x="334391" y="155061"/>
                  <a:pt x="332053" y="157418"/>
                  <a:pt x="329162" y="157428"/>
                </a:cubicBezTo>
                <a:lnTo>
                  <a:pt x="172424" y="157428"/>
                </a:lnTo>
                <a:cubicBezTo>
                  <a:pt x="169532" y="157424"/>
                  <a:pt x="167191" y="155066"/>
                  <a:pt x="167195" y="152162"/>
                </a:cubicBezTo>
                <a:cubicBezTo>
                  <a:pt x="167195" y="152160"/>
                  <a:pt x="167195" y="152159"/>
                  <a:pt x="167195" y="152157"/>
                </a:cubicBezTo>
                <a:lnTo>
                  <a:pt x="167195" y="5271"/>
                </a:lnTo>
                <a:cubicBezTo>
                  <a:pt x="167189" y="2367"/>
                  <a:pt x="169528" y="7"/>
                  <a:pt x="172420" y="1"/>
                </a:cubicBezTo>
                <a:close/>
                <a:moveTo>
                  <a:pt x="5229" y="1"/>
                </a:moveTo>
                <a:lnTo>
                  <a:pt x="151513" y="1"/>
                </a:lnTo>
                <a:cubicBezTo>
                  <a:pt x="154404" y="5"/>
                  <a:pt x="156745" y="2363"/>
                  <a:pt x="156742" y="5268"/>
                </a:cubicBezTo>
                <a:cubicBezTo>
                  <a:pt x="156742" y="5269"/>
                  <a:pt x="156742" y="5270"/>
                  <a:pt x="156742" y="5271"/>
                </a:cubicBezTo>
                <a:lnTo>
                  <a:pt x="156742" y="26268"/>
                </a:lnTo>
                <a:cubicBezTo>
                  <a:pt x="156736" y="29164"/>
                  <a:pt x="154397" y="31509"/>
                  <a:pt x="151513" y="31510"/>
                </a:cubicBezTo>
                <a:lnTo>
                  <a:pt x="47030" y="31510"/>
                </a:lnTo>
                <a:cubicBezTo>
                  <a:pt x="44146" y="31509"/>
                  <a:pt x="41806" y="33854"/>
                  <a:pt x="41801" y="36751"/>
                </a:cubicBezTo>
                <a:lnTo>
                  <a:pt x="41801" y="57748"/>
                </a:lnTo>
                <a:cubicBezTo>
                  <a:pt x="41815" y="60641"/>
                  <a:pt x="44149" y="62981"/>
                  <a:pt x="47030" y="62991"/>
                </a:cubicBezTo>
                <a:lnTo>
                  <a:pt x="141083" y="62991"/>
                </a:lnTo>
                <a:cubicBezTo>
                  <a:pt x="143967" y="62989"/>
                  <a:pt x="146307" y="65335"/>
                  <a:pt x="146312" y="68232"/>
                </a:cubicBezTo>
                <a:lnTo>
                  <a:pt x="146284" y="89229"/>
                </a:lnTo>
                <a:cubicBezTo>
                  <a:pt x="146279" y="92111"/>
                  <a:pt x="143951" y="94443"/>
                  <a:pt x="141082" y="94440"/>
                </a:cubicBezTo>
                <a:lnTo>
                  <a:pt x="47028" y="94440"/>
                </a:lnTo>
                <a:cubicBezTo>
                  <a:pt x="44139" y="94454"/>
                  <a:pt x="41802" y="96810"/>
                  <a:pt x="41801" y="99712"/>
                </a:cubicBezTo>
                <a:lnTo>
                  <a:pt x="41801" y="152157"/>
                </a:lnTo>
                <a:cubicBezTo>
                  <a:pt x="41808" y="155061"/>
                  <a:pt x="39470" y="157421"/>
                  <a:pt x="36579" y="157428"/>
                </a:cubicBezTo>
                <a:cubicBezTo>
                  <a:pt x="36577" y="157428"/>
                  <a:pt x="36574" y="157428"/>
                  <a:pt x="36572" y="157428"/>
                </a:cubicBezTo>
                <a:lnTo>
                  <a:pt x="5229" y="157430"/>
                </a:lnTo>
                <a:cubicBezTo>
                  <a:pt x="2338" y="157417"/>
                  <a:pt x="1" y="155060"/>
                  <a:pt x="0" y="152157"/>
                </a:cubicBezTo>
                <a:lnTo>
                  <a:pt x="0" y="5271"/>
                </a:lnTo>
                <a:cubicBezTo>
                  <a:pt x="2" y="2369"/>
                  <a:pt x="2339" y="14"/>
                  <a:pt x="5229" y="1"/>
                </a:cubicBezTo>
                <a:close/>
              </a:path>
            </a:pathLst>
          </a:custGeom>
          <a:solidFill xmlns:a="http://schemas.openxmlformats.org/drawingml/2006/main">
            <a:srgbClr val="0091DC"/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2" name="Gerader Verbinder 1">
            <a:extLst xmlns:a="http://schemas.openxmlformats.org/drawingml/2006/main">
              <a:ext uri="{FF2B5EF4-FFF2-40B4-BE49-F238E27FC236}">
                <a16:creationId xmlns:a16="http://schemas.microsoft.com/office/drawing/2014/main" id="{9C01322A-6B75-45B6-BC37-FE6EDE22B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" name="Titel 2">
            <a:extLst xmlns:a="http://schemas.openxmlformats.org/drawingml/2006/main">
              <a:ext uri="{FF2B5EF4-FFF2-40B4-BE49-F238E27FC236}">
                <a16:creationId xmlns:a16="http://schemas.microsoft.com/office/drawing/2014/main" id="{5E73FE6B-EE21-283F-1C70-928CF491F6F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3522782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12" name="Datumsplatzhalter 11">
            <a:extLst xmlns:a="http://schemas.openxmlformats.org/drawingml/2006/main">
              <a:ext uri="{FF2B5EF4-FFF2-40B4-BE49-F238E27FC236}">
                <a16:creationId xmlns:a16="http://schemas.microsoft.com/office/drawing/2014/main" id="{93B008C4-1437-8E29-7AFE-DFA190F63A09}"/>
              </a:ext>
            </a:extLst>
          </p:cNvPr>
          <p:cNvSpPr>
            <a:spLocks xmlns:a="http://schemas.openxmlformats.org/drawingml/2006/main" noGrp="1"/>
          </p:cNvSpPr>
          <p:nvPr>
            <p:ph type="dt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3" name="Fußzeilenplatzhalter 12">
            <a:extLst xmlns:a="http://schemas.openxmlformats.org/drawingml/2006/main">
              <a:ext uri="{FF2B5EF4-FFF2-40B4-BE49-F238E27FC236}">
                <a16:creationId xmlns:a16="http://schemas.microsoft.com/office/drawing/2014/main" id="{D4E6CC33-67C0-F23D-D144-DF5BAB8CE4A3}"/>
              </a:ext>
            </a:extLst>
          </p:cNvPr>
          <p:cNvSpPr>
            <a:spLocks xmlns:a="http://schemas.openxmlformats.org/drawingml/2006/main" noGrp="1"/>
          </p:cNvSpPr>
          <p:nvPr>
            <p:ph type="ftr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4" name="Foliennummernplatzhalter 13">
            <a:extLst xmlns:a="http://schemas.openxmlformats.org/drawingml/2006/main">
              <a:ext uri="{FF2B5EF4-FFF2-40B4-BE49-F238E27FC236}">
                <a16:creationId xmlns:a16="http://schemas.microsoft.com/office/drawing/2014/main" id="{2F5D2F3B-4E0C-5A62-B648-845A471644BA}"/>
              </a:ext>
            </a:extLst>
          </p:cNvPr>
          <p:cNvSpPr>
            <a:spLocks xmlns:a="http://schemas.openxmlformats.org/drawingml/2006/main" noGrp="1"/>
          </p:cNvSpPr>
          <p:nvPr>
            <p:ph type="sldNum" idx="1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118.xml><?xml version="1.0" encoding="utf-8"?>
<p:sldLayout xmlns:p="http://schemas.openxmlformats.org/presentationml/2006/main" preserve="1">
  <p:cSld name="Text + 2x Picture - without ribb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8" y="2475287"/>
            <a:ext cx="4550157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6096001" y="1"/>
            <a:ext cx="6096001" cy="342819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9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2268D100-F933-64E8-4D4D-8EBAD66A7A4A}"/>
              </a:ext>
            </a:extLst>
          </p:cNvPr>
          <p:cNvSpPr>
            <a:spLocks xmlns:a="http://schemas.openxmlformats.org/drawingml/2006/main" noGrp="1"/>
          </p:cNvSpPr>
          <p:nvPr>
            <p:ph type="pic" idx="15" hasCustomPrompt="1"/>
          </p:nvPr>
        </p:nvSpPr>
        <p:spPr>
          <a:xfrm xmlns:a="http://schemas.openxmlformats.org/drawingml/2006/main">
            <a:off x="6096001" y="3502612"/>
            <a:ext cx="6096001" cy="335538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Untertitel 2">
            <a:extLst xmlns:a="http://schemas.openxmlformats.org/drawingml/2006/main">
              <a:ext uri="{FF2B5EF4-FFF2-40B4-BE49-F238E27FC236}">
                <a16:creationId xmlns:a16="http://schemas.microsoft.com/office/drawing/2014/main" id="{45E280E5-98FE-997D-EB4F-4C85B35CA2B5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649620" y="893160"/>
            <a:ext cx="895233" cy="162409"/>
          </a:xfrm>
          <a:custGeom xmlns:a="http://schemas.openxmlformats.org/drawingml/2006/main">
            <a:gdLst>
              <a:gd name="connsiteX0" fmla="*/ 752298 w 867271"/>
              <a:gd name="connsiteY0" fmla="*/ 31510 h 157430"/>
              <a:gd name="connsiteX1" fmla="*/ 741899 w 867271"/>
              <a:gd name="connsiteY1" fmla="*/ 41995 h 157430"/>
              <a:gd name="connsiteX2" fmla="*/ 741899 w 867271"/>
              <a:gd name="connsiteY2" fmla="*/ 115437 h 157430"/>
              <a:gd name="connsiteX3" fmla="*/ 741899 w 867271"/>
              <a:gd name="connsiteY3" fmla="*/ 115481 h 157430"/>
              <a:gd name="connsiteX4" fmla="*/ 752359 w 867271"/>
              <a:gd name="connsiteY4" fmla="*/ 125950 h 157430"/>
              <a:gd name="connsiteX5" fmla="*/ 815045 w 867271"/>
              <a:gd name="connsiteY5" fmla="*/ 125950 h 157430"/>
              <a:gd name="connsiteX6" fmla="*/ 815087 w 867271"/>
              <a:gd name="connsiteY6" fmla="*/ 125950 h 157430"/>
              <a:gd name="connsiteX7" fmla="*/ 825501 w 867271"/>
              <a:gd name="connsiteY7" fmla="*/ 115437 h 157430"/>
              <a:gd name="connsiteX8" fmla="*/ 825497 w 867271"/>
              <a:gd name="connsiteY8" fmla="*/ 41997 h 157430"/>
              <a:gd name="connsiteX9" fmla="*/ 825497 w 867271"/>
              <a:gd name="connsiteY9" fmla="*/ 41934 h 157430"/>
              <a:gd name="connsiteX10" fmla="*/ 815041 w 867271"/>
              <a:gd name="connsiteY10" fmla="*/ 31510 h 157430"/>
              <a:gd name="connsiteX11" fmla="*/ 752355 w 867271"/>
              <a:gd name="connsiteY11" fmla="*/ 31510 h 157430"/>
              <a:gd name="connsiteX12" fmla="*/ 752298 w 867271"/>
              <a:gd name="connsiteY12" fmla="*/ 31510 h 157430"/>
              <a:gd name="connsiteX13" fmla="*/ 731443 w 867271"/>
              <a:gd name="connsiteY13" fmla="*/ 1 h 157430"/>
              <a:gd name="connsiteX14" fmla="*/ 835957 w 867271"/>
              <a:gd name="connsiteY14" fmla="*/ 1 h 157430"/>
              <a:gd name="connsiteX15" fmla="*/ 835991 w 867271"/>
              <a:gd name="connsiteY15" fmla="*/ 1 h 157430"/>
              <a:gd name="connsiteX16" fmla="*/ 867271 w 867271"/>
              <a:gd name="connsiteY16" fmla="*/ 31510 h 157430"/>
              <a:gd name="connsiteX17" fmla="*/ 867271 w 867271"/>
              <a:gd name="connsiteY17" fmla="*/ 125950 h 157430"/>
              <a:gd name="connsiteX18" fmla="*/ 867271 w 867271"/>
              <a:gd name="connsiteY18" fmla="*/ 126003 h 157430"/>
              <a:gd name="connsiteX19" fmla="*/ 835957 w 867271"/>
              <a:gd name="connsiteY19" fmla="*/ 157430 h 157430"/>
              <a:gd name="connsiteX20" fmla="*/ 731443 w 867271"/>
              <a:gd name="connsiteY20" fmla="*/ 157430 h 157430"/>
              <a:gd name="connsiteX21" fmla="*/ 700129 w 867271"/>
              <a:gd name="connsiteY21" fmla="*/ 125950 h 157430"/>
              <a:gd name="connsiteX22" fmla="*/ 700129 w 867271"/>
              <a:gd name="connsiteY22" fmla="*/ 31510 h 157430"/>
              <a:gd name="connsiteX23" fmla="*/ 731443 w 867271"/>
              <a:gd name="connsiteY23" fmla="*/ 1 h 157430"/>
              <a:gd name="connsiteX24" fmla="*/ 527701 w 867271"/>
              <a:gd name="connsiteY24" fmla="*/ 1 h 157430"/>
              <a:gd name="connsiteX25" fmla="*/ 527728 w 867271"/>
              <a:gd name="connsiteY25" fmla="*/ 1 h 157430"/>
              <a:gd name="connsiteX26" fmla="*/ 684414 w 867271"/>
              <a:gd name="connsiteY26" fmla="*/ 1 h 157430"/>
              <a:gd name="connsiteX27" fmla="*/ 689673 w 867271"/>
              <a:gd name="connsiteY27" fmla="*/ 5244 h 157430"/>
              <a:gd name="connsiteX28" fmla="*/ 689673 w 867271"/>
              <a:gd name="connsiteY28" fmla="*/ 5271 h 157430"/>
              <a:gd name="connsiteX29" fmla="*/ 689673 w 867271"/>
              <a:gd name="connsiteY29" fmla="*/ 26268 h 157430"/>
              <a:gd name="connsiteX30" fmla="*/ 684426 w 867271"/>
              <a:gd name="connsiteY30" fmla="*/ 31510 h 157430"/>
              <a:gd name="connsiteX31" fmla="*/ 684414 w 867271"/>
              <a:gd name="connsiteY31" fmla="*/ 31510 h 157430"/>
              <a:gd name="connsiteX32" fmla="*/ 632188 w 867271"/>
              <a:gd name="connsiteY32" fmla="*/ 31510 h 157430"/>
              <a:gd name="connsiteX33" fmla="*/ 626987 w 867271"/>
              <a:gd name="connsiteY33" fmla="*/ 36737 h 157430"/>
              <a:gd name="connsiteX34" fmla="*/ 626987 w 867271"/>
              <a:gd name="connsiteY34" fmla="*/ 36751 h 157430"/>
              <a:gd name="connsiteX35" fmla="*/ 626987 w 867271"/>
              <a:gd name="connsiteY35" fmla="*/ 152157 h 157430"/>
              <a:gd name="connsiteX36" fmla="*/ 621759 w 867271"/>
              <a:gd name="connsiteY36" fmla="*/ 157428 h 157430"/>
              <a:gd name="connsiteX37" fmla="*/ 621728 w 867271"/>
              <a:gd name="connsiteY37" fmla="*/ 157428 h 157430"/>
              <a:gd name="connsiteX38" fmla="*/ 590418 w 867271"/>
              <a:gd name="connsiteY38" fmla="*/ 157428 h 157430"/>
              <a:gd name="connsiteX39" fmla="*/ 585159 w 867271"/>
              <a:gd name="connsiteY39" fmla="*/ 152185 h 157430"/>
              <a:gd name="connsiteX40" fmla="*/ 585159 w 867271"/>
              <a:gd name="connsiteY40" fmla="*/ 152157 h 157430"/>
              <a:gd name="connsiteX41" fmla="*/ 585159 w 867271"/>
              <a:gd name="connsiteY41" fmla="*/ 36751 h 157430"/>
              <a:gd name="connsiteX42" fmla="*/ 579973 w 867271"/>
              <a:gd name="connsiteY42" fmla="*/ 31510 h 157430"/>
              <a:gd name="connsiteX43" fmla="*/ 579962 w 867271"/>
              <a:gd name="connsiteY43" fmla="*/ 31510 h 157430"/>
              <a:gd name="connsiteX44" fmla="*/ 527728 w 867271"/>
              <a:gd name="connsiteY44" fmla="*/ 31510 h 157430"/>
              <a:gd name="connsiteX45" fmla="*/ 522469 w 867271"/>
              <a:gd name="connsiteY45" fmla="*/ 26284 h 157430"/>
              <a:gd name="connsiteX46" fmla="*/ 522469 w 867271"/>
              <a:gd name="connsiteY46" fmla="*/ 26268 h 157430"/>
              <a:gd name="connsiteX47" fmla="*/ 522469 w 867271"/>
              <a:gd name="connsiteY47" fmla="*/ 5271 h 157430"/>
              <a:gd name="connsiteX48" fmla="*/ 527701 w 867271"/>
              <a:gd name="connsiteY48" fmla="*/ 1 h 157430"/>
              <a:gd name="connsiteX49" fmla="*/ 376185 w 867271"/>
              <a:gd name="connsiteY49" fmla="*/ 1 h 157430"/>
              <a:gd name="connsiteX50" fmla="*/ 480695 w 867271"/>
              <a:gd name="connsiteY50" fmla="*/ 1 h 157430"/>
              <a:gd name="connsiteX51" fmla="*/ 512009 w 867271"/>
              <a:gd name="connsiteY51" fmla="*/ 31510 h 157430"/>
              <a:gd name="connsiteX52" fmla="*/ 512009 w 867271"/>
              <a:gd name="connsiteY52" fmla="*/ 36751 h 157430"/>
              <a:gd name="connsiteX53" fmla="*/ 506812 w 867271"/>
              <a:gd name="connsiteY53" fmla="*/ 41995 h 157430"/>
              <a:gd name="connsiteX54" fmla="*/ 475436 w 867271"/>
              <a:gd name="connsiteY54" fmla="*/ 41995 h 157430"/>
              <a:gd name="connsiteX55" fmla="*/ 470239 w 867271"/>
              <a:gd name="connsiteY55" fmla="*/ 36751 h 157430"/>
              <a:gd name="connsiteX56" fmla="*/ 470239 w 867271"/>
              <a:gd name="connsiteY56" fmla="*/ 36704 h 157430"/>
              <a:gd name="connsiteX57" fmla="*/ 464980 w 867271"/>
              <a:gd name="connsiteY57" fmla="*/ 31510 h 157430"/>
              <a:gd name="connsiteX58" fmla="*/ 397082 w 867271"/>
              <a:gd name="connsiteY58" fmla="*/ 31510 h 157430"/>
              <a:gd name="connsiteX59" fmla="*/ 397059 w 867271"/>
              <a:gd name="connsiteY59" fmla="*/ 31510 h 157430"/>
              <a:gd name="connsiteX60" fmla="*/ 386626 w 867271"/>
              <a:gd name="connsiteY60" fmla="*/ 41995 h 157430"/>
              <a:gd name="connsiteX61" fmla="*/ 386626 w 867271"/>
              <a:gd name="connsiteY61" fmla="*/ 52478 h 157430"/>
              <a:gd name="connsiteX62" fmla="*/ 397082 w 867271"/>
              <a:gd name="connsiteY62" fmla="*/ 62991 h 157430"/>
              <a:gd name="connsiteX63" fmla="*/ 480695 w 867271"/>
              <a:gd name="connsiteY63" fmla="*/ 62991 h 157430"/>
              <a:gd name="connsiteX64" fmla="*/ 512009 w 867271"/>
              <a:gd name="connsiteY64" fmla="*/ 94440 h 157430"/>
              <a:gd name="connsiteX65" fmla="*/ 512009 w 867271"/>
              <a:gd name="connsiteY65" fmla="*/ 125950 h 157430"/>
              <a:gd name="connsiteX66" fmla="*/ 480695 w 867271"/>
              <a:gd name="connsiteY66" fmla="*/ 157430 h 157430"/>
              <a:gd name="connsiteX67" fmla="*/ 376185 w 867271"/>
              <a:gd name="connsiteY67" fmla="*/ 157430 h 157430"/>
              <a:gd name="connsiteX68" fmla="*/ 376160 w 867271"/>
              <a:gd name="connsiteY68" fmla="*/ 157430 h 157430"/>
              <a:gd name="connsiteX69" fmla="*/ 344842 w 867271"/>
              <a:gd name="connsiteY69" fmla="*/ 125950 h 157430"/>
              <a:gd name="connsiteX70" fmla="*/ 344842 w 867271"/>
              <a:gd name="connsiteY70" fmla="*/ 120678 h 157430"/>
              <a:gd name="connsiteX71" fmla="*/ 350047 w 867271"/>
              <a:gd name="connsiteY71" fmla="*/ 115437 h 157430"/>
              <a:gd name="connsiteX72" fmla="*/ 381413 w 867271"/>
              <a:gd name="connsiteY72" fmla="*/ 115437 h 157430"/>
              <a:gd name="connsiteX73" fmla="*/ 386626 w 867271"/>
              <a:gd name="connsiteY73" fmla="*/ 120678 h 157430"/>
              <a:gd name="connsiteX74" fmla="*/ 391854 w 867271"/>
              <a:gd name="connsiteY74" fmla="*/ 125950 h 157430"/>
              <a:gd name="connsiteX75" fmla="*/ 459783 w 867271"/>
              <a:gd name="connsiteY75" fmla="*/ 125950 h 157430"/>
              <a:gd name="connsiteX76" fmla="*/ 459825 w 867271"/>
              <a:gd name="connsiteY76" fmla="*/ 125950 h 157430"/>
              <a:gd name="connsiteX77" fmla="*/ 470239 w 867271"/>
              <a:gd name="connsiteY77" fmla="*/ 115437 h 157430"/>
              <a:gd name="connsiteX78" fmla="*/ 470239 w 867271"/>
              <a:gd name="connsiteY78" fmla="*/ 104954 h 157430"/>
              <a:gd name="connsiteX79" fmla="*/ 470239 w 867271"/>
              <a:gd name="connsiteY79" fmla="*/ 104947 h 157430"/>
              <a:gd name="connsiteX80" fmla="*/ 459783 w 867271"/>
              <a:gd name="connsiteY80" fmla="*/ 94440 h 157430"/>
              <a:gd name="connsiteX81" fmla="*/ 376185 w 867271"/>
              <a:gd name="connsiteY81" fmla="*/ 94440 h 157430"/>
              <a:gd name="connsiteX82" fmla="*/ 376176 w 867271"/>
              <a:gd name="connsiteY82" fmla="*/ 94440 h 157430"/>
              <a:gd name="connsiteX83" fmla="*/ 344842 w 867271"/>
              <a:gd name="connsiteY83" fmla="*/ 62991 h 157430"/>
              <a:gd name="connsiteX84" fmla="*/ 344842 w 867271"/>
              <a:gd name="connsiteY84" fmla="*/ 31510 h 157430"/>
              <a:gd name="connsiteX85" fmla="*/ 344842 w 867271"/>
              <a:gd name="connsiteY85" fmla="*/ 31505 h 157430"/>
              <a:gd name="connsiteX86" fmla="*/ 376185 w 867271"/>
              <a:gd name="connsiteY86" fmla="*/ 1 h 157430"/>
              <a:gd name="connsiteX87" fmla="*/ 172420 w 867271"/>
              <a:gd name="connsiteY87" fmla="*/ 1 h 157430"/>
              <a:gd name="connsiteX88" fmla="*/ 172424 w 867271"/>
              <a:gd name="connsiteY88" fmla="*/ 1 h 157430"/>
              <a:gd name="connsiteX89" fmla="*/ 329162 w 867271"/>
              <a:gd name="connsiteY89" fmla="*/ 1 h 157430"/>
              <a:gd name="connsiteX90" fmla="*/ 334390 w 867271"/>
              <a:gd name="connsiteY90" fmla="*/ 5271 h 157430"/>
              <a:gd name="connsiteX91" fmla="*/ 334390 w 867271"/>
              <a:gd name="connsiteY91" fmla="*/ 26268 h 157430"/>
              <a:gd name="connsiteX92" fmla="*/ 329162 w 867271"/>
              <a:gd name="connsiteY92" fmla="*/ 31510 h 157430"/>
              <a:gd name="connsiteX93" fmla="*/ 214223 w 867271"/>
              <a:gd name="connsiteY93" fmla="*/ 31510 h 157430"/>
              <a:gd name="connsiteX94" fmla="*/ 208995 w 867271"/>
              <a:gd name="connsiteY94" fmla="*/ 36722 h 157430"/>
              <a:gd name="connsiteX95" fmla="*/ 208995 w 867271"/>
              <a:gd name="connsiteY95" fmla="*/ 36751 h 157430"/>
              <a:gd name="connsiteX96" fmla="*/ 208995 w 867271"/>
              <a:gd name="connsiteY96" fmla="*/ 57748 h 157430"/>
              <a:gd name="connsiteX97" fmla="*/ 214223 w 867271"/>
              <a:gd name="connsiteY97" fmla="*/ 62991 h 157430"/>
              <a:gd name="connsiteX98" fmla="*/ 318706 w 867271"/>
              <a:gd name="connsiteY98" fmla="*/ 62991 h 157430"/>
              <a:gd name="connsiteX99" fmla="*/ 323935 w 867271"/>
              <a:gd name="connsiteY99" fmla="*/ 68228 h 157430"/>
              <a:gd name="connsiteX100" fmla="*/ 323935 w 867271"/>
              <a:gd name="connsiteY100" fmla="*/ 68232 h 157430"/>
              <a:gd name="connsiteX101" fmla="*/ 323935 w 867271"/>
              <a:gd name="connsiteY101" fmla="*/ 89229 h 157430"/>
              <a:gd name="connsiteX102" fmla="*/ 318706 w 867271"/>
              <a:gd name="connsiteY102" fmla="*/ 94440 h 157430"/>
              <a:gd name="connsiteX103" fmla="*/ 214223 w 867271"/>
              <a:gd name="connsiteY103" fmla="*/ 94440 h 157430"/>
              <a:gd name="connsiteX104" fmla="*/ 208995 w 867271"/>
              <a:gd name="connsiteY104" fmla="*/ 99703 h 157430"/>
              <a:gd name="connsiteX105" fmla="*/ 208995 w 867271"/>
              <a:gd name="connsiteY105" fmla="*/ 99712 h 157430"/>
              <a:gd name="connsiteX106" fmla="*/ 208995 w 867271"/>
              <a:gd name="connsiteY106" fmla="*/ 120678 h 157430"/>
              <a:gd name="connsiteX107" fmla="*/ 214214 w 867271"/>
              <a:gd name="connsiteY107" fmla="*/ 125950 h 157430"/>
              <a:gd name="connsiteX108" fmla="*/ 214223 w 867271"/>
              <a:gd name="connsiteY108" fmla="*/ 125950 h 157430"/>
              <a:gd name="connsiteX109" fmla="*/ 329162 w 867271"/>
              <a:gd name="connsiteY109" fmla="*/ 125950 h 157430"/>
              <a:gd name="connsiteX110" fmla="*/ 334390 w 867271"/>
              <a:gd name="connsiteY110" fmla="*/ 131188 h 157430"/>
              <a:gd name="connsiteX111" fmla="*/ 334390 w 867271"/>
              <a:gd name="connsiteY111" fmla="*/ 131192 h 157430"/>
              <a:gd name="connsiteX112" fmla="*/ 334390 w 867271"/>
              <a:gd name="connsiteY112" fmla="*/ 152157 h 157430"/>
              <a:gd name="connsiteX113" fmla="*/ 329162 w 867271"/>
              <a:gd name="connsiteY113" fmla="*/ 157428 h 157430"/>
              <a:gd name="connsiteX114" fmla="*/ 172424 w 867271"/>
              <a:gd name="connsiteY114" fmla="*/ 157428 h 157430"/>
              <a:gd name="connsiteX115" fmla="*/ 167195 w 867271"/>
              <a:gd name="connsiteY115" fmla="*/ 152162 h 157430"/>
              <a:gd name="connsiteX116" fmla="*/ 167195 w 867271"/>
              <a:gd name="connsiteY116" fmla="*/ 152157 h 157430"/>
              <a:gd name="connsiteX117" fmla="*/ 167195 w 867271"/>
              <a:gd name="connsiteY117" fmla="*/ 5271 h 157430"/>
              <a:gd name="connsiteX118" fmla="*/ 172420 w 867271"/>
              <a:gd name="connsiteY118" fmla="*/ 1 h 157430"/>
              <a:gd name="connsiteX119" fmla="*/ 5229 w 867271"/>
              <a:gd name="connsiteY119" fmla="*/ 1 h 157430"/>
              <a:gd name="connsiteX120" fmla="*/ 151513 w 867271"/>
              <a:gd name="connsiteY120" fmla="*/ 1 h 157430"/>
              <a:gd name="connsiteX121" fmla="*/ 156742 w 867271"/>
              <a:gd name="connsiteY121" fmla="*/ 5268 h 157430"/>
              <a:gd name="connsiteX122" fmla="*/ 156742 w 867271"/>
              <a:gd name="connsiteY122" fmla="*/ 5271 h 157430"/>
              <a:gd name="connsiteX123" fmla="*/ 156742 w 867271"/>
              <a:gd name="connsiteY123" fmla="*/ 26268 h 157430"/>
              <a:gd name="connsiteX124" fmla="*/ 151513 w 867271"/>
              <a:gd name="connsiteY124" fmla="*/ 31510 h 157430"/>
              <a:gd name="connsiteX125" fmla="*/ 47030 w 867271"/>
              <a:gd name="connsiteY125" fmla="*/ 31510 h 157430"/>
              <a:gd name="connsiteX126" fmla="*/ 41801 w 867271"/>
              <a:gd name="connsiteY126" fmla="*/ 36751 h 157430"/>
              <a:gd name="connsiteX127" fmla="*/ 41801 w 867271"/>
              <a:gd name="connsiteY127" fmla="*/ 57748 h 157430"/>
              <a:gd name="connsiteX128" fmla="*/ 47030 w 867271"/>
              <a:gd name="connsiteY128" fmla="*/ 62991 h 157430"/>
              <a:gd name="connsiteX129" fmla="*/ 141083 w 867271"/>
              <a:gd name="connsiteY129" fmla="*/ 62991 h 157430"/>
              <a:gd name="connsiteX130" fmla="*/ 146312 w 867271"/>
              <a:gd name="connsiteY130" fmla="*/ 68232 h 157430"/>
              <a:gd name="connsiteX131" fmla="*/ 146284 w 867271"/>
              <a:gd name="connsiteY131" fmla="*/ 89229 h 157430"/>
              <a:gd name="connsiteX132" fmla="*/ 141082 w 867271"/>
              <a:gd name="connsiteY132" fmla="*/ 94440 h 157430"/>
              <a:gd name="connsiteX133" fmla="*/ 47028 w 867271"/>
              <a:gd name="connsiteY133" fmla="*/ 94440 h 157430"/>
              <a:gd name="connsiteX134" fmla="*/ 41801 w 867271"/>
              <a:gd name="connsiteY134" fmla="*/ 99712 h 157430"/>
              <a:gd name="connsiteX135" fmla="*/ 41801 w 867271"/>
              <a:gd name="connsiteY135" fmla="*/ 152157 h 157430"/>
              <a:gd name="connsiteX136" fmla="*/ 36579 w 867271"/>
              <a:gd name="connsiteY136" fmla="*/ 157428 h 157430"/>
              <a:gd name="connsiteX137" fmla="*/ 36572 w 867271"/>
              <a:gd name="connsiteY137" fmla="*/ 157428 h 157430"/>
              <a:gd name="connsiteX138" fmla="*/ 5229 w 867271"/>
              <a:gd name="connsiteY138" fmla="*/ 157430 h 157430"/>
              <a:gd name="connsiteX139" fmla="*/ 0 w 867271"/>
              <a:gd name="connsiteY139" fmla="*/ 152157 h 157430"/>
              <a:gd name="connsiteX140" fmla="*/ 0 w 867271"/>
              <a:gd name="connsiteY140" fmla="*/ 5271 h 157430"/>
              <a:gd name="connsiteX141" fmla="*/ 5229 w 867271"/>
              <a:gd name="connsiteY141" fmla="*/ 1 h 157430"/>
            </a:gdLst>
            <a:rect l="l" t="t" r="r" b="b"/>
            <a:pathLst>
              <a:path w="867271" h="157430">
                <a:moveTo>
                  <a:pt x="752298" y="31510"/>
                </a:moveTo>
                <a:cubicBezTo>
                  <a:pt x="746542" y="31521"/>
                  <a:pt x="741888" y="36215"/>
                  <a:pt x="741899" y="41995"/>
                </a:cubicBezTo>
                <a:lnTo>
                  <a:pt x="741899" y="115437"/>
                </a:lnTo>
                <a:cubicBezTo>
                  <a:pt x="741899" y="115452"/>
                  <a:pt x="741899" y="115467"/>
                  <a:pt x="741899" y="115481"/>
                </a:cubicBezTo>
                <a:cubicBezTo>
                  <a:pt x="741910" y="121273"/>
                  <a:pt x="746592" y="125960"/>
                  <a:pt x="752359" y="125950"/>
                </a:cubicBezTo>
                <a:lnTo>
                  <a:pt x="815045" y="125950"/>
                </a:lnTo>
                <a:cubicBezTo>
                  <a:pt x="815056" y="125950"/>
                  <a:pt x="815072" y="125950"/>
                  <a:pt x="815087" y="125950"/>
                </a:cubicBezTo>
                <a:cubicBezTo>
                  <a:pt x="820854" y="125936"/>
                  <a:pt x="825516" y="121229"/>
                  <a:pt x="825501" y="115437"/>
                </a:cubicBezTo>
                <a:lnTo>
                  <a:pt x="825497" y="41997"/>
                </a:lnTo>
                <a:cubicBezTo>
                  <a:pt x="825497" y="41975"/>
                  <a:pt x="825497" y="41954"/>
                  <a:pt x="825497" y="41934"/>
                </a:cubicBezTo>
                <a:cubicBezTo>
                  <a:pt x="825478" y="36154"/>
                  <a:pt x="820793" y="31488"/>
                  <a:pt x="815041" y="31510"/>
                </a:cubicBezTo>
                <a:lnTo>
                  <a:pt x="752355" y="31510"/>
                </a:lnTo>
                <a:cubicBezTo>
                  <a:pt x="752336" y="31510"/>
                  <a:pt x="752317" y="31510"/>
                  <a:pt x="752298" y="31510"/>
                </a:cubicBezTo>
                <a:close/>
                <a:moveTo>
                  <a:pt x="731443" y="1"/>
                </a:moveTo>
                <a:lnTo>
                  <a:pt x="835957" y="1"/>
                </a:lnTo>
                <a:cubicBezTo>
                  <a:pt x="835968" y="1"/>
                  <a:pt x="835980" y="1"/>
                  <a:pt x="835991" y="1"/>
                </a:cubicBezTo>
                <a:cubicBezTo>
                  <a:pt x="853289" y="26"/>
                  <a:pt x="867294" y="14133"/>
                  <a:pt x="867271" y="31510"/>
                </a:cubicBezTo>
                <a:lnTo>
                  <a:pt x="867271" y="125950"/>
                </a:lnTo>
                <a:cubicBezTo>
                  <a:pt x="867271" y="125968"/>
                  <a:pt x="867271" y="125985"/>
                  <a:pt x="867271" y="126003"/>
                </a:cubicBezTo>
                <a:cubicBezTo>
                  <a:pt x="867263" y="143366"/>
                  <a:pt x="853243" y="157437"/>
                  <a:pt x="835957" y="157430"/>
                </a:cubicBezTo>
                <a:lnTo>
                  <a:pt x="731443" y="157430"/>
                </a:lnTo>
                <a:cubicBezTo>
                  <a:pt x="714145" y="157415"/>
                  <a:pt x="700129" y="143325"/>
                  <a:pt x="700129" y="125950"/>
                </a:cubicBezTo>
                <a:lnTo>
                  <a:pt x="700129" y="31510"/>
                </a:lnTo>
                <a:cubicBezTo>
                  <a:pt x="700129" y="14129"/>
                  <a:pt x="714138" y="29"/>
                  <a:pt x="731443" y="1"/>
                </a:cubicBezTo>
                <a:close/>
                <a:moveTo>
                  <a:pt x="527701" y="1"/>
                </a:moveTo>
                <a:cubicBezTo>
                  <a:pt x="527712" y="1"/>
                  <a:pt x="527720" y="1"/>
                  <a:pt x="527728" y="1"/>
                </a:cubicBezTo>
                <a:lnTo>
                  <a:pt x="684414" y="1"/>
                </a:lnTo>
                <a:cubicBezTo>
                  <a:pt x="687309" y="-10"/>
                  <a:pt x="689665" y="2338"/>
                  <a:pt x="689673" y="5244"/>
                </a:cubicBezTo>
                <a:cubicBezTo>
                  <a:pt x="689673" y="5253"/>
                  <a:pt x="689673" y="5262"/>
                  <a:pt x="689673" y="5271"/>
                </a:cubicBezTo>
                <a:lnTo>
                  <a:pt x="689673" y="26268"/>
                </a:lnTo>
                <a:cubicBezTo>
                  <a:pt x="689665" y="29171"/>
                  <a:pt x="687317" y="31518"/>
                  <a:pt x="684426" y="31510"/>
                </a:cubicBezTo>
                <a:cubicBezTo>
                  <a:pt x="684422" y="31510"/>
                  <a:pt x="684418" y="31510"/>
                  <a:pt x="684414" y="31510"/>
                </a:cubicBezTo>
                <a:lnTo>
                  <a:pt x="632188" y="31510"/>
                </a:lnTo>
                <a:cubicBezTo>
                  <a:pt x="629316" y="31511"/>
                  <a:pt x="626987" y="33851"/>
                  <a:pt x="626987" y="36737"/>
                </a:cubicBezTo>
                <a:cubicBezTo>
                  <a:pt x="626987" y="36741"/>
                  <a:pt x="626987" y="36746"/>
                  <a:pt x="626987" y="36751"/>
                </a:cubicBezTo>
                <a:lnTo>
                  <a:pt x="626987" y="152157"/>
                </a:lnTo>
                <a:cubicBezTo>
                  <a:pt x="626994" y="155063"/>
                  <a:pt x="624654" y="157423"/>
                  <a:pt x="621759" y="157428"/>
                </a:cubicBezTo>
                <a:cubicBezTo>
                  <a:pt x="621747" y="157428"/>
                  <a:pt x="621740" y="157428"/>
                  <a:pt x="621728" y="157428"/>
                </a:cubicBezTo>
                <a:lnTo>
                  <a:pt x="590418" y="157428"/>
                </a:lnTo>
                <a:cubicBezTo>
                  <a:pt x="587522" y="157439"/>
                  <a:pt x="585170" y="155091"/>
                  <a:pt x="585159" y="152185"/>
                </a:cubicBezTo>
                <a:cubicBezTo>
                  <a:pt x="585159" y="152175"/>
                  <a:pt x="585159" y="152166"/>
                  <a:pt x="585159" y="152157"/>
                </a:cubicBezTo>
                <a:lnTo>
                  <a:pt x="585159" y="36751"/>
                </a:lnTo>
                <a:cubicBezTo>
                  <a:pt x="585167" y="33866"/>
                  <a:pt x="582849" y="31519"/>
                  <a:pt x="579973" y="31510"/>
                </a:cubicBezTo>
                <a:cubicBezTo>
                  <a:pt x="579969" y="31510"/>
                  <a:pt x="579965" y="31510"/>
                  <a:pt x="579962" y="31510"/>
                </a:cubicBezTo>
                <a:lnTo>
                  <a:pt x="527728" y="31510"/>
                </a:lnTo>
                <a:cubicBezTo>
                  <a:pt x="524840" y="31525"/>
                  <a:pt x="522484" y="29186"/>
                  <a:pt x="522469" y="26284"/>
                </a:cubicBezTo>
                <a:cubicBezTo>
                  <a:pt x="522469" y="26279"/>
                  <a:pt x="522469" y="26273"/>
                  <a:pt x="522469" y="26268"/>
                </a:cubicBezTo>
                <a:lnTo>
                  <a:pt x="522469" y="5271"/>
                </a:lnTo>
                <a:cubicBezTo>
                  <a:pt x="522465" y="2365"/>
                  <a:pt x="524810" y="5"/>
                  <a:pt x="527701" y="1"/>
                </a:cubicBezTo>
                <a:close/>
                <a:moveTo>
                  <a:pt x="376185" y="1"/>
                </a:moveTo>
                <a:lnTo>
                  <a:pt x="480695" y="1"/>
                </a:lnTo>
                <a:cubicBezTo>
                  <a:pt x="498001" y="28"/>
                  <a:pt x="512013" y="14128"/>
                  <a:pt x="512009" y="31510"/>
                </a:cubicBezTo>
                <a:lnTo>
                  <a:pt x="512009" y="36751"/>
                </a:lnTo>
                <a:cubicBezTo>
                  <a:pt x="512009" y="39638"/>
                  <a:pt x="509688" y="41982"/>
                  <a:pt x="506812" y="41995"/>
                </a:cubicBezTo>
                <a:lnTo>
                  <a:pt x="475436" y="41995"/>
                </a:lnTo>
                <a:cubicBezTo>
                  <a:pt x="472564" y="41982"/>
                  <a:pt x="470239" y="39638"/>
                  <a:pt x="470239" y="36751"/>
                </a:cubicBezTo>
                <a:cubicBezTo>
                  <a:pt x="470239" y="36735"/>
                  <a:pt x="470239" y="36720"/>
                  <a:pt x="470239" y="36704"/>
                </a:cubicBezTo>
                <a:cubicBezTo>
                  <a:pt x="470216" y="33811"/>
                  <a:pt x="467860" y="31486"/>
                  <a:pt x="464980" y="31510"/>
                </a:cubicBezTo>
                <a:lnTo>
                  <a:pt x="397082" y="31510"/>
                </a:lnTo>
                <a:cubicBezTo>
                  <a:pt x="397074" y="31510"/>
                  <a:pt x="397066" y="31510"/>
                  <a:pt x="397059" y="31510"/>
                </a:cubicBezTo>
                <a:cubicBezTo>
                  <a:pt x="391295" y="31511"/>
                  <a:pt x="386626" y="36205"/>
                  <a:pt x="386626" y="41995"/>
                </a:cubicBezTo>
                <a:lnTo>
                  <a:pt x="386626" y="52478"/>
                </a:lnTo>
                <a:cubicBezTo>
                  <a:pt x="386622" y="58281"/>
                  <a:pt x="391303" y="62988"/>
                  <a:pt x="397082" y="62991"/>
                </a:cubicBezTo>
                <a:lnTo>
                  <a:pt x="480695" y="62991"/>
                </a:lnTo>
                <a:cubicBezTo>
                  <a:pt x="497989" y="62991"/>
                  <a:pt x="512009" y="77071"/>
                  <a:pt x="512009" y="94440"/>
                </a:cubicBezTo>
                <a:lnTo>
                  <a:pt x="512009" y="125950"/>
                </a:lnTo>
                <a:cubicBezTo>
                  <a:pt x="512009" y="143325"/>
                  <a:pt x="497997" y="157415"/>
                  <a:pt x="480695" y="157430"/>
                </a:cubicBezTo>
                <a:lnTo>
                  <a:pt x="376185" y="157430"/>
                </a:lnTo>
                <a:cubicBezTo>
                  <a:pt x="376176" y="157430"/>
                  <a:pt x="376168" y="157430"/>
                  <a:pt x="376160" y="157430"/>
                </a:cubicBezTo>
                <a:cubicBezTo>
                  <a:pt x="358857" y="157423"/>
                  <a:pt x="344836" y="143330"/>
                  <a:pt x="344842" y="125950"/>
                </a:cubicBezTo>
                <a:lnTo>
                  <a:pt x="344842" y="120678"/>
                </a:lnTo>
                <a:cubicBezTo>
                  <a:pt x="344845" y="117790"/>
                  <a:pt x="347171" y="115447"/>
                  <a:pt x="350047" y="115437"/>
                </a:cubicBezTo>
                <a:lnTo>
                  <a:pt x="381413" y="115437"/>
                </a:lnTo>
                <a:cubicBezTo>
                  <a:pt x="384293" y="115444"/>
                  <a:pt x="386622" y="117787"/>
                  <a:pt x="386626" y="120678"/>
                </a:cubicBezTo>
                <a:cubicBezTo>
                  <a:pt x="386622" y="123583"/>
                  <a:pt x="388963" y="125941"/>
                  <a:pt x="391854" y="125950"/>
                </a:cubicBezTo>
                <a:lnTo>
                  <a:pt x="459783" y="125950"/>
                </a:lnTo>
                <a:cubicBezTo>
                  <a:pt x="459798" y="125950"/>
                  <a:pt x="459810" y="125950"/>
                  <a:pt x="459825" y="125950"/>
                </a:cubicBezTo>
                <a:cubicBezTo>
                  <a:pt x="465592" y="125936"/>
                  <a:pt x="470254" y="121229"/>
                  <a:pt x="470239" y="115437"/>
                </a:cubicBezTo>
                <a:lnTo>
                  <a:pt x="470239" y="104954"/>
                </a:lnTo>
                <a:cubicBezTo>
                  <a:pt x="470239" y="104951"/>
                  <a:pt x="470239" y="104949"/>
                  <a:pt x="470239" y="104947"/>
                </a:cubicBezTo>
                <a:cubicBezTo>
                  <a:pt x="470239" y="99145"/>
                  <a:pt x="465558" y="94441"/>
                  <a:pt x="459783" y="94440"/>
                </a:cubicBezTo>
                <a:lnTo>
                  <a:pt x="376185" y="94440"/>
                </a:lnTo>
                <a:cubicBezTo>
                  <a:pt x="376182" y="94440"/>
                  <a:pt x="376179" y="94440"/>
                  <a:pt x="376176" y="94440"/>
                </a:cubicBezTo>
                <a:cubicBezTo>
                  <a:pt x="358877" y="94447"/>
                  <a:pt x="344849" y="80366"/>
                  <a:pt x="344842" y="62991"/>
                </a:cubicBezTo>
                <a:lnTo>
                  <a:pt x="344842" y="31510"/>
                </a:lnTo>
                <a:cubicBezTo>
                  <a:pt x="344842" y="31508"/>
                  <a:pt x="344842" y="31507"/>
                  <a:pt x="344842" y="31505"/>
                </a:cubicBezTo>
                <a:cubicBezTo>
                  <a:pt x="344836" y="14112"/>
                  <a:pt x="358869" y="7"/>
                  <a:pt x="376185" y="1"/>
                </a:cubicBezTo>
                <a:close/>
                <a:moveTo>
                  <a:pt x="172420" y="1"/>
                </a:moveTo>
                <a:cubicBezTo>
                  <a:pt x="172421" y="1"/>
                  <a:pt x="172422" y="1"/>
                  <a:pt x="172424" y="1"/>
                </a:cubicBezTo>
                <a:lnTo>
                  <a:pt x="329162" y="1"/>
                </a:lnTo>
                <a:cubicBezTo>
                  <a:pt x="332052" y="11"/>
                  <a:pt x="334391" y="2368"/>
                  <a:pt x="334390" y="5271"/>
                </a:cubicBezTo>
                <a:lnTo>
                  <a:pt x="334390" y="26268"/>
                </a:lnTo>
                <a:cubicBezTo>
                  <a:pt x="334379" y="29162"/>
                  <a:pt x="332043" y="31504"/>
                  <a:pt x="329162" y="31510"/>
                </a:cubicBezTo>
                <a:lnTo>
                  <a:pt x="214223" y="31510"/>
                </a:lnTo>
                <a:cubicBezTo>
                  <a:pt x="211347" y="31499"/>
                  <a:pt x="209006" y="33832"/>
                  <a:pt x="208995" y="36722"/>
                </a:cubicBezTo>
                <a:cubicBezTo>
                  <a:pt x="208995" y="36732"/>
                  <a:pt x="208995" y="36741"/>
                  <a:pt x="208995" y="36751"/>
                </a:cubicBezTo>
                <a:lnTo>
                  <a:pt x="208995" y="57748"/>
                </a:lnTo>
                <a:cubicBezTo>
                  <a:pt x="208999" y="60645"/>
                  <a:pt x="211339" y="62991"/>
                  <a:pt x="214223" y="62991"/>
                </a:cubicBezTo>
                <a:lnTo>
                  <a:pt x="318706" y="62991"/>
                </a:lnTo>
                <a:cubicBezTo>
                  <a:pt x="321590" y="62987"/>
                  <a:pt x="323931" y="65332"/>
                  <a:pt x="323935" y="68228"/>
                </a:cubicBezTo>
                <a:cubicBezTo>
                  <a:pt x="323935" y="68230"/>
                  <a:pt x="323935" y="68231"/>
                  <a:pt x="323935" y="68232"/>
                </a:cubicBezTo>
                <a:lnTo>
                  <a:pt x="323935" y="89229"/>
                </a:lnTo>
                <a:cubicBezTo>
                  <a:pt x="323920" y="92117"/>
                  <a:pt x="321581" y="94448"/>
                  <a:pt x="318706" y="94440"/>
                </a:cubicBezTo>
                <a:lnTo>
                  <a:pt x="214223" y="94440"/>
                </a:lnTo>
                <a:cubicBezTo>
                  <a:pt x="211333" y="94443"/>
                  <a:pt x="208992" y="96799"/>
                  <a:pt x="208995" y="99703"/>
                </a:cubicBezTo>
                <a:cubicBezTo>
                  <a:pt x="208995" y="99706"/>
                  <a:pt x="208995" y="99709"/>
                  <a:pt x="208995" y="99712"/>
                </a:cubicBezTo>
                <a:lnTo>
                  <a:pt x="208995" y="120678"/>
                </a:lnTo>
                <a:cubicBezTo>
                  <a:pt x="208987" y="123582"/>
                  <a:pt x="211323" y="125942"/>
                  <a:pt x="214214" y="125950"/>
                </a:cubicBezTo>
                <a:cubicBezTo>
                  <a:pt x="214217" y="125950"/>
                  <a:pt x="214220" y="125950"/>
                  <a:pt x="214223" y="125950"/>
                </a:cubicBezTo>
                <a:lnTo>
                  <a:pt x="329162" y="125950"/>
                </a:lnTo>
                <a:cubicBezTo>
                  <a:pt x="332046" y="125946"/>
                  <a:pt x="334387" y="128291"/>
                  <a:pt x="334390" y="131188"/>
                </a:cubicBezTo>
                <a:cubicBezTo>
                  <a:pt x="334390" y="131189"/>
                  <a:pt x="334390" y="131191"/>
                  <a:pt x="334390" y="131192"/>
                </a:cubicBezTo>
                <a:lnTo>
                  <a:pt x="334390" y="152157"/>
                </a:lnTo>
                <a:cubicBezTo>
                  <a:pt x="334391" y="155061"/>
                  <a:pt x="332053" y="157418"/>
                  <a:pt x="329162" y="157428"/>
                </a:cubicBezTo>
                <a:lnTo>
                  <a:pt x="172424" y="157428"/>
                </a:lnTo>
                <a:cubicBezTo>
                  <a:pt x="169532" y="157424"/>
                  <a:pt x="167191" y="155066"/>
                  <a:pt x="167195" y="152162"/>
                </a:cubicBezTo>
                <a:cubicBezTo>
                  <a:pt x="167195" y="152160"/>
                  <a:pt x="167195" y="152159"/>
                  <a:pt x="167195" y="152157"/>
                </a:cubicBezTo>
                <a:lnTo>
                  <a:pt x="167195" y="5271"/>
                </a:lnTo>
                <a:cubicBezTo>
                  <a:pt x="167189" y="2367"/>
                  <a:pt x="169528" y="7"/>
                  <a:pt x="172420" y="1"/>
                </a:cubicBezTo>
                <a:close/>
                <a:moveTo>
                  <a:pt x="5229" y="1"/>
                </a:moveTo>
                <a:lnTo>
                  <a:pt x="151513" y="1"/>
                </a:lnTo>
                <a:cubicBezTo>
                  <a:pt x="154404" y="5"/>
                  <a:pt x="156745" y="2363"/>
                  <a:pt x="156742" y="5268"/>
                </a:cubicBezTo>
                <a:cubicBezTo>
                  <a:pt x="156742" y="5269"/>
                  <a:pt x="156742" y="5270"/>
                  <a:pt x="156742" y="5271"/>
                </a:cubicBezTo>
                <a:lnTo>
                  <a:pt x="156742" y="26268"/>
                </a:lnTo>
                <a:cubicBezTo>
                  <a:pt x="156736" y="29164"/>
                  <a:pt x="154397" y="31509"/>
                  <a:pt x="151513" y="31510"/>
                </a:cubicBezTo>
                <a:lnTo>
                  <a:pt x="47030" y="31510"/>
                </a:lnTo>
                <a:cubicBezTo>
                  <a:pt x="44146" y="31509"/>
                  <a:pt x="41806" y="33854"/>
                  <a:pt x="41801" y="36751"/>
                </a:cubicBezTo>
                <a:lnTo>
                  <a:pt x="41801" y="57748"/>
                </a:lnTo>
                <a:cubicBezTo>
                  <a:pt x="41815" y="60641"/>
                  <a:pt x="44149" y="62981"/>
                  <a:pt x="47030" y="62991"/>
                </a:cubicBezTo>
                <a:lnTo>
                  <a:pt x="141083" y="62991"/>
                </a:lnTo>
                <a:cubicBezTo>
                  <a:pt x="143967" y="62989"/>
                  <a:pt x="146307" y="65335"/>
                  <a:pt x="146312" y="68232"/>
                </a:cubicBezTo>
                <a:lnTo>
                  <a:pt x="146284" y="89229"/>
                </a:lnTo>
                <a:cubicBezTo>
                  <a:pt x="146279" y="92111"/>
                  <a:pt x="143951" y="94443"/>
                  <a:pt x="141082" y="94440"/>
                </a:cubicBezTo>
                <a:lnTo>
                  <a:pt x="47028" y="94440"/>
                </a:lnTo>
                <a:cubicBezTo>
                  <a:pt x="44139" y="94454"/>
                  <a:pt x="41802" y="96810"/>
                  <a:pt x="41801" y="99712"/>
                </a:cubicBezTo>
                <a:lnTo>
                  <a:pt x="41801" y="152157"/>
                </a:lnTo>
                <a:cubicBezTo>
                  <a:pt x="41808" y="155061"/>
                  <a:pt x="39470" y="157421"/>
                  <a:pt x="36579" y="157428"/>
                </a:cubicBezTo>
                <a:cubicBezTo>
                  <a:pt x="36577" y="157428"/>
                  <a:pt x="36574" y="157428"/>
                  <a:pt x="36572" y="157428"/>
                </a:cubicBezTo>
                <a:lnTo>
                  <a:pt x="5229" y="157430"/>
                </a:lnTo>
                <a:cubicBezTo>
                  <a:pt x="2338" y="157417"/>
                  <a:pt x="1" y="155060"/>
                  <a:pt x="0" y="152157"/>
                </a:cubicBezTo>
                <a:lnTo>
                  <a:pt x="0" y="5271"/>
                </a:lnTo>
                <a:cubicBezTo>
                  <a:pt x="2" y="2369"/>
                  <a:pt x="2339" y="14"/>
                  <a:pt x="5229" y="1"/>
                </a:cubicBezTo>
                <a:close/>
              </a:path>
            </a:pathLst>
          </a:custGeom>
          <a:solidFill xmlns:a="http://schemas.openxmlformats.org/drawingml/2006/main">
            <a:srgbClr val="0091DC"/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F3DC1A36-2FE9-37C1-3F75-F214FFA6B89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7" y="933490"/>
            <a:ext cx="4550157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Gerader Verbinder 2">
            <a:extLst xmlns:a="http://schemas.openxmlformats.org/drawingml/2006/main">
              <a:ext uri="{FF2B5EF4-FFF2-40B4-BE49-F238E27FC236}">
                <a16:creationId xmlns:a16="http://schemas.microsoft.com/office/drawing/2014/main" id="{7134035C-89BF-49CC-8957-E4CAEE9B0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" name="Datumsplatzhalter 12">
            <a:extLst xmlns:a="http://schemas.openxmlformats.org/drawingml/2006/main">
              <a:ext uri="{FF2B5EF4-FFF2-40B4-BE49-F238E27FC236}">
                <a16:creationId xmlns:a16="http://schemas.microsoft.com/office/drawing/2014/main" id="{68609EF9-83E1-3551-E8BF-24CDFB5C476E}"/>
              </a:ext>
            </a:extLst>
          </p:cNvPr>
          <p:cNvSpPr>
            <a:spLocks xmlns:a="http://schemas.openxmlformats.org/drawingml/2006/main" noGrp="1"/>
          </p:cNvSpPr>
          <p:nvPr>
            <p:ph type="dt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4" name="Fußzeilenplatzhalter 13">
            <a:extLst xmlns:a="http://schemas.openxmlformats.org/drawingml/2006/main">
              <a:ext uri="{FF2B5EF4-FFF2-40B4-BE49-F238E27FC236}">
                <a16:creationId xmlns:a16="http://schemas.microsoft.com/office/drawing/2014/main" id="{28145D90-CBE4-8F91-8AFE-E68128A82C6E}"/>
              </a:ext>
            </a:extLst>
          </p:cNvPr>
          <p:cNvSpPr>
            <a:spLocks xmlns:a="http://schemas.openxmlformats.org/drawingml/2006/main" noGrp="1"/>
          </p:cNvSpPr>
          <p:nvPr>
            <p:ph type="ftr" idx="1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5" name="Foliennummernplatzhalter 14">
            <a:extLst xmlns:a="http://schemas.openxmlformats.org/drawingml/2006/main">
              <a:ext uri="{FF2B5EF4-FFF2-40B4-BE49-F238E27FC236}">
                <a16:creationId xmlns:a16="http://schemas.microsoft.com/office/drawing/2014/main" id="{BA260330-6286-E040-1B80-F4F374F8C5D0}"/>
              </a:ext>
            </a:extLst>
          </p:cNvPr>
          <p:cNvSpPr>
            <a:spLocks xmlns:a="http://schemas.openxmlformats.org/drawingml/2006/main" noGrp="1"/>
          </p:cNvSpPr>
          <p:nvPr>
            <p:ph type="sldNum" idx="1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119.xml><?xml version="1.0" encoding="utf-8"?>
<p:sldLayout xmlns:p="http://schemas.openxmlformats.org/presentationml/2006/main" preserve="1">
  <p:cSld name="Text + 3x Picture - without ribb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8" y="2475287"/>
            <a:ext cx="4550157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6096001" y="1"/>
            <a:ext cx="6096001" cy="342819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9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2268D100-F933-64E8-4D4D-8EBAD66A7A4A}"/>
              </a:ext>
            </a:extLst>
          </p:cNvPr>
          <p:cNvSpPr>
            <a:spLocks xmlns:a="http://schemas.openxmlformats.org/drawingml/2006/main" noGrp="1"/>
          </p:cNvSpPr>
          <p:nvPr>
            <p:ph type="pic" idx="15" hasCustomPrompt="1"/>
          </p:nvPr>
        </p:nvSpPr>
        <p:spPr>
          <a:xfrm xmlns:a="http://schemas.openxmlformats.org/drawingml/2006/main">
            <a:off x="6096001" y="3502612"/>
            <a:ext cx="3009172" cy="335538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324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0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566D261F-B94D-E890-D9ED-A8EC50316E1F}"/>
              </a:ext>
            </a:extLst>
          </p:cNvPr>
          <p:cNvSpPr>
            <a:spLocks xmlns:a="http://schemas.openxmlformats.org/drawingml/2006/main" noGrp="1"/>
          </p:cNvSpPr>
          <p:nvPr>
            <p:ph type="pic" idx="16" hasCustomPrompt="1"/>
          </p:nvPr>
        </p:nvSpPr>
        <p:spPr>
          <a:xfrm xmlns:a="http://schemas.openxmlformats.org/drawingml/2006/main">
            <a:off x="9182828" y="3502612"/>
            <a:ext cx="3009172" cy="335538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324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Untertitel 2">
            <a:extLst xmlns:a="http://schemas.openxmlformats.org/drawingml/2006/main">
              <a:ext uri="{FF2B5EF4-FFF2-40B4-BE49-F238E27FC236}">
                <a16:creationId xmlns:a16="http://schemas.microsoft.com/office/drawing/2014/main" id="{F263925F-A50E-34A4-DA49-E31FEA8898B3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649620" y="893160"/>
            <a:ext cx="895233" cy="162409"/>
          </a:xfrm>
          <a:custGeom xmlns:a="http://schemas.openxmlformats.org/drawingml/2006/main">
            <a:gdLst>
              <a:gd name="connsiteX0" fmla="*/ 752298 w 867271"/>
              <a:gd name="connsiteY0" fmla="*/ 31510 h 157430"/>
              <a:gd name="connsiteX1" fmla="*/ 741899 w 867271"/>
              <a:gd name="connsiteY1" fmla="*/ 41995 h 157430"/>
              <a:gd name="connsiteX2" fmla="*/ 741899 w 867271"/>
              <a:gd name="connsiteY2" fmla="*/ 115437 h 157430"/>
              <a:gd name="connsiteX3" fmla="*/ 741899 w 867271"/>
              <a:gd name="connsiteY3" fmla="*/ 115481 h 157430"/>
              <a:gd name="connsiteX4" fmla="*/ 752359 w 867271"/>
              <a:gd name="connsiteY4" fmla="*/ 125950 h 157430"/>
              <a:gd name="connsiteX5" fmla="*/ 815045 w 867271"/>
              <a:gd name="connsiteY5" fmla="*/ 125950 h 157430"/>
              <a:gd name="connsiteX6" fmla="*/ 815087 w 867271"/>
              <a:gd name="connsiteY6" fmla="*/ 125950 h 157430"/>
              <a:gd name="connsiteX7" fmla="*/ 825501 w 867271"/>
              <a:gd name="connsiteY7" fmla="*/ 115437 h 157430"/>
              <a:gd name="connsiteX8" fmla="*/ 825497 w 867271"/>
              <a:gd name="connsiteY8" fmla="*/ 41997 h 157430"/>
              <a:gd name="connsiteX9" fmla="*/ 825497 w 867271"/>
              <a:gd name="connsiteY9" fmla="*/ 41934 h 157430"/>
              <a:gd name="connsiteX10" fmla="*/ 815041 w 867271"/>
              <a:gd name="connsiteY10" fmla="*/ 31510 h 157430"/>
              <a:gd name="connsiteX11" fmla="*/ 752355 w 867271"/>
              <a:gd name="connsiteY11" fmla="*/ 31510 h 157430"/>
              <a:gd name="connsiteX12" fmla="*/ 752298 w 867271"/>
              <a:gd name="connsiteY12" fmla="*/ 31510 h 157430"/>
              <a:gd name="connsiteX13" fmla="*/ 731443 w 867271"/>
              <a:gd name="connsiteY13" fmla="*/ 1 h 157430"/>
              <a:gd name="connsiteX14" fmla="*/ 835957 w 867271"/>
              <a:gd name="connsiteY14" fmla="*/ 1 h 157430"/>
              <a:gd name="connsiteX15" fmla="*/ 835991 w 867271"/>
              <a:gd name="connsiteY15" fmla="*/ 1 h 157430"/>
              <a:gd name="connsiteX16" fmla="*/ 867271 w 867271"/>
              <a:gd name="connsiteY16" fmla="*/ 31510 h 157430"/>
              <a:gd name="connsiteX17" fmla="*/ 867271 w 867271"/>
              <a:gd name="connsiteY17" fmla="*/ 125950 h 157430"/>
              <a:gd name="connsiteX18" fmla="*/ 867271 w 867271"/>
              <a:gd name="connsiteY18" fmla="*/ 126003 h 157430"/>
              <a:gd name="connsiteX19" fmla="*/ 835957 w 867271"/>
              <a:gd name="connsiteY19" fmla="*/ 157430 h 157430"/>
              <a:gd name="connsiteX20" fmla="*/ 731443 w 867271"/>
              <a:gd name="connsiteY20" fmla="*/ 157430 h 157430"/>
              <a:gd name="connsiteX21" fmla="*/ 700129 w 867271"/>
              <a:gd name="connsiteY21" fmla="*/ 125950 h 157430"/>
              <a:gd name="connsiteX22" fmla="*/ 700129 w 867271"/>
              <a:gd name="connsiteY22" fmla="*/ 31510 h 157430"/>
              <a:gd name="connsiteX23" fmla="*/ 731443 w 867271"/>
              <a:gd name="connsiteY23" fmla="*/ 1 h 157430"/>
              <a:gd name="connsiteX24" fmla="*/ 527701 w 867271"/>
              <a:gd name="connsiteY24" fmla="*/ 1 h 157430"/>
              <a:gd name="connsiteX25" fmla="*/ 527728 w 867271"/>
              <a:gd name="connsiteY25" fmla="*/ 1 h 157430"/>
              <a:gd name="connsiteX26" fmla="*/ 684414 w 867271"/>
              <a:gd name="connsiteY26" fmla="*/ 1 h 157430"/>
              <a:gd name="connsiteX27" fmla="*/ 689673 w 867271"/>
              <a:gd name="connsiteY27" fmla="*/ 5244 h 157430"/>
              <a:gd name="connsiteX28" fmla="*/ 689673 w 867271"/>
              <a:gd name="connsiteY28" fmla="*/ 5271 h 157430"/>
              <a:gd name="connsiteX29" fmla="*/ 689673 w 867271"/>
              <a:gd name="connsiteY29" fmla="*/ 26268 h 157430"/>
              <a:gd name="connsiteX30" fmla="*/ 684426 w 867271"/>
              <a:gd name="connsiteY30" fmla="*/ 31510 h 157430"/>
              <a:gd name="connsiteX31" fmla="*/ 684414 w 867271"/>
              <a:gd name="connsiteY31" fmla="*/ 31510 h 157430"/>
              <a:gd name="connsiteX32" fmla="*/ 632188 w 867271"/>
              <a:gd name="connsiteY32" fmla="*/ 31510 h 157430"/>
              <a:gd name="connsiteX33" fmla="*/ 626987 w 867271"/>
              <a:gd name="connsiteY33" fmla="*/ 36737 h 157430"/>
              <a:gd name="connsiteX34" fmla="*/ 626987 w 867271"/>
              <a:gd name="connsiteY34" fmla="*/ 36751 h 157430"/>
              <a:gd name="connsiteX35" fmla="*/ 626987 w 867271"/>
              <a:gd name="connsiteY35" fmla="*/ 152157 h 157430"/>
              <a:gd name="connsiteX36" fmla="*/ 621759 w 867271"/>
              <a:gd name="connsiteY36" fmla="*/ 157428 h 157430"/>
              <a:gd name="connsiteX37" fmla="*/ 621728 w 867271"/>
              <a:gd name="connsiteY37" fmla="*/ 157428 h 157430"/>
              <a:gd name="connsiteX38" fmla="*/ 590418 w 867271"/>
              <a:gd name="connsiteY38" fmla="*/ 157428 h 157430"/>
              <a:gd name="connsiteX39" fmla="*/ 585159 w 867271"/>
              <a:gd name="connsiteY39" fmla="*/ 152185 h 157430"/>
              <a:gd name="connsiteX40" fmla="*/ 585159 w 867271"/>
              <a:gd name="connsiteY40" fmla="*/ 152157 h 157430"/>
              <a:gd name="connsiteX41" fmla="*/ 585159 w 867271"/>
              <a:gd name="connsiteY41" fmla="*/ 36751 h 157430"/>
              <a:gd name="connsiteX42" fmla="*/ 579973 w 867271"/>
              <a:gd name="connsiteY42" fmla="*/ 31510 h 157430"/>
              <a:gd name="connsiteX43" fmla="*/ 579962 w 867271"/>
              <a:gd name="connsiteY43" fmla="*/ 31510 h 157430"/>
              <a:gd name="connsiteX44" fmla="*/ 527728 w 867271"/>
              <a:gd name="connsiteY44" fmla="*/ 31510 h 157430"/>
              <a:gd name="connsiteX45" fmla="*/ 522469 w 867271"/>
              <a:gd name="connsiteY45" fmla="*/ 26284 h 157430"/>
              <a:gd name="connsiteX46" fmla="*/ 522469 w 867271"/>
              <a:gd name="connsiteY46" fmla="*/ 26268 h 157430"/>
              <a:gd name="connsiteX47" fmla="*/ 522469 w 867271"/>
              <a:gd name="connsiteY47" fmla="*/ 5271 h 157430"/>
              <a:gd name="connsiteX48" fmla="*/ 527701 w 867271"/>
              <a:gd name="connsiteY48" fmla="*/ 1 h 157430"/>
              <a:gd name="connsiteX49" fmla="*/ 376185 w 867271"/>
              <a:gd name="connsiteY49" fmla="*/ 1 h 157430"/>
              <a:gd name="connsiteX50" fmla="*/ 480695 w 867271"/>
              <a:gd name="connsiteY50" fmla="*/ 1 h 157430"/>
              <a:gd name="connsiteX51" fmla="*/ 512009 w 867271"/>
              <a:gd name="connsiteY51" fmla="*/ 31510 h 157430"/>
              <a:gd name="connsiteX52" fmla="*/ 512009 w 867271"/>
              <a:gd name="connsiteY52" fmla="*/ 36751 h 157430"/>
              <a:gd name="connsiteX53" fmla="*/ 506812 w 867271"/>
              <a:gd name="connsiteY53" fmla="*/ 41995 h 157430"/>
              <a:gd name="connsiteX54" fmla="*/ 475436 w 867271"/>
              <a:gd name="connsiteY54" fmla="*/ 41995 h 157430"/>
              <a:gd name="connsiteX55" fmla="*/ 470239 w 867271"/>
              <a:gd name="connsiteY55" fmla="*/ 36751 h 157430"/>
              <a:gd name="connsiteX56" fmla="*/ 470239 w 867271"/>
              <a:gd name="connsiteY56" fmla="*/ 36704 h 157430"/>
              <a:gd name="connsiteX57" fmla="*/ 464980 w 867271"/>
              <a:gd name="connsiteY57" fmla="*/ 31510 h 157430"/>
              <a:gd name="connsiteX58" fmla="*/ 397082 w 867271"/>
              <a:gd name="connsiteY58" fmla="*/ 31510 h 157430"/>
              <a:gd name="connsiteX59" fmla="*/ 397059 w 867271"/>
              <a:gd name="connsiteY59" fmla="*/ 31510 h 157430"/>
              <a:gd name="connsiteX60" fmla="*/ 386626 w 867271"/>
              <a:gd name="connsiteY60" fmla="*/ 41995 h 157430"/>
              <a:gd name="connsiteX61" fmla="*/ 386626 w 867271"/>
              <a:gd name="connsiteY61" fmla="*/ 52478 h 157430"/>
              <a:gd name="connsiteX62" fmla="*/ 397082 w 867271"/>
              <a:gd name="connsiteY62" fmla="*/ 62991 h 157430"/>
              <a:gd name="connsiteX63" fmla="*/ 480695 w 867271"/>
              <a:gd name="connsiteY63" fmla="*/ 62991 h 157430"/>
              <a:gd name="connsiteX64" fmla="*/ 512009 w 867271"/>
              <a:gd name="connsiteY64" fmla="*/ 94440 h 157430"/>
              <a:gd name="connsiteX65" fmla="*/ 512009 w 867271"/>
              <a:gd name="connsiteY65" fmla="*/ 125950 h 157430"/>
              <a:gd name="connsiteX66" fmla="*/ 480695 w 867271"/>
              <a:gd name="connsiteY66" fmla="*/ 157430 h 157430"/>
              <a:gd name="connsiteX67" fmla="*/ 376185 w 867271"/>
              <a:gd name="connsiteY67" fmla="*/ 157430 h 157430"/>
              <a:gd name="connsiteX68" fmla="*/ 376160 w 867271"/>
              <a:gd name="connsiteY68" fmla="*/ 157430 h 157430"/>
              <a:gd name="connsiteX69" fmla="*/ 344842 w 867271"/>
              <a:gd name="connsiteY69" fmla="*/ 125950 h 157430"/>
              <a:gd name="connsiteX70" fmla="*/ 344842 w 867271"/>
              <a:gd name="connsiteY70" fmla="*/ 120678 h 157430"/>
              <a:gd name="connsiteX71" fmla="*/ 350047 w 867271"/>
              <a:gd name="connsiteY71" fmla="*/ 115437 h 157430"/>
              <a:gd name="connsiteX72" fmla="*/ 381413 w 867271"/>
              <a:gd name="connsiteY72" fmla="*/ 115437 h 157430"/>
              <a:gd name="connsiteX73" fmla="*/ 386626 w 867271"/>
              <a:gd name="connsiteY73" fmla="*/ 120678 h 157430"/>
              <a:gd name="connsiteX74" fmla="*/ 391854 w 867271"/>
              <a:gd name="connsiteY74" fmla="*/ 125950 h 157430"/>
              <a:gd name="connsiteX75" fmla="*/ 459783 w 867271"/>
              <a:gd name="connsiteY75" fmla="*/ 125950 h 157430"/>
              <a:gd name="connsiteX76" fmla="*/ 459825 w 867271"/>
              <a:gd name="connsiteY76" fmla="*/ 125950 h 157430"/>
              <a:gd name="connsiteX77" fmla="*/ 470239 w 867271"/>
              <a:gd name="connsiteY77" fmla="*/ 115437 h 157430"/>
              <a:gd name="connsiteX78" fmla="*/ 470239 w 867271"/>
              <a:gd name="connsiteY78" fmla="*/ 104954 h 157430"/>
              <a:gd name="connsiteX79" fmla="*/ 470239 w 867271"/>
              <a:gd name="connsiteY79" fmla="*/ 104947 h 157430"/>
              <a:gd name="connsiteX80" fmla="*/ 459783 w 867271"/>
              <a:gd name="connsiteY80" fmla="*/ 94440 h 157430"/>
              <a:gd name="connsiteX81" fmla="*/ 376185 w 867271"/>
              <a:gd name="connsiteY81" fmla="*/ 94440 h 157430"/>
              <a:gd name="connsiteX82" fmla="*/ 376176 w 867271"/>
              <a:gd name="connsiteY82" fmla="*/ 94440 h 157430"/>
              <a:gd name="connsiteX83" fmla="*/ 344842 w 867271"/>
              <a:gd name="connsiteY83" fmla="*/ 62991 h 157430"/>
              <a:gd name="connsiteX84" fmla="*/ 344842 w 867271"/>
              <a:gd name="connsiteY84" fmla="*/ 31510 h 157430"/>
              <a:gd name="connsiteX85" fmla="*/ 344842 w 867271"/>
              <a:gd name="connsiteY85" fmla="*/ 31505 h 157430"/>
              <a:gd name="connsiteX86" fmla="*/ 376185 w 867271"/>
              <a:gd name="connsiteY86" fmla="*/ 1 h 157430"/>
              <a:gd name="connsiteX87" fmla="*/ 172420 w 867271"/>
              <a:gd name="connsiteY87" fmla="*/ 1 h 157430"/>
              <a:gd name="connsiteX88" fmla="*/ 172424 w 867271"/>
              <a:gd name="connsiteY88" fmla="*/ 1 h 157430"/>
              <a:gd name="connsiteX89" fmla="*/ 329162 w 867271"/>
              <a:gd name="connsiteY89" fmla="*/ 1 h 157430"/>
              <a:gd name="connsiteX90" fmla="*/ 334390 w 867271"/>
              <a:gd name="connsiteY90" fmla="*/ 5271 h 157430"/>
              <a:gd name="connsiteX91" fmla="*/ 334390 w 867271"/>
              <a:gd name="connsiteY91" fmla="*/ 26268 h 157430"/>
              <a:gd name="connsiteX92" fmla="*/ 329162 w 867271"/>
              <a:gd name="connsiteY92" fmla="*/ 31510 h 157430"/>
              <a:gd name="connsiteX93" fmla="*/ 214223 w 867271"/>
              <a:gd name="connsiteY93" fmla="*/ 31510 h 157430"/>
              <a:gd name="connsiteX94" fmla="*/ 208995 w 867271"/>
              <a:gd name="connsiteY94" fmla="*/ 36722 h 157430"/>
              <a:gd name="connsiteX95" fmla="*/ 208995 w 867271"/>
              <a:gd name="connsiteY95" fmla="*/ 36751 h 157430"/>
              <a:gd name="connsiteX96" fmla="*/ 208995 w 867271"/>
              <a:gd name="connsiteY96" fmla="*/ 57748 h 157430"/>
              <a:gd name="connsiteX97" fmla="*/ 214223 w 867271"/>
              <a:gd name="connsiteY97" fmla="*/ 62991 h 157430"/>
              <a:gd name="connsiteX98" fmla="*/ 318706 w 867271"/>
              <a:gd name="connsiteY98" fmla="*/ 62991 h 157430"/>
              <a:gd name="connsiteX99" fmla="*/ 323935 w 867271"/>
              <a:gd name="connsiteY99" fmla="*/ 68228 h 157430"/>
              <a:gd name="connsiteX100" fmla="*/ 323935 w 867271"/>
              <a:gd name="connsiteY100" fmla="*/ 68232 h 157430"/>
              <a:gd name="connsiteX101" fmla="*/ 323935 w 867271"/>
              <a:gd name="connsiteY101" fmla="*/ 89229 h 157430"/>
              <a:gd name="connsiteX102" fmla="*/ 318706 w 867271"/>
              <a:gd name="connsiteY102" fmla="*/ 94440 h 157430"/>
              <a:gd name="connsiteX103" fmla="*/ 214223 w 867271"/>
              <a:gd name="connsiteY103" fmla="*/ 94440 h 157430"/>
              <a:gd name="connsiteX104" fmla="*/ 208995 w 867271"/>
              <a:gd name="connsiteY104" fmla="*/ 99703 h 157430"/>
              <a:gd name="connsiteX105" fmla="*/ 208995 w 867271"/>
              <a:gd name="connsiteY105" fmla="*/ 99712 h 157430"/>
              <a:gd name="connsiteX106" fmla="*/ 208995 w 867271"/>
              <a:gd name="connsiteY106" fmla="*/ 120678 h 157430"/>
              <a:gd name="connsiteX107" fmla="*/ 214214 w 867271"/>
              <a:gd name="connsiteY107" fmla="*/ 125950 h 157430"/>
              <a:gd name="connsiteX108" fmla="*/ 214223 w 867271"/>
              <a:gd name="connsiteY108" fmla="*/ 125950 h 157430"/>
              <a:gd name="connsiteX109" fmla="*/ 329162 w 867271"/>
              <a:gd name="connsiteY109" fmla="*/ 125950 h 157430"/>
              <a:gd name="connsiteX110" fmla="*/ 334390 w 867271"/>
              <a:gd name="connsiteY110" fmla="*/ 131188 h 157430"/>
              <a:gd name="connsiteX111" fmla="*/ 334390 w 867271"/>
              <a:gd name="connsiteY111" fmla="*/ 131192 h 157430"/>
              <a:gd name="connsiteX112" fmla="*/ 334390 w 867271"/>
              <a:gd name="connsiteY112" fmla="*/ 152157 h 157430"/>
              <a:gd name="connsiteX113" fmla="*/ 329162 w 867271"/>
              <a:gd name="connsiteY113" fmla="*/ 157428 h 157430"/>
              <a:gd name="connsiteX114" fmla="*/ 172424 w 867271"/>
              <a:gd name="connsiteY114" fmla="*/ 157428 h 157430"/>
              <a:gd name="connsiteX115" fmla="*/ 167195 w 867271"/>
              <a:gd name="connsiteY115" fmla="*/ 152162 h 157430"/>
              <a:gd name="connsiteX116" fmla="*/ 167195 w 867271"/>
              <a:gd name="connsiteY116" fmla="*/ 152157 h 157430"/>
              <a:gd name="connsiteX117" fmla="*/ 167195 w 867271"/>
              <a:gd name="connsiteY117" fmla="*/ 5271 h 157430"/>
              <a:gd name="connsiteX118" fmla="*/ 172420 w 867271"/>
              <a:gd name="connsiteY118" fmla="*/ 1 h 157430"/>
              <a:gd name="connsiteX119" fmla="*/ 5229 w 867271"/>
              <a:gd name="connsiteY119" fmla="*/ 1 h 157430"/>
              <a:gd name="connsiteX120" fmla="*/ 151513 w 867271"/>
              <a:gd name="connsiteY120" fmla="*/ 1 h 157430"/>
              <a:gd name="connsiteX121" fmla="*/ 156742 w 867271"/>
              <a:gd name="connsiteY121" fmla="*/ 5268 h 157430"/>
              <a:gd name="connsiteX122" fmla="*/ 156742 w 867271"/>
              <a:gd name="connsiteY122" fmla="*/ 5271 h 157430"/>
              <a:gd name="connsiteX123" fmla="*/ 156742 w 867271"/>
              <a:gd name="connsiteY123" fmla="*/ 26268 h 157430"/>
              <a:gd name="connsiteX124" fmla="*/ 151513 w 867271"/>
              <a:gd name="connsiteY124" fmla="*/ 31510 h 157430"/>
              <a:gd name="connsiteX125" fmla="*/ 47030 w 867271"/>
              <a:gd name="connsiteY125" fmla="*/ 31510 h 157430"/>
              <a:gd name="connsiteX126" fmla="*/ 41801 w 867271"/>
              <a:gd name="connsiteY126" fmla="*/ 36751 h 157430"/>
              <a:gd name="connsiteX127" fmla="*/ 41801 w 867271"/>
              <a:gd name="connsiteY127" fmla="*/ 57748 h 157430"/>
              <a:gd name="connsiteX128" fmla="*/ 47030 w 867271"/>
              <a:gd name="connsiteY128" fmla="*/ 62991 h 157430"/>
              <a:gd name="connsiteX129" fmla="*/ 141083 w 867271"/>
              <a:gd name="connsiteY129" fmla="*/ 62991 h 157430"/>
              <a:gd name="connsiteX130" fmla="*/ 146312 w 867271"/>
              <a:gd name="connsiteY130" fmla="*/ 68232 h 157430"/>
              <a:gd name="connsiteX131" fmla="*/ 146284 w 867271"/>
              <a:gd name="connsiteY131" fmla="*/ 89229 h 157430"/>
              <a:gd name="connsiteX132" fmla="*/ 141082 w 867271"/>
              <a:gd name="connsiteY132" fmla="*/ 94440 h 157430"/>
              <a:gd name="connsiteX133" fmla="*/ 47028 w 867271"/>
              <a:gd name="connsiteY133" fmla="*/ 94440 h 157430"/>
              <a:gd name="connsiteX134" fmla="*/ 41801 w 867271"/>
              <a:gd name="connsiteY134" fmla="*/ 99712 h 157430"/>
              <a:gd name="connsiteX135" fmla="*/ 41801 w 867271"/>
              <a:gd name="connsiteY135" fmla="*/ 152157 h 157430"/>
              <a:gd name="connsiteX136" fmla="*/ 36579 w 867271"/>
              <a:gd name="connsiteY136" fmla="*/ 157428 h 157430"/>
              <a:gd name="connsiteX137" fmla="*/ 36572 w 867271"/>
              <a:gd name="connsiteY137" fmla="*/ 157428 h 157430"/>
              <a:gd name="connsiteX138" fmla="*/ 5229 w 867271"/>
              <a:gd name="connsiteY138" fmla="*/ 157430 h 157430"/>
              <a:gd name="connsiteX139" fmla="*/ 0 w 867271"/>
              <a:gd name="connsiteY139" fmla="*/ 152157 h 157430"/>
              <a:gd name="connsiteX140" fmla="*/ 0 w 867271"/>
              <a:gd name="connsiteY140" fmla="*/ 5271 h 157430"/>
              <a:gd name="connsiteX141" fmla="*/ 5229 w 867271"/>
              <a:gd name="connsiteY141" fmla="*/ 1 h 157430"/>
            </a:gdLst>
            <a:rect l="l" t="t" r="r" b="b"/>
            <a:pathLst>
              <a:path w="867271" h="157430">
                <a:moveTo>
                  <a:pt x="752298" y="31510"/>
                </a:moveTo>
                <a:cubicBezTo>
                  <a:pt x="746542" y="31521"/>
                  <a:pt x="741888" y="36215"/>
                  <a:pt x="741899" y="41995"/>
                </a:cubicBezTo>
                <a:lnTo>
                  <a:pt x="741899" y="115437"/>
                </a:lnTo>
                <a:cubicBezTo>
                  <a:pt x="741899" y="115452"/>
                  <a:pt x="741899" y="115467"/>
                  <a:pt x="741899" y="115481"/>
                </a:cubicBezTo>
                <a:cubicBezTo>
                  <a:pt x="741910" y="121273"/>
                  <a:pt x="746592" y="125960"/>
                  <a:pt x="752359" y="125950"/>
                </a:cubicBezTo>
                <a:lnTo>
                  <a:pt x="815045" y="125950"/>
                </a:lnTo>
                <a:cubicBezTo>
                  <a:pt x="815056" y="125950"/>
                  <a:pt x="815072" y="125950"/>
                  <a:pt x="815087" y="125950"/>
                </a:cubicBezTo>
                <a:cubicBezTo>
                  <a:pt x="820854" y="125936"/>
                  <a:pt x="825516" y="121229"/>
                  <a:pt x="825501" y="115437"/>
                </a:cubicBezTo>
                <a:lnTo>
                  <a:pt x="825497" y="41997"/>
                </a:lnTo>
                <a:cubicBezTo>
                  <a:pt x="825497" y="41975"/>
                  <a:pt x="825497" y="41954"/>
                  <a:pt x="825497" y="41934"/>
                </a:cubicBezTo>
                <a:cubicBezTo>
                  <a:pt x="825478" y="36154"/>
                  <a:pt x="820793" y="31488"/>
                  <a:pt x="815041" y="31510"/>
                </a:cubicBezTo>
                <a:lnTo>
                  <a:pt x="752355" y="31510"/>
                </a:lnTo>
                <a:cubicBezTo>
                  <a:pt x="752336" y="31510"/>
                  <a:pt x="752317" y="31510"/>
                  <a:pt x="752298" y="31510"/>
                </a:cubicBezTo>
                <a:close/>
                <a:moveTo>
                  <a:pt x="731443" y="1"/>
                </a:moveTo>
                <a:lnTo>
                  <a:pt x="835957" y="1"/>
                </a:lnTo>
                <a:cubicBezTo>
                  <a:pt x="835968" y="1"/>
                  <a:pt x="835980" y="1"/>
                  <a:pt x="835991" y="1"/>
                </a:cubicBezTo>
                <a:cubicBezTo>
                  <a:pt x="853289" y="26"/>
                  <a:pt x="867294" y="14133"/>
                  <a:pt x="867271" y="31510"/>
                </a:cubicBezTo>
                <a:lnTo>
                  <a:pt x="867271" y="125950"/>
                </a:lnTo>
                <a:cubicBezTo>
                  <a:pt x="867271" y="125968"/>
                  <a:pt x="867271" y="125985"/>
                  <a:pt x="867271" y="126003"/>
                </a:cubicBezTo>
                <a:cubicBezTo>
                  <a:pt x="867263" y="143366"/>
                  <a:pt x="853243" y="157437"/>
                  <a:pt x="835957" y="157430"/>
                </a:cubicBezTo>
                <a:lnTo>
                  <a:pt x="731443" y="157430"/>
                </a:lnTo>
                <a:cubicBezTo>
                  <a:pt x="714145" y="157415"/>
                  <a:pt x="700129" y="143325"/>
                  <a:pt x="700129" y="125950"/>
                </a:cubicBezTo>
                <a:lnTo>
                  <a:pt x="700129" y="31510"/>
                </a:lnTo>
                <a:cubicBezTo>
                  <a:pt x="700129" y="14129"/>
                  <a:pt x="714138" y="29"/>
                  <a:pt x="731443" y="1"/>
                </a:cubicBezTo>
                <a:close/>
                <a:moveTo>
                  <a:pt x="527701" y="1"/>
                </a:moveTo>
                <a:cubicBezTo>
                  <a:pt x="527712" y="1"/>
                  <a:pt x="527720" y="1"/>
                  <a:pt x="527728" y="1"/>
                </a:cubicBezTo>
                <a:lnTo>
                  <a:pt x="684414" y="1"/>
                </a:lnTo>
                <a:cubicBezTo>
                  <a:pt x="687309" y="-10"/>
                  <a:pt x="689665" y="2338"/>
                  <a:pt x="689673" y="5244"/>
                </a:cubicBezTo>
                <a:cubicBezTo>
                  <a:pt x="689673" y="5253"/>
                  <a:pt x="689673" y="5262"/>
                  <a:pt x="689673" y="5271"/>
                </a:cubicBezTo>
                <a:lnTo>
                  <a:pt x="689673" y="26268"/>
                </a:lnTo>
                <a:cubicBezTo>
                  <a:pt x="689665" y="29171"/>
                  <a:pt x="687317" y="31518"/>
                  <a:pt x="684426" y="31510"/>
                </a:cubicBezTo>
                <a:cubicBezTo>
                  <a:pt x="684422" y="31510"/>
                  <a:pt x="684418" y="31510"/>
                  <a:pt x="684414" y="31510"/>
                </a:cubicBezTo>
                <a:lnTo>
                  <a:pt x="632188" y="31510"/>
                </a:lnTo>
                <a:cubicBezTo>
                  <a:pt x="629316" y="31511"/>
                  <a:pt x="626987" y="33851"/>
                  <a:pt x="626987" y="36737"/>
                </a:cubicBezTo>
                <a:cubicBezTo>
                  <a:pt x="626987" y="36741"/>
                  <a:pt x="626987" y="36746"/>
                  <a:pt x="626987" y="36751"/>
                </a:cubicBezTo>
                <a:lnTo>
                  <a:pt x="626987" y="152157"/>
                </a:lnTo>
                <a:cubicBezTo>
                  <a:pt x="626994" y="155063"/>
                  <a:pt x="624654" y="157423"/>
                  <a:pt x="621759" y="157428"/>
                </a:cubicBezTo>
                <a:cubicBezTo>
                  <a:pt x="621747" y="157428"/>
                  <a:pt x="621740" y="157428"/>
                  <a:pt x="621728" y="157428"/>
                </a:cubicBezTo>
                <a:lnTo>
                  <a:pt x="590418" y="157428"/>
                </a:lnTo>
                <a:cubicBezTo>
                  <a:pt x="587522" y="157439"/>
                  <a:pt x="585170" y="155091"/>
                  <a:pt x="585159" y="152185"/>
                </a:cubicBezTo>
                <a:cubicBezTo>
                  <a:pt x="585159" y="152175"/>
                  <a:pt x="585159" y="152166"/>
                  <a:pt x="585159" y="152157"/>
                </a:cubicBezTo>
                <a:lnTo>
                  <a:pt x="585159" y="36751"/>
                </a:lnTo>
                <a:cubicBezTo>
                  <a:pt x="585167" y="33866"/>
                  <a:pt x="582849" y="31519"/>
                  <a:pt x="579973" y="31510"/>
                </a:cubicBezTo>
                <a:cubicBezTo>
                  <a:pt x="579969" y="31510"/>
                  <a:pt x="579965" y="31510"/>
                  <a:pt x="579962" y="31510"/>
                </a:cubicBezTo>
                <a:lnTo>
                  <a:pt x="527728" y="31510"/>
                </a:lnTo>
                <a:cubicBezTo>
                  <a:pt x="524840" y="31525"/>
                  <a:pt x="522484" y="29186"/>
                  <a:pt x="522469" y="26284"/>
                </a:cubicBezTo>
                <a:cubicBezTo>
                  <a:pt x="522469" y="26279"/>
                  <a:pt x="522469" y="26273"/>
                  <a:pt x="522469" y="26268"/>
                </a:cubicBezTo>
                <a:lnTo>
                  <a:pt x="522469" y="5271"/>
                </a:lnTo>
                <a:cubicBezTo>
                  <a:pt x="522465" y="2365"/>
                  <a:pt x="524810" y="5"/>
                  <a:pt x="527701" y="1"/>
                </a:cubicBezTo>
                <a:close/>
                <a:moveTo>
                  <a:pt x="376185" y="1"/>
                </a:moveTo>
                <a:lnTo>
                  <a:pt x="480695" y="1"/>
                </a:lnTo>
                <a:cubicBezTo>
                  <a:pt x="498001" y="28"/>
                  <a:pt x="512013" y="14128"/>
                  <a:pt x="512009" y="31510"/>
                </a:cubicBezTo>
                <a:lnTo>
                  <a:pt x="512009" y="36751"/>
                </a:lnTo>
                <a:cubicBezTo>
                  <a:pt x="512009" y="39638"/>
                  <a:pt x="509688" y="41982"/>
                  <a:pt x="506812" y="41995"/>
                </a:cubicBezTo>
                <a:lnTo>
                  <a:pt x="475436" y="41995"/>
                </a:lnTo>
                <a:cubicBezTo>
                  <a:pt x="472564" y="41982"/>
                  <a:pt x="470239" y="39638"/>
                  <a:pt x="470239" y="36751"/>
                </a:cubicBezTo>
                <a:cubicBezTo>
                  <a:pt x="470239" y="36735"/>
                  <a:pt x="470239" y="36720"/>
                  <a:pt x="470239" y="36704"/>
                </a:cubicBezTo>
                <a:cubicBezTo>
                  <a:pt x="470216" y="33811"/>
                  <a:pt x="467860" y="31486"/>
                  <a:pt x="464980" y="31510"/>
                </a:cubicBezTo>
                <a:lnTo>
                  <a:pt x="397082" y="31510"/>
                </a:lnTo>
                <a:cubicBezTo>
                  <a:pt x="397074" y="31510"/>
                  <a:pt x="397066" y="31510"/>
                  <a:pt x="397059" y="31510"/>
                </a:cubicBezTo>
                <a:cubicBezTo>
                  <a:pt x="391295" y="31511"/>
                  <a:pt x="386626" y="36205"/>
                  <a:pt x="386626" y="41995"/>
                </a:cubicBezTo>
                <a:lnTo>
                  <a:pt x="386626" y="52478"/>
                </a:lnTo>
                <a:cubicBezTo>
                  <a:pt x="386622" y="58281"/>
                  <a:pt x="391303" y="62988"/>
                  <a:pt x="397082" y="62991"/>
                </a:cubicBezTo>
                <a:lnTo>
                  <a:pt x="480695" y="62991"/>
                </a:lnTo>
                <a:cubicBezTo>
                  <a:pt x="497989" y="62991"/>
                  <a:pt x="512009" y="77071"/>
                  <a:pt x="512009" y="94440"/>
                </a:cubicBezTo>
                <a:lnTo>
                  <a:pt x="512009" y="125950"/>
                </a:lnTo>
                <a:cubicBezTo>
                  <a:pt x="512009" y="143325"/>
                  <a:pt x="497997" y="157415"/>
                  <a:pt x="480695" y="157430"/>
                </a:cubicBezTo>
                <a:lnTo>
                  <a:pt x="376185" y="157430"/>
                </a:lnTo>
                <a:cubicBezTo>
                  <a:pt x="376176" y="157430"/>
                  <a:pt x="376168" y="157430"/>
                  <a:pt x="376160" y="157430"/>
                </a:cubicBezTo>
                <a:cubicBezTo>
                  <a:pt x="358857" y="157423"/>
                  <a:pt x="344836" y="143330"/>
                  <a:pt x="344842" y="125950"/>
                </a:cubicBezTo>
                <a:lnTo>
                  <a:pt x="344842" y="120678"/>
                </a:lnTo>
                <a:cubicBezTo>
                  <a:pt x="344845" y="117790"/>
                  <a:pt x="347171" y="115447"/>
                  <a:pt x="350047" y="115437"/>
                </a:cubicBezTo>
                <a:lnTo>
                  <a:pt x="381413" y="115437"/>
                </a:lnTo>
                <a:cubicBezTo>
                  <a:pt x="384293" y="115444"/>
                  <a:pt x="386622" y="117787"/>
                  <a:pt x="386626" y="120678"/>
                </a:cubicBezTo>
                <a:cubicBezTo>
                  <a:pt x="386622" y="123583"/>
                  <a:pt x="388963" y="125941"/>
                  <a:pt x="391854" y="125950"/>
                </a:cubicBezTo>
                <a:lnTo>
                  <a:pt x="459783" y="125950"/>
                </a:lnTo>
                <a:cubicBezTo>
                  <a:pt x="459798" y="125950"/>
                  <a:pt x="459810" y="125950"/>
                  <a:pt x="459825" y="125950"/>
                </a:cubicBezTo>
                <a:cubicBezTo>
                  <a:pt x="465592" y="125936"/>
                  <a:pt x="470254" y="121229"/>
                  <a:pt x="470239" y="115437"/>
                </a:cubicBezTo>
                <a:lnTo>
                  <a:pt x="470239" y="104954"/>
                </a:lnTo>
                <a:cubicBezTo>
                  <a:pt x="470239" y="104951"/>
                  <a:pt x="470239" y="104949"/>
                  <a:pt x="470239" y="104947"/>
                </a:cubicBezTo>
                <a:cubicBezTo>
                  <a:pt x="470239" y="99145"/>
                  <a:pt x="465558" y="94441"/>
                  <a:pt x="459783" y="94440"/>
                </a:cubicBezTo>
                <a:lnTo>
                  <a:pt x="376185" y="94440"/>
                </a:lnTo>
                <a:cubicBezTo>
                  <a:pt x="376182" y="94440"/>
                  <a:pt x="376179" y="94440"/>
                  <a:pt x="376176" y="94440"/>
                </a:cubicBezTo>
                <a:cubicBezTo>
                  <a:pt x="358877" y="94447"/>
                  <a:pt x="344849" y="80366"/>
                  <a:pt x="344842" y="62991"/>
                </a:cubicBezTo>
                <a:lnTo>
                  <a:pt x="344842" y="31510"/>
                </a:lnTo>
                <a:cubicBezTo>
                  <a:pt x="344842" y="31508"/>
                  <a:pt x="344842" y="31507"/>
                  <a:pt x="344842" y="31505"/>
                </a:cubicBezTo>
                <a:cubicBezTo>
                  <a:pt x="344836" y="14112"/>
                  <a:pt x="358869" y="7"/>
                  <a:pt x="376185" y="1"/>
                </a:cubicBezTo>
                <a:close/>
                <a:moveTo>
                  <a:pt x="172420" y="1"/>
                </a:moveTo>
                <a:cubicBezTo>
                  <a:pt x="172421" y="1"/>
                  <a:pt x="172422" y="1"/>
                  <a:pt x="172424" y="1"/>
                </a:cubicBezTo>
                <a:lnTo>
                  <a:pt x="329162" y="1"/>
                </a:lnTo>
                <a:cubicBezTo>
                  <a:pt x="332052" y="11"/>
                  <a:pt x="334391" y="2368"/>
                  <a:pt x="334390" y="5271"/>
                </a:cubicBezTo>
                <a:lnTo>
                  <a:pt x="334390" y="26268"/>
                </a:lnTo>
                <a:cubicBezTo>
                  <a:pt x="334379" y="29162"/>
                  <a:pt x="332043" y="31504"/>
                  <a:pt x="329162" y="31510"/>
                </a:cubicBezTo>
                <a:lnTo>
                  <a:pt x="214223" y="31510"/>
                </a:lnTo>
                <a:cubicBezTo>
                  <a:pt x="211347" y="31499"/>
                  <a:pt x="209006" y="33832"/>
                  <a:pt x="208995" y="36722"/>
                </a:cubicBezTo>
                <a:cubicBezTo>
                  <a:pt x="208995" y="36732"/>
                  <a:pt x="208995" y="36741"/>
                  <a:pt x="208995" y="36751"/>
                </a:cubicBezTo>
                <a:lnTo>
                  <a:pt x="208995" y="57748"/>
                </a:lnTo>
                <a:cubicBezTo>
                  <a:pt x="208999" y="60645"/>
                  <a:pt x="211339" y="62991"/>
                  <a:pt x="214223" y="62991"/>
                </a:cubicBezTo>
                <a:lnTo>
                  <a:pt x="318706" y="62991"/>
                </a:lnTo>
                <a:cubicBezTo>
                  <a:pt x="321590" y="62987"/>
                  <a:pt x="323931" y="65332"/>
                  <a:pt x="323935" y="68228"/>
                </a:cubicBezTo>
                <a:cubicBezTo>
                  <a:pt x="323935" y="68230"/>
                  <a:pt x="323935" y="68231"/>
                  <a:pt x="323935" y="68232"/>
                </a:cubicBezTo>
                <a:lnTo>
                  <a:pt x="323935" y="89229"/>
                </a:lnTo>
                <a:cubicBezTo>
                  <a:pt x="323920" y="92117"/>
                  <a:pt x="321581" y="94448"/>
                  <a:pt x="318706" y="94440"/>
                </a:cubicBezTo>
                <a:lnTo>
                  <a:pt x="214223" y="94440"/>
                </a:lnTo>
                <a:cubicBezTo>
                  <a:pt x="211333" y="94443"/>
                  <a:pt x="208992" y="96799"/>
                  <a:pt x="208995" y="99703"/>
                </a:cubicBezTo>
                <a:cubicBezTo>
                  <a:pt x="208995" y="99706"/>
                  <a:pt x="208995" y="99709"/>
                  <a:pt x="208995" y="99712"/>
                </a:cubicBezTo>
                <a:lnTo>
                  <a:pt x="208995" y="120678"/>
                </a:lnTo>
                <a:cubicBezTo>
                  <a:pt x="208987" y="123582"/>
                  <a:pt x="211323" y="125942"/>
                  <a:pt x="214214" y="125950"/>
                </a:cubicBezTo>
                <a:cubicBezTo>
                  <a:pt x="214217" y="125950"/>
                  <a:pt x="214220" y="125950"/>
                  <a:pt x="214223" y="125950"/>
                </a:cubicBezTo>
                <a:lnTo>
                  <a:pt x="329162" y="125950"/>
                </a:lnTo>
                <a:cubicBezTo>
                  <a:pt x="332046" y="125946"/>
                  <a:pt x="334387" y="128291"/>
                  <a:pt x="334390" y="131188"/>
                </a:cubicBezTo>
                <a:cubicBezTo>
                  <a:pt x="334390" y="131189"/>
                  <a:pt x="334390" y="131191"/>
                  <a:pt x="334390" y="131192"/>
                </a:cubicBezTo>
                <a:lnTo>
                  <a:pt x="334390" y="152157"/>
                </a:lnTo>
                <a:cubicBezTo>
                  <a:pt x="334391" y="155061"/>
                  <a:pt x="332053" y="157418"/>
                  <a:pt x="329162" y="157428"/>
                </a:cubicBezTo>
                <a:lnTo>
                  <a:pt x="172424" y="157428"/>
                </a:lnTo>
                <a:cubicBezTo>
                  <a:pt x="169532" y="157424"/>
                  <a:pt x="167191" y="155066"/>
                  <a:pt x="167195" y="152162"/>
                </a:cubicBezTo>
                <a:cubicBezTo>
                  <a:pt x="167195" y="152160"/>
                  <a:pt x="167195" y="152159"/>
                  <a:pt x="167195" y="152157"/>
                </a:cubicBezTo>
                <a:lnTo>
                  <a:pt x="167195" y="5271"/>
                </a:lnTo>
                <a:cubicBezTo>
                  <a:pt x="167189" y="2367"/>
                  <a:pt x="169528" y="7"/>
                  <a:pt x="172420" y="1"/>
                </a:cubicBezTo>
                <a:close/>
                <a:moveTo>
                  <a:pt x="5229" y="1"/>
                </a:moveTo>
                <a:lnTo>
                  <a:pt x="151513" y="1"/>
                </a:lnTo>
                <a:cubicBezTo>
                  <a:pt x="154404" y="5"/>
                  <a:pt x="156745" y="2363"/>
                  <a:pt x="156742" y="5268"/>
                </a:cubicBezTo>
                <a:cubicBezTo>
                  <a:pt x="156742" y="5269"/>
                  <a:pt x="156742" y="5270"/>
                  <a:pt x="156742" y="5271"/>
                </a:cubicBezTo>
                <a:lnTo>
                  <a:pt x="156742" y="26268"/>
                </a:lnTo>
                <a:cubicBezTo>
                  <a:pt x="156736" y="29164"/>
                  <a:pt x="154397" y="31509"/>
                  <a:pt x="151513" y="31510"/>
                </a:cubicBezTo>
                <a:lnTo>
                  <a:pt x="47030" y="31510"/>
                </a:lnTo>
                <a:cubicBezTo>
                  <a:pt x="44146" y="31509"/>
                  <a:pt x="41806" y="33854"/>
                  <a:pt x="41801" y="36751"/>
                </a:cubicBezTo>
                <a:lnTo>
                  <a:pt x="41801" y="57748"/>
                </a:lnTo>
                <a:cubicBezTo>
                  <a:pt x="41815" y="60641"/>
                  <a:pt x="44149" y="62981"/>
                  <a:pt x="47030" y="62991"/>
                </a:cubicBezTo>
                <a:lnTo>
                  <a:pt x="141083" y="62991"/>
                </a:lnTo>
                <a:cubicBezTo>
                  <a:pt x="143967" y="62989"/>
                  <a:pt x="146307" y="65335"/>
                  <a:pt x="146312" y="68232"/>
                </a:cubicBezTo>
                <a:lnTo>
                  <a:pt x="146284" y="89229"/>
                </a:lnTo>
                <a:cubicBezTo>
                  <a:pt x="146279" y="92111"/>
                  <a:pt x="143951" y="94443"/>
                  <a:pt x="141082" y="94440"/>
                </a:cubicBezTo>
                <a:lnTo>
                  <a:pt x="47028" y="94440"/>
                </a:lnTo>
                <a:cubicBezTo>
                  <a:pt x="44139" y="94454"/>
                  <a:pt x="41802" y="96810"/>
                  <a:pt x="41801" y="99712"/>
                </a:cubicBezTo>
                <a:lnTo>
                  <a:pt x="41801" y="152157"/>
                </a:lnTo>
                <a:cubicBezTo>
                  <a:pt x="41808" y="155061"/>
                  <a:pt x="39470" y="157421"/>
                  <a:pt x="36579" y="157428"/>
                </a:cubicBezTo>
                <a:cubicBezTo>
                  <a:pt x="36577" y="157428"/>
                  <a:pt x="36574" y="157428"/>
                  <a:pt x="36572" y="157428"/>
                </a:cubicBezTo>
                <a:lnTo>
                  <a:pt x="5229" y="157430"/>
                </a:lnTo>
                <a:cubicBezTo>
                  <a:pt x="2338" y="157417"/>
                  <a:pt x="1" y="155060"/>
                  <a:pt x="0" y="152157"/>
                </a:cubicBezTo>
                <a:lnTo>
                  <a:pt x="0" y="5271"/>
                </a:lnTo>
                <a:cubicBezTo>
                  <a:pt x="2" y="2369"/>
                  <a:pt x="2339" y="14"/>
                  <a:pt x="5229" y="1"/>
                </a:cubicBezTo>
                <a:close/>
              </a:path>
            </a:pathLst>
          </a:custGeom>
          <a:solidFill xmlns:a="http://schemas.openxmlformats.org/drawingml/2006/main">
            <a:srgbClr val="0091DC"/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A9D284BC-71D1-09A6-C648-222416C6CF6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7" y="933490"/>
            <a:ext cx="4550157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Gerader Verbinder 2">
            <a:extLst xmlns:a="http://schemas.openxmlformats.org/drawingml/2006/main">
              <a:ext uri="{FF2B5EF4-FFF2-40B4-BE49-F238E27FC236}">
                <a16:creationId xmlns:a16="http://schemas.microsoft.com/office/drawing/2014/main" id="{03FAA7C9-0DA4-48DB-82C7-E6E153470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4" name="Datumsplatzhalter 13">
            <a:extLst xmlns:a="http://schemas.openxmlformats.org/drawingml/2006/main">
              <a:ext uri="{FF2B5EF4-FFF2-40B4-BE49-F238E27FC236}">
                <a16:creationId xmlns:a16="http://schemas.microsoft.com/office/drawing/2014/main" id="{AE6AEAC7-0231-CF96-2049-9071DFC0BF81}"/>
              </a:ext>
            </a:extLst>
          </p:cNvPr>
          <p:cNvSpPr>
            <a:spLocks xmlns:a="http://schemas.openxmlformats.org/drawingml/2006/main" noGrp="1"/>
          </p:cNvSpPr>
          <p:nvPr>
            <p:ph type="dt" idx="1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5" name="Fußzeilenplatzhalter 14">
            <a:extLst xmlns:a="http://schemas.openxmlformats.org/drawingml/2006/main">
              <a:ext uri="{FF2B5EF4-FFF2-40B4-BE49-F238E27FC236}">
                <a16:creationId xmlns:a16="http://schemas.microsoft.com/office/drawing/2014/main" id="{53E8478E-68F4-2641-2572-6153C8B1D36D}"/>
              </a:ext>
            </a:extLst>
          </p:cNvPr>
          <p:cNvSpPr>
            <a:spLocks xmlns:a="http://schemas.openxmlformats.org/drawingml/2006/main" noGrp="1"/>
          </p:cNvSpPr>
          <p:nvPr>
            <p:ph type="ftr" idx="1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6" name="Foliennummernplatzhalter 15">
            <a:extLst xmlns:a="http://schemas.openxmlformats.org/drawingml/2006/main">
              <a:ext uri="{FF2B5EF4-FFF2-40B4-BE49-F238E27FC236}">
                <a16:creationId xmlns:a16="http://schemas.microsoft.com/office/drawing/2014/main" id="{23952F03-3D1A-1156-19FB-0ABE36380B8E}"/>
              </a:ext>
            </a:extLst>
          </p:cNvPr>
          <p:cNvSpPr>
            <a:spLocks xmlns:a="http://schemas.openxmlformats.org/drawingml/2006/main" noGrp="1"/>
          </p:cNvSpPr>
          <p:nvPr>
            <p:ph type="sldNum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120.xml><?xml version="1.0" encoding="utf-8"?>
<p:sldLayout xmlns:p="http://schemas.openxmlformats.org/presentationml/2006/main" preserve="1">
  <p:cSld name="Text + 4x Picture - without ribb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7" y="2475287"/>
            <a:ext cx="5577534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7123326" y="1"/>
            <a:ext cx="5068676" cy="24008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1152000" anchor="ctr">
            <a:normAutofit/>
          </a:bodyPr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9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2268D100-F933-64E8-4D4D-8EBAD66A7A4A}"/>
              </a:ext>
            </a:extLst>
          </p:cNvPr>
          <p:cNvSpPr>
            <a:spLocks xmlns:a="http://schemas.openxmlformats.org/drawingml/2006/main" noGrp="1"/>
          </p:cNvSpPr>
          <p:nvPr>
            <p:ph type="pic" idx="15" hasCustomPrompt="1"/>
          </p:nvPr>
        </p:nvSpPr>
        <p:spPr>
          <a:xfrm xmlns:a="http://schemas.openxmlformats.org/drawingml/2006/main">
            <a:off x="7123325" y="2475287"/>
            <a:ext cx="3009172" cy="1981847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360000" anchor="ctr">
            <a:noAutofit/>
          </a:bodyPr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0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566D261F-B94D-E890-D9ED-A8EC50316E1F}"/>
              </a:ext>
            </a:extLst>
          </p:cNvPr>
          <p:cNvSpPr>
            <a:spLocks xmlns:a="http://schemas.openxmlformats.org/drawingml/2006/main" noGrp="1"/>
          </p:cNvSpPr>
          <p:nvPr>
            <p:ph type="pic" idx="16" hasCustomPrompt="1"/>
          </p:nvPr>
        </p:nvSpPr>
        <p:spPr>
          <a:xfrm xmlns:a="http://schemas.openxmlformats.org/drawingml/2006/main">
            <a:off x="7123325" y="4529936"/>
            <a:ext cx="3009173" cy="232806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1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56505F99-02A0-F740-9F8C-6244C323B225}"/>
              </a:ext>
            </a:extLst>
          </p:cNvPr>
          <p:cNvSpPr>
            <a:spLocks xmlns:a="http://schemas.openxmlformats.org/drawingml/2006/main" noGrp="1"/>
          </p:cNvSpPr>
          <p:nvPr>
            <p:ph type="pic" idx="17" hasCustomPrompt="1"/>
          </p:nvPr>
        </p:nvSpPr>
        <p:spPr>
          <a:xfrm xmlns:a="http://schemas.openxmlformats.org/drawingml/2006/main">
            <a:off x="10205299" y="2475287"/>
            <a:ext cx="1986703" cy="438271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324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  <a:endParaRPr/>
          </a:p>
        </p:txBody>
      </p:sp>
      <p:sp>
        <p:nvSpPr>
          <p:cNvPr id="4" name="Untertitel 2">
            <a:extLst xmlns:a="http://schemas.openxmlformats.org/drawingml/2006/main">
              <a:ext uri="{FF2B5EF4-FFF2-40B4-BE49-F238E27FC236}">
                <a16:creationId xmlns:a16="http://schemas.microsoft.com/office/drawing/2014/main" id="{65ECDEA6-1F4E-D3AB-C54B-96F4BE254E11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649620" y="893160"/>
            <a:ext cx="895233" cy="162409"/>
          </a:xfrm>
          <a:custGeom xmlns:a="http://schemas.openxmlformats.org/drawingml/2006/main">
            <a:gdLst>
              <a:gd name="connsiteX0" fmla="*/ 752298 w 867271"/>
              <a:gd name="connsiteY0" fmla="*/ 31510 h 157430"/>
              <a:gd name="connsiteX1" fmla="*/ 741899 w 867271"/>
              <a:gd name="connsiteY1" fmla="*/ 41995 h 157430"/>
              <a:gd name="connsiteX2" fmla="*/ 741899 w 867271"/>
              <a:gd name="connsiteY2" fmla="*/ 115437 h 157430"/>
              <a:gd name="connsiteX3" fmla="*/ 741899 w 867271"/>
              <a:gd name="connsiteY3" fmla="*/ 115481 h 157430"/>
              <a:gd name="connsiteX4" fmla="*/ 752359 w 867271"/>
              <a:gd name="connsiteY4" fmla="*/ 125950 h 157430"/>
              <a:gd name="connsiteX5" fmla="*/ 815045 w 867271"/>
              <a:gd name="connsiteY5" fmla="*/ 125950 h 157430"/>
              <a:gd name="connsiteX6" fmla="*/ 815087 w 867271"/>
              <a:gd name="connsiteY6" fmla="*/ 125950 h 157430"/>
              <a:gd name="connsiteX7" fmla="*/ 825501 w 867271"/>
              <a:gd name="connsiteY7" fmla="*/ 115437 h 157430"/>
              <a:gd name="connsiteX8" fmla="*/ 825497 w 867271"/>
              <a:gd name="connsiteY8" fmla="*/ 41997 h 157430"/>
              <a:gd name="connsiteX9" fmla="*/ 825497 w 867271"/>
              <a:gd name="connsiteY9" fmla="*/ 41934 h 157430"/>
              <a:gd name="connsiteX10" fmla="*/ 815041 w 867271"/>
              <a:gd name="connsiteY10" fmla="*/ 31510 h 157430"/>
              <a:gd name="connsiteX11" fmla="*/ 752355 w 867271"/>
              <a:gd name="connsiteY11" fmla="*/ 31510 h 157430"/>
              <a:gd name="connsiteX12" fmla="*/ 752298 w 867271"/>
              <a:gd name="connsiteY12" fmla="*/ 31510 h 157430"/>
              <a:gd name="connsiteX13" fmla="*/ 731443 w 867271"/>
              <a:gd name="connsiteY13" fmla="*/ 1 h 157430"/>
              <a:gd name="connsiteX14" fmla="*/ 835957 w 867271"/>
              <a:gd name="connsiteY14" fmla="*/ 1 h 157430"/>
              <a:gd name="connsiteX15" fmla="*/ 835991 w 867271"/>
              <a:gd name="connsiteY15" fmla="*/ 1 h 157430"/>
              <a:gd name="connsiteX16" fmla="*/ 867271 w 867271"/>
              <a:gd name="connsiteY16" fmla="*/ 31510 h 157430"/>
              <a:gd name="connsiteX17" fmla="*/ 867271 w 867271"/>
              <a:gd name="connsiteY17" fmla="*/ 125950 h 157430"/>
              <a:gd name="connsiteX18" fmla="*/ 867271 w 867271"/>
              <a:gd name="connsiteY18" fmla="*/ 126003 h 157430"/>
              <a:gd name="connsiteX19" fmla="*/ 835957 w 867271"/>
              <a:gd name="connsiteY19" fmla="*/ 157430 h 157430"/>
              <a:gd name="connsiteX20" fmla="*/ 731443 w 867271"/>
              <a:gd name="connsiteY20" fmla="*/ 157430 h 157430"/>
              <a:gd name="connsiteX21" fmla="*/ 700129 w 867271"/>
              <a:gd name="connsiteY21" fmla="*/ 125950 h 157430"/>
              <a:gd name="connsiteX22" fmla="*/ 700129 w 867271"/>
              <a:gd name="connsiteY22" fmla="*/ 31510 h 157430"/>
              <a:gd name="connsiteX23" fmla="*/ 731443 w 867271"/>
              <a:gd name="connsiteY23" fmla="*/ 1 h 157430"/>
              <a:gd name="connsiteX24" fmla="*/ 527701 w 867271"/>
              <a:gd name="connsiteY24" fmla="*/ 1 h 157430"/>
              <a:gd name="connsiteX25" fmla="*/ 527728 w 867271"/>
              <a:gd name="connsiteY25" fmla="*/ 1 h 157430"/>
              <a:gd name="connsiteX26" fmla="*/ 684414 w 867271"/>
              <a:gd name="connsiteY26" fmla="*/ 1 h 157430"/>
              <a:gd name="connsiteX27" fmla="*/ 689673 w 867271"/>
              <a:gd name="connsiteY27" fmla="*/ 5244 h 157430"/>
              <a:gd name="connsiteX28" fmla="*/ 689673 w 867271"/>
              <a:gd name="connsiteY28" fmla="*/ 5271 h 157430"/>
              <a:gd name="connsiteX29" fmla="*/ 689673 w 867271"/>
              <a:gd name="connsiteY29" fmla="*/ 26268 h 157430"/>
              <a:gd name="connsiteX30" fmla="*/ 684426 w 867271"/>
              <a:gd name="connsiteY30" fmla="*/ 31510 h 157430"/>
              <a:gd name="connsiteX31" fmla="*/ 684414 w 867271"/>
              <a:gd name="connsiteY31" fmla="*/ 31510 h 157430"/>
              <a:gd name="connsiteX32" fmla="*/ 632188 w 867271"/>
              <a:gd name="connsiteY32" fmla="*/ 31510 h 157430"/>
              <a:gd name="connsiteX33" fmla="*/ 626987 w 867271"/>
              <a:gd name="connsiteY33" fmla="*/ 36737 h 157430"/>
              <a:gd name="connsiteX34" fmla="*/ 626987 w 867271"/>
              <a:gd name="connsiteY34" fmla="*/ 36751 h 157430"/>
              <a:gd name="connsiteX35" fmla="*/ 626987 w 867271"/>
              <a:gd name="connsiteY35" fmla="*/ 152157 h 157430"/>
              <a:gd name="connsiteX36" fmla="*/ 621759 w 867271"/>
              <a:gd name="connsiteY36" fmla="*/ 157428 h 157430"/>
              <a:gd name="connsiteX37" fmla="*/ 621728 w 867271"/>
              <a:gd name="connsiteY37" fmla="*/ 157428 h 157430"/>
              <a:gd name="connsiteX38" fmla="*/ 590418 w 867271"/>
              <a:gd name="connsiteY38" fmla="*/ 157428 h 157430"/>
              <a:gd name="connsiteX39" fmla="*/ 585159 w 867271"/>
              <a:gd name="connsiteY39" fmla="*/ 152185 h 157430"/>
              <a:gd name="connsiteX40" fmla="*/ 585159 w 867271"/>
              <a:gd name="connsiteY40" fmla="*/ 152157 h 157430"/>
              <a:gd name="connsiteX41" fmla="*/ 585159 w 867271"/>
              <a:gd name="connsiteY41" fmla="*/ 36751 h 157430"/>
              <a:gd name="connsiteX42" fmla="*/ 579973 w 867271"/>
              <a:gd name="connsiteY42" fmla="*/ 31510 h 157430"/>
              <a:gd name="connsiteX43" fmla="*/ 579962 w 867271"/>
              <a:gd name="connsiteY43" fmla="*/ 31510 h 157430"/>
              <a:gd name="connsiteX44" fmla="*/ 527728 w 867271"/>
              <a:gd name="connsiteY44" fmla="*/ 31510 h 157430"/>
              <a:gd name="connsiteX45" fmla="*/ 522469 w 867271"/>
              <a:gd name="connsiteY45" fmla="*/ 26284 h 157430"/>
              <a:gd name="connsiteX46" fmla="*/ 522469 w 867271"/>
              <a:gd name="connsiteY46" fmla="*/ 26268 h 157430"/>
              <a:gd name="connsiteX47" fmla="*/ 522469 w 867271"/>
              <a:gd name="connsiteY47" fmla="*/ 5271 h 157430"/>
              <a:gd name="connsiteX48" fmla="*/ 527701 w 867271"/>
              <a:gd name="connsiteY48" fmla="*/ 1 h 157430"/>
              <a:gd name="connsiteX49" fmla="*/ 376185 w 867271"/>
              <a:gd name="connsiteY49" fmla="*/ 1 h 157430"/>
              <a:gd name="connsiteX50" fmla="*/ 480695 w 867271"/>
              <a:gd name="connsiteY50" fmla="*/ 1 h 157430"/>
              <a:gd name="connsiteX51" fmla="*/ 512009 w 867271"/>
              <a:gd name="connsiteY51" fmla="*/ 31510 h 157430"/>
              <a:gd name="connsiteX52" fmla="*/ 512009 w 867271"/>
              <a:gd name="connsiteY52" fmla="*/ 36751 h 157430"/>
              <a:gd name="connsiteX53" fmla="*/ 506812 w 867271"/>
              <a:gd name="connsiteY53" fmla="*/ 41995 h 157430"/>
              <a:gd name="connsiteX54" fmla="*/ 475436 w 867271"/>
              <a:gd name="connsiteY54" fmla="*/ 41995 h 157430"/>
              <a:gd name="connsiteX55" fmla="*/ 470239 w 867271"/>
              <a:gd name="connsiteY55" fmla="*/ 36751 h 157430"/>
              <a:gd name="connsiteX56" fmla="*/ 470239 w 867271"/>
              <a:gd name="connsiteY56" fmla="*/ 36704 h 157430"/>
              <a:gd name="connsiteX57" fmla="*/ 464980 w 867271"/>
              <a:gd name="connsiteY57" fmla="*/ 31510 h 157430"/>
              <a:gd name="connsiteX58" fmla="*/ 397082 w 867271"/>
              <a:gd name="connsiteY58" fmla="*/ 31510 h 157430"/>
              <a:gd name="connsiteX59" fmla="*/ 397059 w 867271"/>
              <a:gd name="connsiteY59" fmla="*/ 31510 h 157430"/>
              <a:gd name="connsiteX60" fmla="*/ 386626 w 867271"/>
              <a:gd name="connsiteY60" fmla="*/ 41995 h 157430"/>
              <a:gd name="connsiteX61" fmla="*/ 386626 w 867271"/>
              <a:gd name="connsiteY61" fmla="*/ 52478 h 157430"/>
              <a:gd name="connsiteX62" fmla="*/ 397082 w 867271"/>
              <a:gd name="connsiteY62" fmla="*/ 62991 h 157430"/>
              <a:gd name="connsiteX63" fmla="*/ 480695 w 867271"/>
              <a:gd name="connsiteY63" fmla="*/ 62991 h 157430"/>
              <a:gd name="connsiteX64" fmla="*/ 512009 w 867271"/>
              <a:gd name="connsiteY64" fmla="*/ 94440 h 157430"/>
              <a:gd name="connsiteX65" fmla="*/ 512009 w 867271"/>
              <a:gd name="connsiteY65" fmla="*/ 125950 h 157430"/>
              <a:gd name="connsiteX66" fmla="*/ 480695 w 867271"/>
              <a:gd name="connsiteY66" fmla="*/ 157430 h 157430"/>
              <a:gd name="connsiteX67" fmla="*/ 376185 w 867271"/>
              <a:gd name="connsiteY67" fmla="*/ 157430 h 157430"/>
              <a:gd name="connsiteX68" fmla="*/ 376160 w 867271"/>
              <a:gd name="connsiteY68" fmla="*/ 157430 h 157430"/>
              <a:gd name="connsiteX69" fmla="*/ 344842 w 867271"/>
              <a:gd name="connsiteY69" fmla="*/ 125950 h 157430"/>
              <a:gd name="connsiteX70" fmla="*/ 344842 w 867271"/>
              <a:gd name="connsiteY70" fmla="*/ 120678 h 157430"/>
              <a:gd name="connsiteX71" fmla="*/ 350047 w 867271"/>
              <a:gd name="connsiteY71" fmla="*/ 115437 h 157430"/>
              <a:gd name="connsiteX72" fmla="*/ 381413 w 867271"/>
              <a:gd name="connsiteY72" fmla="*/ 115437 h 157430"/>
              <a:gd name="connsiteX73" fmla="*/ 386626 w 867271"/>
              <a:gd name="connsiteY73" fmla="*/ 120678 h 157430"/>
              <a:gd name="connsiteX74" fmla="*/ 391854 w 867271"/>
              <a:gd name="connsiteY74" fmla="*/ 125950 h 157430"/>
              <a:gd name="connsiteX75" fmla="*/ 459783 w 867271"/>
              <a:gd name="connsiteY75" fmla="*/ 125950 h 157430"/>
              <a:gd name="connsiteX76" fmla="*/ 459825 w 867271"/>
              <a:gd name="connsiteY76" fmla="*/ 125950 h 157430"/>
              <a:gd name="connsiteX77" fmla="*/ 470239 w 867271"/>
              <a:gd name="connsiteY77" fmla="*/ 115437 h 157430"/>
              <a:gd name="connsiteX78" fmla="*/ 470239 w 867271"/>
              <a:gd name="connsiteY78" fmla="*/ 104954 h 157430"/>
              <a:gd name="connsiteX79" fmla="*/ 470239 w 867271"/>
              <a:gd name="connsiteY79" fmla="*/ 104947 h 157430"/>
              <a:gd name="connsiteX80" fmla="*/ 459783 w 867271"/>
              <a:gd name="connsiteY80" fmla="*/ 94440 h 157430"/>
              <a:gd name="connsiteX81" fmla="*/ 376185 w 867271"/>
              <a:gd name="connsiteY81" fmla="*/ 94440 h 157430"/>
              <a:gd name="connsiteX82" fmla="*/ 376176 w 867271"/>
              <a:gd name="connsiteY82" fmla="*/ 94440 h 157430"/>
              <a:gd name="connsiteX83" fmla="*/ 344842 w 867271"/>
              <a:gd name="connsiteY83" fmla="*/ 62991 h 157430"/>
              <a:gd name="connsiteX84" fmla="*/ 344842 w 867271"/>
              <a:gd name="connsiteY84" fmla="*/ 31510 h 157430"/>
              <a:gd name="connsiteX85" fmla="*/ 344842 w 867271"/>
              <a:gd name="connsiteY85" fmla="*/ 31505 h 157430"/>
              <a:gd name="connsiteX86" fmla="*/ 376185 w 867271"/>
              <a:gd name="connsiteY86" fmla="*/ 1 h 157430"/>
              <a:gd name="connsiteX87" fmla="*/ 172420 w 867271"/>
              <a:gd name="connsiteY87" fmla="*/ 1 h 157430"/>
              <a:gd name="connsiteX88" fmla="*/ 172424 w 867271"/>
              <a:gd name="connsiteY88" fmla="*/ 1 h 157430"/>
              <a:gd name="connsiteX89" fmla="*/ 329162 w 867271"/>
              <a:gd name="connsiteY89" fmla="*/ 1 h 157430"/>
              <a:gd name="connsiteX90" fmla="*/ 334390 w 867271"/>
              <a:gd name="connsiteY90" fmla="*/ 5271 h 157430"/>
              <a:gd name="connsiteX91" fmla="*/ 334390 w 867271"/>
              <a:gd name="connsiteY91" fmla="*/ 26268 h 157430"/>
              <a:gd name="connsiteX92" fmla="*/ 329162 w 867271"/>
              <a:gd name="connsiteY92" fmla="*/ 31510 h 157430"/>
              <a:gd name="connsiteX93" fmla="*/ 214223 w 867271"/>
              <a:gd name="connsiteY93" fmla="*/ 31510 h 157430"/>
              <a:gd name="connsiteX94" fmla="*/ 208995 w 867271"/>
              <a:gd name="connsiteY94" fmla="*/ 36722 h 157430"/>
              <a:gd name="connsiteX95" fmla="*/ 208995 w 867271"/>
              <a:gd name="connsiteY95" fmla="*/ 36751 h 157430"/>
              <a:gd name="connsiteX96" fmla="*/ 208995 w 867271"/>
              <a:gd name="connsiteY96" fmla="*/ 57748 h 157430"/>
              <a:gd name="connsiteX97" fmla="*/ 214223 w 867271"/>
              <a:gd name="connsiteY97" fmla="*/ 62991 h 157430"/>
              <a:gd name="connsiteX98" fmla="*/ 318706 w 867271"/>
              <a:gd name="connsiteY98" fmla="*/ 62991 h 157430"/>
              <a:gd name="connsiteX99" fmla="*/ 323935 w 867271"/>
              <a:gd name="connsiteY99" fmla="*/ 68228 h 157430"/>
              <a:gd name="connsiteX100" fmla="*/ 323935 w 867271"/>
              <a:gd name="connsiteY100" fmla="*/ 68232 h 157430"/>
              <a:gd name="connsiteX101" fmla="*/ 323935 w 867271"/>
              <a:gd name="connsiteY101" fmla="*/ 89229 h 157430"/>
              <a:gd name="connsiteX102" fmla="*/ 318706 w 867271"/>
              <a:gd name="connsiteY102" fmla="*/ 94440 h 157430"/>
              <a:gd name="connsiteX103" fmla="*/ 214223 w 867271"/>
              <a:gd name="connsiteY103" fmla="*/ 94440 h 157430"/>
              <a:gd name="connsiteX104" fmla="*/ 208995 w 867271"/>
              <a:gd name="connsiteY104" fmla="*/ 99703 h 157430"/>
              <a:gd name="connsiteX105" fmla="*/ 208995 w 867271"/>
              <a:gd name="connsiteY105" fmla="*/ 99712 h 157430"/>
              <a:gd name="connsiteX106" fmla="*/ 208995 w 867271"/>
              <a:gd name="connsiteY106" fmla="*/ 120678 h 157430"/>
              <a:gd name="connsiteX107" fmla="*/ 214214 w 867271"/>
              <a:gd name="connsiteY107" fmla="*/ 125950 h 157430"/>
              <a:gd name="connsiteX108" fmla="*/ 214223 w 867271"/>
              <a:gd name="connsiteY108" fmla="*/ 125950 h 157430"/>
              <a:gd name="connsiteX109" fmla="*/ 329162 w 867271"/>
              <a:gd name="connsiteY109" fmla="*/ 125950 h 157430"/>
              <a:gd name="connsiteX110" fmla="*/ 334390 w 867271"/>
              <a:gd name="connsiteY110" fmla="*/ 131188 h 157430"/>
              <a:gd name="connsiteX111" fmla="*/ 334390 w 867271"/>
              <a:gd name="connsiteY111" fmla="*/ 131192 h 157430"/>
              <a:gd name="connsiteX112" fmla="*/ 334390 w 867271"/>
              <a:gd name="connsiteY112" fmla="*/ 152157 h 157430"/>
              <a:gd name="connsiteX113" fmla="*/ 329162 w 867271"/>
              <a:gd name="connsiteY113" fmla="*/ 157428 h 157430"/>
              <a:gd name="connsiteX114" fmla="*/ 172424 w 867271"/>
              <a:gd name="connsiteY114" fmla="*/ 157428 h 157430"/>
              <a:gd name="connsiteX115" fmla="*/ 167195 w 867271"/>
              <a:gd name="connsiteY115" fmla="*/ 152162 h 157430"/>
              <a:gd name="connsiteX116" fmla="*/ 167195 w 867271"/>
              <a:gd name="connsiteY116" fmla="*/ 152157 h 157430"/>
              <a:gd name="connsiteX117" fmla="*/ 167195 w 867271"/>
              <a:gd name="connsiteY117" fmla="*/ 5271 h 157430"/>
              <a:gd name="connsiteX118" fmla="*/ 172420 w 867271"/>
              <a:gd name="connsiteY118" fmla="*/ 1 h 157430"/>
              <a:gd name="connsiteX119" fmla="*/ 5229 w 867271"/>
              <a:gd name="connsiteY119" fmla="*/ 1 h 157430"/>
              <a:gd name="connsiteX120" fmla="*/ 151513 w 867271"/>
              <a:gd name="connsiteY120" fmla="*/ 1 h 157430"/>
              <a:gd name="connsiteX121" fmla="*/ 156742 w 867271"/>
              <a:gd name="connsiteY121" fmla="*/ 5268 h 157430"/>
              <a:gd name="connsiteX122" fmla="*/ 156742 w 867271"/>
              <a:gd name="connsiteY122" fmla="*/ 5271 h 157430"/>
              <a:gd name="connsiteX123" fmla="*/ 156742 w 867271"/>
              <a:gd name="connsiteY123" fmla="*/ 26268 h 157430"/>
              <a:gd name="connsiteX124" fmla="*/ 151513 w 867271"/>
              <a:gd name="connsiteY124" fmla="*/ 31510 h 157430"/>
              <a:gd name="connsiteX125" fmla="*/ 47030 w 867271"/>
              <a:gd name="connsiteY125" fmla="*/ 31510 h 157430"/>
              <a:gd name="connsiteX126" fmla="*/ 41801 w 867271"/>
              <a:gd name="connsiteY126" fmla="*/ 36751 h 157430"/>
              <a:gd name="connsiteX127" fmla="*/ 41801 w 867271"/>
              <a:gd name="connsiteY127" fmla="*/ 57748 h 157430"/>
              <a:gd name="connsiteX128" fmla="*/ 47030 w 867271"/>
              <a:gd name="connsiteY128" fmla="*/ 62991 h 157430"/>
              <a:gd name="connsiteX129" fmla="*/ 141083 w 867271"/>
              <a:gd name="connsiteY129" fmla="*/ 62991 h 157430"/>
              <a:gd name="connsiteX130" fmla="*/ 146312 w 867271"/>
              <a:gd name="connsiteY130" fmla="*/ 68232 h 157430"/>
              <a:gd name="connsiteX131" fmla="*/ 146284 w 867271"/>
              <a:gd name="connsiteY131" fmla="*/ 89229 h 157430"/>
              <a:gd name="connsiteX132" fmla="*/ 141082 w 867271"/>
              <a:gd name="connsiteY132" fmla="*/ 94440 h 157430"/>
              <a:gd name="connsiteX133" fmla="*/ 47028 w 867271"/>
              <a:gd name="connsiteY133" fmla="*/ 94440 h 157430"/>
              <a:gd name="connsiteX134" fmla="*/ 41801 w 867271"/>
              <a:gd name="connsiteY134" fmla="*/ 99712 h 157430"/>
              <a:gd name="connsiteX135" fmla="*/ 41801 w 867271"/>
              <a:gd name="connsiteY135" fmla="*/ 152157 h 157430"/>
              <a:gd name="connsiteX136" fmla="*/ 36579 w 867271"/>
              <a:gd name="connsiteY136" fmla="*/ 157428 h 157430"/>
              <a:gd name="connsiteX137" fmla="*/ 36572 w 867271"/>
              <a:gd name="connsiteY137" fmla="*/ 157428 h 157430"/>
              <a:gd name="connsiteX138" fmla="*/ 5229 w 867271"/>
              <a:gd name="connsiteY138" fmla="*/ 157430 h 157430"/>
              <a:gd name="connsiteX139" fmla="*/ 0 w 867271"/>
              <a:gd name="connsiteY139" fmla="*/ 152157 h 157430"/>
              <a:gd name="connsiteX140" fmla="*/ 0 w 867271"/>
              <a:gd name="connsiteY140" fmla="*/ 5271 h 157430"/>
              <a:gd name="connsiteX141" fmla="*/ 5229 w 867271"/>
              <a:gd name="connsiteY141" fmla="*/ 1 h 157430"/>
            </a:gdLst>
            <a:rect l="l" t="t" r="r" b="b"/>
            <a:pathLst>
              <a:path w="867271" h="157430">
                <a:moveTo>
                  <a:pt x="752298" y="31510"/>
                </a:moveTo>
                <a:cubicBezTo>
                  <a:pt x="746542" y="31521"/>
                  <a:pt x="741888" y="36215"/>
                  <a:pt x="741899" y="41995"/>
                </a:cubicBezTo>
                <a:lnTo>
                  <a:pt x="741899" y="115437"/>
                </a:lnTo>
                <a:cubicBezTo>
                  <a:pt x="741899" y="115452"/>
                  <a:pt x="741899" y="115467"/>
                  <a:pt x="741899" y="115481"/>
                </a:cubicBezTo>
                <a:cubicBezTo>
                  <a:pt x="741910" y="121273"/>
                  <a:pt x="746592" y="125960"/>
                  <a:pt x="752359" y="125950"/>
                </a:cubicBezTo>
                <a:lnTo>
                  <a:pt x="815045" y="125950"/>
                </a:lnTo>
                <a:cubicBezTo>
                  <a:pt x="815056" y="125950"/>
                  <a:pt x="815072" y="125950"/>
                  <a:pt x="815087" y="125950"/>
                </a:cubicBezTo>
                <a:cubicBezTo>
                  <a:pt x="820854" y="125936"/>
                  <a:pt x="825516" y="121229"/>
                  <a:pt x="825501" y="115437"/>
                </a:cubicBezTo>
                <a:lnTo>
                  <a:pt x="825497" y="41997"/>
                </a:lnTo>
                <a:cubicBezTo>
                  <a:pt x="825497" y="41975"/>
                  <a:pt x="825497" y="41954"/>
                  <a:pt x="825497" y="41934"/>
                </a:cubicBezTo>
                <a:cubicBezTo>
                  <a:pt x="825478" y="36154"/>
                  <a:pt x="820793" y="31488"/>
                  <a:pt x="815041" y="31510"/>
                </a:cubicBezTo>
                <a:lnTo>
                  <a:pt x="752355" y="31510"/>
                </a:lnTo>
                <a:cubicBezTo>
                  <a:pt x="752336" y="31510"/>
                  <a:pt x="752317" y="31510"/>
                  <a:pt x="752298" y="31510"/>
                </a:cubicBezTo>
                <a:close/>
                <a:moveTo>
                  <a:pt x="731443" y="1"/>
                </a:moveTo>
                <a:lnTo>
                  <a:pt x="835957" y="1"/>
                </a:lnTo>
                <a:cubicBezTo>
                  <a:pt x="835968" y="1"/>
                  <a:pt x="835980" y="1"/>
                  <a:pt x="835991" y="1"/>
                </a:cubicBezTo>
                <a:cubicBezTo>
                  <a:pt x="853289" y="26"/>
                  <a:pt x="867294" y="14133"/>
                  <a:pt x="867271" y="31510"/>
                </a:cubicBezTo>
                <a:lnTo>
                  <a:pt x="867271" y="125950"/>
                </a:lnTo>
                <a:cubicBezTo>
                  <a:pt x="867271" y="125968"/>
                  <a:pt x="867271" y="125985"/>
                  <a:pt x="867271" y="126003"/>
                </a:cubicBezTo>
                <a:cubicBezTo>
                  <a:pt x="867263" y="143366"/>
                  <a:pt x="853243" y="157437"/>
                  <a:pt x="835957" y="157430"/>
                </a:cubicBezTo>
                <a:lnTo>
                  <a:pt x="731443" y="157430"/>
                </a:lnTo>
                <a:cubicBezTo>
                  <a:pt x="714145" y="157415"/>
                  <a:pt x="700129" y="143325"/>
                  <a:pt x="700129" y="125950"/>
                </a:cubicBezTo>
                <a:lnTo>
                  <a:pt x="700129" y="31510"/>
                </a:lnTo>
                <a:cubicBezTo>
                  <a:pt x="700129" y="14129"/>
                  <a:pt x="714138" y="29"/>
                  <a:pt x="731443" y="1"/>
                </a:cubicBezTo>
                <a:close/>
                <a:moveTo>
                  <a:pt x="527701" y="1"/>
                </a:moveTo>
                <a:cubicBezTo>
                  <a:pt x="527712" y="1"/>
                  <a:pt x="527720" y="1"/>
                  <a:pt x="527728" y="1"/>
                </a:cubicBezTo>
                <a:lnTo>
                  <a:pt x="684414" y="1"/>
                </a:lnTo>
                <a:cubicBezTo>
                  <a:pt x="687309" y="-10"/>
                  <a:pt x="689665" y="2338"/>
                  <a:pt x="689673" y="5244"/>
                </a:cubicBezTo>
                <a:cubicBezTo>
                  <a:pt x="689673" y="5253"/>
                  <a:pt x="689673" y="5262"/>
                  <a:pt x="689673" y="5271"/>
                </a:cubicBezTo>
                <a:lnTo>
                  <a:pt x="689673" y="26268"/>
                </a:lnTo>
                <a:cubicBezTo>
                  <a:pt x="689665" y="29171"/>
                  <a:pt x="687317" y="31518"/>
                  <a:pt x="684426" y="31510"/>
                </a:cubicBezTo>
                <a:cubicBezTo>
                  <a:pt x="684422" y="31510"/>
                  <a:pt x="684418" y="31510"/>
                  <a:pt x="684414" y="31510"/>
                </a:cubicBezTo>
                <a:lnTo>
                  <a:pt x="632188" y="31510"/>
                </a:lnTo>
                <a:cubicBezTo>
                  <a:pt x="629316" y="31511"/>
                  <a:pt x="626987" y="33851"/>
                  <a:pt x="626987" y="36737"/>
                </a:cubicBezTo>
                <a:cubicBezTo>
                  <a:pt x="626987" y="36741"/>
                  <a:pt x="626987" y="36746"/>
                  <a:pt x="626987" y="36751"/>
                </a:cubicBezTo>
                <a:lnTo>
                  <a:pt x="626987" y="152157"/>
                </a:lnTo>
                <a:cubicBezTo>
                  <a:pt x="626994" y="155063"/>
                  <a:pt x="624654" y="157423"/>
                  <a:pt x="621759" y="157428"/>
                </a:cubicBezTo>
                <a:cubicBezTo>
                  <a:pt x="621747" y="157428"/>
                  <a:pt x="621740" y="157428"/>
                  <a:pt x="621728" y="157428"/>
                </a:cubicBezTo>
                <a:lnTo>
                  <a:pt x="590418" y="157428"/>
                </a:lnTo>
                <a:cubicBezTo>
                  <a:pt x="587522" y="157439"/>
                  <a:pt x="585170" y="155091"/>
                  <a:pt x="585159" y="152185"/>
                </a:cubicBezTo>
                <a:cubicBezTo>
                  <a:pt x="585159" y="152175"/>
                  <a:pt x="585159" y="152166"/>
                  <a:pt x="585159" y="152157"/>
                </a:cubicBezTo>
                <a:lnTo>
                  <a:pt x="585159" y="36751"/>
                </a:lnTo>
                <a:cubicBezTo>
                  <a:pt x="585167" y="33866"/>
                  <a:pt x="582849" y="31519"/>
                  <a:pt x="579973" y="31510"/>
                </a:cubicBezTo>
                <a:cubicBezTo>
                  <a:pt x="579969" y="31510"/>
                  <a:pt x="579965" y="31510"/>
                  <a:pt x="579962" y="31510"/>
                </a:cubicBezTo>
                <a:lnTo>
                  <a:pt x="527728" y="31510"/>
                </a:lnTo>
                <a:cubicBezTo>
                  <a:pt x="524840" y="31525"/>
                  <a:pt x="522484" y="29186"/>
                  <a:pt x="522469" y="26284"/>
                </a:cubicBezTo>
                <a:cubicBezTo>
                  <a:pt x="522469" y="26279"/>
                  <a:pt x="522469" y="26273"/>
                  <a:pt x="522469" y="26268"/>
                </a:cubicBezTo>
                <a:lnTo>
                  <a:pt x="522469" y="5271"/>
                </a:lnTo>
                <a:cubicBezTo>
                  <a:pt x="522465" y="2365"/>
                  <a:pt x="524810" y="5"/>
                  <a:pt x="527701" y="1"/>
                </a:cubicBezTo>
                <a:close/>
                <a:moveTo>
                  <a:pt x="376185" y="1"/>
                </a:moveTo>
                <a:lnTo>
                  <a:pt x="480695" y="1"/>
                </a:lnTo>
                <a:cubicBezTo>
                  <a:pt x="498001" y="28"/>
                  <a:pt x="512013" y="14128"/>
                  <a:pt x="512009" y="31510"/>
                </a:cubicBezTo>
                <a:lnTo>
                  <a:pt x="512009" y="36751"/>
                </a:lnTo>
                <a:cubicBezTo>
                  <a:pt x="512009" y="39638"/>
                  <a:pt x="509688" y="41982"/>
                  <a:pt x="506812" y="41995"/>
                </a:cubicBezTo>
                <a:lnTo>
                  <a:pt x="475436" y="41995"/>
                </a:lnTo>
                <a:cubicBezTo>
                  <a:pt x="472564" y="41982"/>
                  <a:pt x="470239" y="39638"/>
                  <a:pt x="470239" y="36751"/>
                </a:cubicBezTo>
                <a:cubicBezTo>
                  <a:pt x="470239" y="36735"/>
                  <a:pt x="470239" y="36720"/>
                  <a:pt x="470239" y="36704"/>
                </a:cubicBezTo>
                <a:cubicBezTo>
                  <a:pt x="470216" y="33811"/>
                  <a:pt x="467860" y="31486"/>
                  <a:pt x="464980" y="31510"/>
                </a:cubicBezTo>
                <a:lnTo>
                  <a:pt x="397082" y="31510"/>
                </a:lnTo>
                <a:cubicBezTo>
                  <a:pt x="397074" y="31510"/>
                  <a:pt x="397066" y="31510"/>
                  <a:pt x="397059" y="31510"/>
                </a:cubicBezTo>
                <a:cubicBezTo>
                  <a:pt x="391295" y="31511"/>
                  <a:pt x="386626" y="36205"/>
                  <a:pt x="386626" y="41995"/>
                </a:cubicBezTo>
                <a:lnTo>
                  <a:pt x="386626" y="52478"/>
                </a:lnTo>
                <a:cubicBezTo>
                  <a:pt x="386622" y="58281"/>
                  <a:pt x="391303" y="62988"/>
                  <a:pt x="397082" y="62991"/>
                </a:cubicBezTo>
                <a:lnTo>
                  <a:pt x="480695" y="62991"/>
                </a:lnTo>
                <a:cubicBezTo>
                  <a:pt x="497989" y="62991"/>
                  <a:pt x="512009" y="77071"/>
                  <a:pt x="512009" y="94440"/>
                </a:cubicBezTo>
                <a:lnTo>
                  <a:pt x="512009" y="125950"/>
                </a:lnTo>
                <a:cubicBezTo>
                  <a:pt x="512009" y="143325"/>
                  <a:pt x="497997" y="157415"/>
                  <a:pt x="480695" y="157430"/>
                </a:cubicBezTo>
                <a:lnTo>
                  <a:pt x="376185" y="157430"/>
                </a:lnTo>
                <a:cubicBezTo>
                  <a:pt x="376176" y="157430"/>
                  <a:pt x="376168" y="157430"/>
                  <a:pt x="376160" y="157430"/>
                </a:cubicBezTo>
                <a:cubicBezTo>
                  <a:pt x="358857" y="157423"/>
                  <a:pt x="344836" y="143330"/>
                  <a:pt x="344842" y="125950"/>
                </a:cubicBezTo>
                <a:lnTo>
                  <a:pt x="344842" y="120678"/>
                </a:lnTo>
                <a:cubicBezTo>
                  <a:pt x="344845" y="117790"/>
                  <a:pt x="347171" y="115447"/>
                  <a:pt x="350047" y="115437"/>
                </a:cubicBezTo>
                <a:lnTo>
                  <a:pt x="381413" y="115437"/>
                </a:lnTo>
                <a:cubicBezTo>
                  <a:pt x="384293" y="115444"/>
                  <a:pt x="386622" y="117787"/>
                  <a:pt x="386626" y="120678"/>
                </a:cubicBezTo>
                <a:cubicBezTo>
                  <a:pt x="386622" y="123583"/>
                  <a:pt x="388963" y="125941"/>
                  <a:pt x="391854" y="125950"/>
                </a:cubicBezTo>
                <a:lnTo>
                  <a:pt x="459783" y="125950"/>
                </a:lnTo>
                <a:cubicBezTo>
                  <a:pt x="459798" y="125950"/>
                  <a:pt x="459810" y="125950"/>
                  <a:pt x="459825" y="125950"/>
                </a:cubicBezTo>
                <a:cubicBezTo>
                  <a:pt x="465592" y="125936"/>
                  <a:pt x="470254" y="121229"/>
                  <a:pt x="470239" y="115437"/>
                </a:cubicBezTo>
                <a:lnTo>
                  <a:pt x="470239" y="104954"/>
                </a:lnTo>
                <a:cubicBezTo>
                  <a:pt x="470239" y="104951"/>
                  <a:pt x="470239" y="104949"/>
                  <a:pt x="470239" y="104947"/>
                </a:cubicBezTo>
                <a:cubicBezTo>
                  <a:pt x="470239" y="99145"/>
                  <a:pt x="465558" y="94441"/>
                  <a:pt x="459783" y="94440"/>
                </a:cubicBezTo>
                <a:lnTo>
                  <a:pt x="376185" y="94440"/>
                </a:lnTo>
                <a:cubicBezTo>
                  <a:pt x="376182" y="94440"/>
                  <a:pt x="376179" y="94440"/>
                  <a:pt x="376176" y="94440"/>
                </a:cubicBezTo>
                <a:cubicBezTo>
                  <a:pt x="358877" y="94447"/>
                  <a:pt x="344849" y="80366"/>
                  <a:pt x="344842" y="62991"/>
                </a:cubicBezTo>
                <a:lnTo>
                  <a:pt x="344842" y="31510"/>
                </a:lnTo>
                <a:cubicBezTo>
                  <a:pt x="344842" y="31508"/>
                  <a:pt x="344842" y="31507"/>
                  <a:pt x="344842" y="31505"/>
                </a:cubicBezTo>
                <a:cubicBezTo>
                  <a:pt x="344836" y="14112"/>
                  <a:pt x="358869" y="7"/>
                  <a:pt x="376185" y="1"/>
                </a:cubicBezTo>
                <a:close/>
                <a:moveTo>
                  <a:pt x="172420" y="1"/>
                </a:moveTo>
                <a:cubicBezTo>
                  <a:pt x="172421" y="1"/>
                  <a:pt x="172422" y="1"/>
                  <a:pt x="172424" y="1"/>
                </a:cubicBezTo>
                <a:lnTo>
                  <a:pt x="329162" y="1"/>
                </a:lnTo>
                <a:cubicBezTo>
                  <a:pt x="332052" y="11"/>
                  <a:pt x="334391" y="2368"/>
                  <a:pt x="334390" y="5271"/>
                </a:cubicBezTo>
                <a:lnTo>
                  <a:pt x="334390" y="26268"/>
                </a:lnTo>
                <a:cubicBezTo>
                  <a:pt x="334379" y="29162"/>
                  <a:pt x="332043" y="31504"/>
                  <a:pt x="329162" y="31510"/>
                </a:cubicBezTo>
                <a:lnTo>
                  <a:pt x="214223" y="31510"/>
                </a:lnTo>
                <a:cubicBezTo>
                  <a:pt x="211347" y="31499"/>
                  <a:pt x="209006" y="33832"/>
                  <a:pt x="208995" y="36722"/>
                </a:cubicBezTo>
                <a:cubicBezTo>
                  <a:pt x="208995" y="36732"/>
                  <a:pt x="208995" y="36741"/>
                  <a:pt x="208995" y="36751"/>
                </a:cubicBezTo>
                <a:lnTo>
                  <a:pt x="208995" y="57748"/>
                </a:lnTo>
                <a:cubicBezTo>
                  <a:pt x="208999" y="60645"/>
                  <a:pt x="211339" y="62991"/>
                  <a:pt x="214223" y="62991"/>
                </a:cubicBezTo>
                <a:lnTo>
                  <a:pt x="318706" y="62991"/>
                </a:lnTo>
                <a:cubicBezTo>
                  <a:pt x="321590" y="62987"/>
                  <a:pt x="323931" y="65332"/>
                  <a:pt x="323935" y="68228"/>
                </a:cubicBezTo>
                <a:cubicBezTo>
                  <a:pt x="323935" y="68230"/>
                  <a:pt x="323935" y="68231"/>
                  <a:pt x="323935" y="68232"/>
                </a:cubicBezTo>
                <a:lnTo>
                  <a:pt x="323935" y="89229"/>
                </a:lnTo>
                <a:cubicBezTo>
                  <a:pt x="323920" y="92117"/>
                  <a:pt x="321581" y="94448"/>
                  <a:pt x="318706" y="94440"/>
                </a:cubicBezTo>
                <a:lnTo>
                  <a:pt x="214223" y="94440"/>
                </a:lnTo>
                <a:cubicBezTo>
                  <a:pt x="211333" y="94443"/>
                  <a:pt x="208992" y="96799"/>
                  <a:pt x="208995" y="99703"/>
                </a:cubicBezTo>
                <a:cubicBezTo>
                  <a:pt x="208995" y="99706"/>
                  <a:pt x="208995" y="99709"/>
                  <a:pt x="208995" y="99712"/>
                </a:cubicBezTo>
                <a:lnTo>
                  <a:pt x="208995" y="120678"/>
                </a:lnTo>
                <a:cubicBezTo>
                  <a:pt x="208987" y="123582"/>
                  <a:pt x="211323" y="125942"/>
                  <a:pt x="214214" y="125950"/>
                </a:cubicBezTo>
                <a:cubicBezTo>
                  <a:pt x="214217" y="125950"/>
                  <a:pt x="214220" y="125950"/>
                  <a:pt x="214223" y="125950"/>
                </a:cubicBezTo>
                <a:lnTo>
                  <a:pt x="329162" y="125950"/>
                </a:lnTo>
                <a:cubicBezTo>
                  <a:pt x="332046" y="125946"/>
                  <a:pt x="334387" y="128291"/>
                  <a:pt x="334390" y="131188"/>
                </a:cubicBezTo>
                <a:cubicBezTo>
                  <a:pt x="334390" y="131189"/>
                  <a:pt x="334390" y="131191"/>
                  <a:pt x="334390" y="131192"/>
                </a:cubicBezTo>
                <a:lnTo>
                  <a:pt x="334390" y="152157"/>
                </a:lnTo>
                <a:cubicBezTo>
                  <a:pt x="334391" y="155061"/>
                  <a:pt x="332053" y="157418"/>
                  <a:pt x="329162" y="157428"/>
                </a:cubicBezTo>
                <a:lnTo>
                  <a:pt x="172424" y="157428"/>
                </a:lnTo>
                <a:cubicBezTo>
                  <a:pt x="169532" y="157424"/>
                  <a:pt x="167191" y="155066"/>
                  <a:pt x="167195" y="152162"/>
                </a:cubicBezTo>
                <a:cubicBezTo>
                  <a:pt x="167195" y="152160"/>
                  <a:pt x="167195" y="152159"/>
                  <a:pt x="167195" y="152157"/>
                </a:cubicBezTo>
                <a:lnTo>
                  <a:pt x="167195" y="5271"/>
                </a:lnTo>
                <a:cubicBezTo>
                  <a:pt x="167189" y="2367"/>
                  <a:pt x="169528" y="7"/>
                  <a:pt x="172420" y="1"/>
                </a:cubicBezTo>
                <a:close/>
                <a:moveTo>
                  <a:pt x="5229" y="1"/>
                </a:moveTo>
                <a:lnTo>
                  <a:pt x="151513" y="1"/>
                </a:lnTo>
                <a:cubicBezTo>
                  <a:pt x="154404" y="5"/>
                  <a:pt x="156745" y="2363"/>
                  <a:pt x="156742" y="5268"/>
                </a:cubicBezTo>
                <a:cubicBezTo>
                  <a:pt x="156742" y="5269"/>
                  <a:pt x="156742" y="5270"/>
                  <a:pt x="156742" y="5271"/>
                </a:cubicBezTo>
                <a:lnTo>
                  <a:pt x="156742" y="26268"/>
                </a:lnTo>
                <a:cubicBezTo>
                  <a:pt x="156736" y="29164"/>
                  <a:pt x="154397" y="31509"/>
                  <a:pt x="151513" y="31510"/>
                </a:cubicBezTo>
                <a:lnTo>
                  <a:pt x="47030" y="31510"/>
                </a:lnTo>
                <a:cubicBezTo>
                  <a:pt x="44146" y="31509"/>
                  <a:pt x="41806" y="33854"/>
                  <a:pt x="41801" y="36751"/>
                </a:cubicBezTo>
                <a:lnTo>
                  <a:pt x="41801" y="57748"/>
                </a:lnTo>
                <a:cubicBezTo>
                  <a:pt x="41815" y="60641"/>
                  <a:pt x="44149" y="62981"/>
                  <a:pt x="47030" y="62991"/>
                </a:cubicBezTo>
                <a:lnTo>
                  <a:pt x="141083" y="62991"/>
                </a:lnTo>
                <a:cubicBezTo>
                  <a:pt x="143967" y="62989"/>
                  <a:pt x="146307" y="65335"/>
                  <a:pt x="146312" y="68232"/>
                </a:cubicBezTo>
                <a:lnTo>
                  <a:pt x="146284" y="89229"/>
                </a:lnTo>
                <a:cubicBezTo>
                  <a:pt x="146279" y="92111"/>
                  <a:pt x="143951" y="94443"/>
                  <a:pt x="141082" y="94440"/>
                </a:cubicBezTo>
                <a:lnTo>
                  <a:pt x="47028" y="94440"/>
                </a:lnTo>
                <a:cubicBezTo>
                  <a:pt x="44139" y="94454"/>
                  <a:pt x="41802" y="96810"/>
                  <a:pt x="41801" y="99712"/>
                </a:cubicBezTo>
                <a:lnTo>
                  <a:pt x="41801" y="152157"/>
                </a:lnTo>
                <a:cubicBezTo>
                  <a:pt x="41808" y="155061"/>
                  <a:pt x="39470" y="157421"/>
                  <a:pt x="36579" y="157428"/>
                </a:cubicBezTo>
                <a:cubicBezTo>
                  <a:pt x="36577" y="157428"/>
                  <a:pt x="36574" y="157428"/>
                  <a:pt x="36572" y="157428"/>
                </a:cubicBezTo>
                <a:lnTo>
                  <a:pt x="5229" y="157430"/>
                </a:lnTo>
                <a:cubicBezTo>
                  <a:pt x="2338" y="157417"/>
                  <a:pt x="1" y="155060"/>
                  <a:pt x="0" y="152157"/>
                </a:cubicBezTo>
                <a:lnTo>
                  <a:pt x="0" y="5271"/>
                </a:lnTo>
                <a:cubicBezTo>
                  <a:pt x="2" y="2369"/>
                  <a:pt x="2339" y="14"/>
                  <a:pt x="5229" y="1"/>
                </a:cubicBezTo>
                <a:close/>
              </a:path>
            </a:pathLst>
          </a:custGeom>
          <a:solidFill xmlns:a="http://schemas.openxmlformats.org/drawingml/2006/main">
            <a:srgbClr val="0091DC"/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2" name="Gerader Verbinder 1">
            <a:extLst xmlns:a="http://schemas.openxmlformats.org/drawingml/2006/main">
              <a:ext uri="{FF2B5EF4-FFF2-40B4-BE49-F238E27FC236}">
                <a16:creationId xmlns:a16="http://schemas.microsoft.com/office/drawing/2014/main" id="{44800758-9126-4EC3-A4B9-3D01CF725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" name="Titel 2">
            <a:extLst xmlns:a="http://schemas.openxmlformats.org/drawingml/2006/main">
              <a:ext uri="{FF2B5EF4-FFF2-40B4-BE49-F238E27FC236}">
                <a16:creationId xmlns:a16="http://schemas.microsoft.com/office/drawing/2014/main" id="{C9FA7BEE-1185-0DD8-FDCA-70159EC5A91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5577534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15" name="Datumsplatzhalter 14">
            <a:extLst xmlns:a="http://schemas.openxmlformats.org/drawingml/2006/main">
              <a:ext uri="{FF2B5EF4-FFF2-40B4-BE49-F238E27FC236}">
                <a16:creationId xmlns:a16="http://schemas.microsoft.com/office/drawing/2014/main" id="{F331C2C9-E9C9-526C-C00B-2BD145390832}"/>
              </a:ext>
            </a:extLst>
          </p:cNvPr>
          <p:cNvSpPr>
            <a:spLocks xmlns:a="http://schemas.openxmlformats.org/drawingml/2006/main" noGrp="1"/>
          </p:cNvSpPr>
          <p:nvPr>
            <p:ph type="dt" idx="1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6" name="Fußzeilenplatzhalter 15">
            <a:extLst xmlns:a="http://schemas.openxmlformats.org/drawingml/2006/main">
              <a:ext uri="{FF2B5EF4-FFF2-40B4-BE49-F238E27FC236}">
                <a16:creationId xmlns:a16="http://schemas.microsoft.com/office/drawing/2014/main" id="{3DA8DE26-DCFC-D32C-C7A8-876A362D5127}"/>
              </a:ext>
            </a:extLst>
          </p:cNvPr>
          <p:cNvSpPr>
            <a:spLocks xmlns:a="http://schemas.openxmlformats.org/drawingml/2006/main" noGrp="1"/>
          </p:cNvSpPr>
          <p:nvPr>
            <p:ph type="ftr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7" name="Foliennummernplatzhalter 16">
            <a:extLst xmlns:a="http://schemas.openxmlformats.org/drawingml/2006/main">
              <a:ext uri="{FF2B5EF4-FFF2-40B4-BE49-F238E27FC236}">
                <a16:creationId xmlns:a16="http://schemas.microsoft.com/office/drawing/2014/main" id="{5DA5D4D9-BF3D-5F0F-F943-5661B61BD72D}"/>
              </a:ext>
            </a:extLst>
          </p:cNvPr>
          <p:cNvSpPr>
            <a:spLocks xmlns:a="http://schemas.openxmlformats.org/drawingml/2006/main" noGrp="1"/>
          </p:cNvSpPr>
          <p:nvPr>
            <p:ph type="sldNum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121.xml><?xml version="1.0" encoding="utf-8"?>
<p:sldLayout xmlns:p="http://schemas.openxmlformats.org/presentationml/2006/main" preserve="1">
  <p:cSld name="Fullscreen Picture - without ribb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Bildplatzhalter 6">
            <a:extLst xmlns:a="http://schemas.openxmlformats.org/drawingml/2006/main">
              <a:ext uri="{FF2B5EF4-FFF2-40B4-BE49-F238E27FC236}">
                <a16:creationId xmlns:a16="http://schemas.microsoft.com/office/drawing/2014/main" id="{BE2470C1-4F31-240C-EB9B-C8B49083182F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0" y="1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180000" anchor="ctr"/>
          <a:lstStyle xmlns:a="http://schemas.openxmlformats.org/drawingml/2006/main">
            <a:lvl1pPr algn="ctr">
              <a:buNone/>
              <a:defRPr sz="1223"/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2" name="Untertitel 2">
            <a:extLst xmlns:a="http://schemas.openxmlformats.org/drawingml/2006/main">
              <a:ext uri="{FF2B5EF4-FFF2-40B4-BE49-F238E27FC236}">
                <a16:creationId xmlns:a16="http://schemas.microsoft.com/office/drawing/2014/main" id="{346EF1C9-86C8-909F-3694-EA4182817318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649620" y="893160"/>
            <a:ext cx="895233" cy="162409"/>
          </a:xfrm>
          <a:custGeom xmlns:a="http://schemas.openxmlformats.org/drawingml/2006/main">
            <a:gdLst>
              <a:gd name="connsiteX0" fmla="*/ 752298 w 867271"/>
              <a:gd name="connsiteY0" fmla="*/ 31510 h 157430"/>
              <a:gd name="connsiteX1" fmla="*/ 741899 w 867271"/>
              <a:gd name="connsiteY1" fmla="*/ 41995 h 157430"/>
              <a:gd name="connsiteX2" fmla="*/ 741899 w 867271"/>
              <a:gd name="connsiteY2" fmla="*/ 115437 h 157430"/>
              <a:gd name="connsiteX3" fmla="*/ 741899 w 867271"/>
              <a:gd name="connsiteY3" fmla="*/ 115481 h 157430"/>
              <a:gd name="connsiteX4" fmla="*/ 752359 w 867271"/>
              <a:gd name="connsiteY4" fmla="*/ 125950 h 157430"/>
              <a:gd name="connsiteX5" fmla="*/ 815045 w 867271"/>
              <a:gd name="connsiteY5" fmla="*/ 125950 h 157430"/>
              <a:gd name="connsiteX6" fmla="*/ 815087 w 867271"/>
              <a:gd name="connsiteY6" fmla="*/ 125950 h 157430"/>
              <a:gd name="connsiteX7" fmla="*/ 825501 w 867271"/>
              <a:gd name="connsiteY7" fmla="*/ 115437 h 157430"/>
              <a:gd name="connsiteX8" fmla="*/ 825497 w 867271"/>
              <a:gd name="connsiteY8" fmla="*/ 41997 h 157430"/>
              <a:gd name="connsiteX9" fmla="*/ 825497 w 867271"/>
              <a:gd name="connsiteY9" fmla="*/ 41934 h 157430"/>
              <a:gd name="connsiteX10" fmla="*/ 815041 w 867271"/>
              <a:gd name="connsiteY10" fmla="*/ 31510 h 157430"/>
              <a:gd name="connsiteX11" fmla="*/ 752355 w 867271"/>
              <a:gd name="connsiteY11" fmla="*/ 31510 h 157430"/>
              <a:gd name="connsiteX12" fmla="*/ 752298 w 867271"/>
              <a:gd name="connsiteY12" fmla="*/ 31510 h 157430"/>
              <a:gd name="connsiteX13" fmla="*/ 731443 w 867271"/>
              <a:gd name="connsiteY13" fmla="*/ 1 h 157430"/>
              <a:gd name="connsiteX14" fmla="*/ 835957 w 867271"/>
              <a:gd name="connsiteY14" fmla="*/ 1 h 157430"/>
              <a:gd name="connsiteX15" fmla="*/ 835991 w 867271"/>
              <a:gd name="connsiteY15" fmla="*/ 1 h 157430"/>
              <a:gd name="connsiteX16" fmla="*/ 867271 w 867271"/>
              <a:gd name="connsiteY16" fmla="*/ 31510 h 157430"/>
              <a:gd name="connsiteX17" fmla="*/ 867271 w 867271"/>
              <a:gd name="connsiteY17" fmla="*/ 125950 h 157430"/>
              <a:gd name="connsiteX18" fmla="*/ 867271 w 867271"/>
              <a:gd name="connsiteY18" fmla="*/ 126003 h 157430"/>
              <a:gd name="connsiteX19" fmla="*/ 835957 w 867271"/>
              <a:gd name="connsiteY19" fmla="*/ 157430 h 157430"/>
              <a:gd name="connsiteX20" fmla="*/ 731443 w 867271"/>
              <a:gd name="connsiteY20" fmla="*/ 157430 h 157430"/>
              <a:gd name="connsiteX21" fmla="*/ 700129 w 867271"/>
              <a:gd name="connsiteY21" fmla="*/ 125950 h 157430"/>
              <a:gd name="connsiteX22" fmla="*/ 700129 w 867271"/>
              <a:gd name="connsiteY22" fmla="*/ 31510 h 157430"/>
              <a:gd name="connsiteX23" fmla="*/ 731443 w 867271"/>
              <a:gd name="connsiteY23" fmla="*/ 1 h 157430"/>
              <a:gd name="connsiteX24" fmla="*/ 527701 w 867271"/>
              <a:gd name="connsiteY24" fmla="*/ 1 h 157430"/>
              <a:gd name="connsiteX25" fmla="*/ 527728 w 867271"/>
              <a:gd name="connsiteY25" fmla="*/ 1 h 157430"/>
              <a:gd name="connsiteX26" fmla="*/ 684414 w 867271"/>
              <a:gd name="connsiteY26" fmla="*/ 1 h 157430"/>
              <a:gd name="connsiteX27" fmla="*/ 689673 w 867271"/>
              <a:gd name="connsiteY27" fmla="*/ 5244 h 157430"/>
              <a:gd name="connsiteX28" fmla="*/ 689673 w 867271"/>
              <a:gd name="connsiteY28" fmla="*/ 5271 h 157430"/>
              <a:gd name="connsiteX29" fmla="*/ 689673 w 867271"/>
              <a:gd name="connsiteY29" fmla="*/ 26268 h 157430"/>
              <a:gd name="connsiteX30" fmla="*/ 684426 w 867271"/>
              <a:gd name="connsiteY30" fmla="*/ 31510 h 157430"/>
              <a:gd name="connsiteX31" fmla="*/ 684414 w 867271"/>
              <a:gd name="connsiteY31" fmla="*/ 31510 h 157430"/>
              <a:gd name="connsiteX32" fmla="*/ 632188 w 867271"/>
              <a:gd name="connsiteY32" fmla="*/ 31510 h 157430"/>
              <a:gd name="connsiteX33" fmla="*/ 626987 w 867271"/>
              <a:gd name="connsiteY33" fmla="*/ 36737 h 157430"/>
              <a:gd name="connsiteX34" fmla="*/ 626987 w 867271"/>
              <a:gd name="connsiteY34" fmla="*/ 36751 h 157430"/>
              <a:gd name="connsiteX35" fmla="*/ 626987 w 867271"/>
              <a:gd name="connsiteY35" fmla="*/ 152157 h 157430"/>
              <a:gd name="connsiteX36" fmla="*/ 621759 w 867271"/>
              <a:gd name="connsiteY36" fmla="*/ 157428 h 157430"/>
              <a:gd name="connsiteX37" fmla="*/ 621728 w 867271"/>
              <a:gd name="connsiteY37" fmla="*/ 157428 h 157430"/>
              <a:gd name="connsiteX38" fmla="*/ 590418 w 867271"/>
              <a:gd name="connsiteY38" fmla="*/ 157428 h 157430"/>
              <a:gd name="connsiteX39" fmla="*/ 585159 w 867271"/>
              <a:gd name="connsiteY39" fmla="*/ 152185 h 157430"/>
              <a:gd name="connsiteX40" fmla="*/ 585159 w 867271"/>
              <a:gd name="connsiteY40" fmla="*/ 152157 h 157430"/>
              <a:gd name="connsiteX41" fmla="*/ 585159 w 867271"/>
              <a:gd name="connsiteY41" fmla="*/ 36751 h 157430"/>
              <a:gd name="connsiteX42" fmla="*/ 579973 w 867271"/>
              <a:gd name="connsiteY42" fmla="*/ 31510 h 157430"/>
              <a:gd name="connsiteX43" fmla="*/ 579962 w 867271"/>
              <a:gd name="connsiteY43" fmla="*/ 31510 h 157430"/>
              <a:gd name="connsiteX44" fmla="*/ 527728 w 867271"/>
              <a:gd name="connsiteY44" fmla="*/ 31510 h 157430"/>
              <a:gd name="connsiteX45" fmla="*/ 522469 w 867271"/>
              <a:gd name="connsiteY45" fmla="*/ 26284 h 157430"/>
              <a:gd name="connsiteX46" fmla="*/ 522469 w 867271"/>
              <a:gd name="connsiteY46" fmla="*/ 26268 h 157430"/>
              <a:gd name="connsiteX47" fmla="*/ 522469 w 867271"/>
              <a:gd name="connsiteY47" fmla="*/ 5271 h 157430"/>
              <a:gd name="connsiteX48" fmla="*/ 527701 w 867271"/>
              <a:gd name="connsiteY48" fmla="*/ 1 h 157430"/>
              <a:gd name="connsiteX49" fmla="*/ 376185 w 867271"/>
              <a:gd name="connsiteY49" fmla="*/ 1 h 157430"/>
              <a:gd name="connsiteX50" fmla="*/ 480695 w 867271"/>
              <a:gd name="connsiteY50" fmla="*/ 1 h 157430"/>
              <a:gd name="connsiteX51" fmla="*/ 512009 w 867271"/>
              <a:gd name="connsiteY51" fmla="*/ 31510 h 157430"/>
              <a:gd name="connsiteX52" fmla="*/ 512009 w 867271"/>
              <a:gd name="connsiteY52" fmla="*/ 36751 h 157430"/>
              <a:gd name="connsiteX53" fmla="*/ 506812 w 867271"/>
              <a:gd name="connsiteY53" fmla="*/ 41995 h 157430"/>
              <a:gd name="connsiteX54" fmla="*/ 475436 w 867271"/>
              <a:gd name="connsiteY54" fmla="*/ 41995 h 157430"/>
              <a:gd name="connsiteX55" fmla="*/ 470239 w 867271"/>
              <a:gd name="connsiteY55" fmla="*/ 36751 h 157430"/>
              <a:gd name="connsiteX56" fmla="*/ 470239 w 867271"/>
              <a:gd name="connsiteY56" fmla="*/ 36704 h 157430"/>
              <a:gd name="connsiteX57" fmla="*/ 464980 w 867271"/>
              <a:gd name="connsiteY57" fmla="*/ 31510 h 157430"/>
              <a:gd name="connsiteX58" fmla="*/ 397082 w 867271"/>
              <a:gd name="connsiteY58" fmla="*/ 31510 h 157430"/>
              <a:gd name="connsiteX59" fmla="*/ 397059 w 867271"/>
              <a:gd name="connsiteY59" fmla="*/ 31510 h 157430"/>
              <a:gd name="connsiteX60" fmla="*/ 386626 w 867271"/>
              <a:gd name="connsiteY60" fmla="*/ 41995 h 157430"/>
              <a:gd name="connsiteX61" fmla="*/ 386626 w 867271"/>
              <a:gd name="connsiteY61" fmla="*/ 52478 h 157430"/>
              <a:gd name="connsiteX62" fmla="*/ 397082 w 867271"/>
              <a:gd name="connsiteY62" fmla="*/ 62991 h 157430"/>
              <a:gd name="connsiteX63" fmla="*/ 480695 w 867271"/>
              <a:gd name="connsiteY63" fmla="*/ 62991 h 157430"/>
              <a:gd name="connsiteX64" fmla="*/ 512009 w 867271"/>
              <a:gd name="connsiteY64" fmla="*/ 94440 h 157430"/>
              <a:gd name="connsiteX65" fmla="*/ 512009 w 867271"/>
              <a:gd name="connsiteY65" fmla="*/ 125950 h 157430"/>
              <a:gd name="connsiteX66" fmla="*/ 480695 w 867271"/>
              <a:gd name="connsiteY66" fmla="*/ 157430 h 157430"/>
              <a:gd name="connsiteX67" fmla="*/ 376185 w 867271"/>
              <a:gd name="connsiteY67" fmla="*/ 157430 h 157430"/>
              <a:gd name="connsiteX68" fmla="*/ 376160 w 867271"/>
              <a:gd name="connsiteY68" fmla="*/ 157430 h 157430"/>
              <a:gd name="connsiteX69" fmla="*/ 344842 w 867271"/>
              <a:gd name="connsiteY69" fmla="*/ 125950 h 157430"/>
              <a:gd name="connsiteX70" fmla="*/ 344842 w 867271"/>
              <a:gd name="connsiteY70" fmla="*/ 120678 h 157430"/>
              <a:gd name="connsiteX71" fmla="*/ 350047 w 867271"/>
              <a:gd name="connsiteY71" fmla="*/ 115437 h 157430"/>
              <a:gd name="connsiteX72" fmla="*/ 381413 w 867271"/>
              <a:gd name="connsiteY72" fmla="*/ 115437 h 157430"/>
              <a:gd name="connsiteX73" fmla="*/ 386626 w 867271"/>
              <a:gd name="connsiteY73" fmla="*/ 120678 h 157430"/>
              <a:gd name="connsiteX74" fmla="*/ 391854 w 867271"/>
              <a:gd name="connsiteY74" fmla="*/ 125950 h 157430"/>
              <a:gd name="connsiteX75" fmla="*/ 459783 w 867271"/>
              <a:gd name="connsiteY75" fmla="*/ 125950 h 157430"/>
              <a:gd name="connsiteX76" fmla="*/ 459825 w 867271"/>
              <a:gd name="connsiteY76" fmla="*/ 125950 h 157430"/>
              <a:gd name="connsiteX77" fmla="*/ 470239 w 867271"/>
              <a:gd name="connsiteY77" fmla="*/ 115437 h 157430"/>
              <a:gd name="connsiteX78" fmla="*/ 470239 w 867271"/>
              <a:gd name="connsiteY78" fmla="*/ 104954 h 157430"/>
              <a:gd name="connsiteX79" fmla="*/ 470239 w 867271"/>
              <a:gd name="connsiteY79" fmla="*/ 104947 h 157430"/>
              <a:gd name="connsiteX80" fmla="*/ 459783 w 867271"/>
              <a:gd name="connsiteY80" fmla="*/ 94440 h 157430"/>
              <a:gd name="connsiteX81" fmla="*/ 376185 w 867271"/>
              <a:gd name="connsiteY81" fmla="*/ 94440 h 157430"/>
              <a:gd name="connsiteX82" fmla="*/ 376176 w 867271"/>
              <a:gd name="connsiteY82" fmla="*/ 94440 h 157430"/>
              <a:gd name="connsiteX83" fmla="*/ 344842 w 867271"/>
              <a:gd name="connsiteY83" fmla="*/ 62991 h 157430"/>
              <a:gd name="connsiteX84" fmla="*/ 344842 w 867271"/>
              <a:gd name="connsiteY84" fmla="*/ 31510 h 157430"/>
              <a:gd name="connsiteX85" fmla="*/ 344842 w 867271"/>
              <a:gd name="connsiteY85" fmla="*/ 31505 h 157430"/>
              <a:gd name="connsiteX86" fmla="*/ 376185 w 867271"/>
              <a:gd name="connsiteY86" fmla="*/ 1 h 157430"/>
              <a:gd name="connsiteX87" fmla="*/ 172420 w 867271"/>
              <a:gd name="connsiteY87" fmla="*/ 1 h 157430"/>
              <a:gd name="connsiteX88" fmla="*/ 172424 w 867271"/>
              <a:gd name="connsiteY88" fmla="*/ 1 h 157430"/>
              <a:gd name="connsiteX89" fmla="*/ 329162 w 867271"/>
              <a:gd name="connsiteY89" fmla="*/ 1 h 157430"/>
              <a:gd name="connsiteX90" fmla="*/ 334390 w 867271"/>
              <a:gd name="connsiteY90" fmla="*/ 5271 h 157430"/>
              <a:gd name="connsiteX91" fmla="*/ 334390 w 867271"/>
              <a:gd name="connsiteY91" fmla="*/ 26268 h 157430"/>
              <a:gd name="connsiteX92" fmla="*/ 329162 w 867271"/>
              <a:gd name="connsiteY92" fmla="*/ 31510 h 157430"/>
              <a:gd name="connsiteX93" fmla="*/ 214223 w 867271"/>
              <a:gd name="connsiteY93" fmla="*/ 31510 h 157430"/>
              <a:gd name="connsiteX94" fmla="*/ 208995 w 867271"/>
              <a:gd name="connsiteY94" fmla="*/ 36722 h 157430"/>
              <a:gd name="connsiteX95" fmla="*/ 208995 w 867271"/>
              <a:gd name="connsiteY95" fmla="*/ 36751 h 157430"/>
              <a:gd name="connsiteX96" fmla="*/ 208995 w 867271"/>
              <a:gd name="connsiteY96" fmla="*/ 57748 h 157430"/>
              <a:gd name="connsiteX97" fmla="*/ 214223 w 867271"/>
              <a:gd name="connsiteY97" fmla="*/ 62991 h 157430"/>
              <a:gd name="connsiteX98" fmla="*/ 318706 w 867271"/>
              <a:gd name="connsiteY98" fmla="*/ 62991 h 157430"/>
              <a:gd name="connsiteX99" fmla="*/ 323935 w 867271"/>
              <a:gd name="connsiteY99" fmla="*/ 68228 h 157430"/>
              <a:gd name="connsiteX100" fmla="*/ 323935 w 867271"/>
              <a:gd name="connsiteY100" fmla="*/ 68232 h 157430"/>
              <a:gd name="connsiteX101" fmla="*/ 323935 w 867271"/>
              <a:gd name="connsiteY101" fmla="*/ 89229 h 157430"/>
              <a:gd name="connsiteX102" fmla="*/ 318706 w 867271"/>
              <a:gd name="connsiteY102" fmla="*/ 94440 h 157430"/>
              <a:gd name="connsiteX103" fmla="*/ 214223 w 867271"/>
              <a:gd name="connsiteY103" fmla="*/ 94440 h 157430"/>
              <a:gd name="connsiteX104" fmla="*/ 208995 w 867271"/>
              <a:gd name="connsiteY104" fmla="*/ 99703 h 157430"/>
              <a:gd name="connsiteX105" fmla="*/ 208995 w 867271"/>
              <a:gd name="connsiteY105" fmla="*/ 99712 h 157430"/>
              <a:gd name="connsiteX106" fmla="*/ 208995 w 867271"/>
              <a:gd name="connsiteY106" fmla="*/ 120678 h 157430"/>
              <a:gd name="connsiteX107" fmla="*/ 214214 w 867271"/>
              <a:gd name="connsiteY107" fmla="*/ 125950 h 157430"/>
              <a:gd name="connsiteX108" fmla="*/ 214223 w 867271"/>
              <a:gd name="connsiteY108" fmla="*/ 125950 h 157430"/>
              <a:gd name="connsiteX109" fmla="*/ 329162 w 867271"/>
              <a:gd name="connsiteY109" fmla="*/ 125950 h 157430"/>
              <a:gd name="connsiteX110" fmla="*/ 334390 w 867271"/>
              <a:gd name="connsiteY110" fmla="*/ 131188 h 157430"/>
              <a:gd name="connsiteX111" fmla="*/ 334390 w 867271"/>
              <a:gd name="connsiteY111" fmla="*/ 131192 h 157430"/>
              <a:gd name="connsiteX112" fmla="*/ 334390 w 867271"/>
              <a:gd name="connsiteY112" fmla="*/ 152157 h 157430"/>
              <a:gd name="connsiteX113" fmla="*/ 329162 w 867271"/>
              <a:gd name="connsiteY113" fmla="*/ 157428 h 157430"/>
              <a:gd name="connsiteX114" fmla="*/ 172424 w 867271"/>
              <a:gd name="connsiteY114" fmla="*/ 157428 h 157430"/>
              <a:gd name="connsiteX115" fmla="*/ 167195 w 867271"/>
              <a:gd name="connsiteY115" fmla="*/ 152162 h 157430"/>
              <a:gd name="connsiteX116" fmla="*/ 167195 w 867271"/>
              <a:gd name="connsiteY116" fmla="*/ 152157 h 157430"/>
              <a:gd name="connsiteX117" fmla="*/ 167195 w 867271"/>
              <a:gd name="connsiteY117" fmla="*/ 5271 h 157430"/>
              <a:gd name="connsiteX118" fmla="*/ 172420 w 867271"/>
              <a:gd name="connsiteY118" fmla="*/ 1 h 157430"/>
              <a:gd name="connsiteX119" fmla="*/ 5229 w 867271"/>
              <a:gd name="connsiteY119" fmla="*/ 1 h 157430"/>
              <a:gd name="connsiteX120" fmla="*/ 151513 w 867271"/>
              <a:gd name="connsiteY120" fmla="*/ 1 h 157430"/>
              <a:gd name="connsiteX121" fmla="*/ 156742 w 867271"/>
              <a:gd name="connsiteY121" fmla="*/ 5268 h 157430"/>
              <a:gd name="connsiteX122" fmla="*/ 156742 w 867271"/>
              <a:gd name="connsiteY122" fmla="*/ 5271 h 157430"/>
              <a:gd name="connsiteX123" fmla="*/ 156742 w 867271"/>
              <a:gd name="connsiteY123" fmla="*/ 26268 h 157430"/>
              <a:gd name="connsiteX124" fmla="*/ 151513 w 867271"/>
              <a:gd name="connsiteY124" fmla="*/ 31510 h 157430"/>
              <a:gd name="connsiteX125" fmla="*/ 47030 w 867271"/>
              <a:gd name="connsiteY125" fmla="*/ 31510 h 157430"/>
              <a:gd name="connsiteX126" fmla="*/ 41801 w 867271"/>
              <a:gd name="connsiteY126" fmla="*/ 36751 h 157430"/>
              <a:gd name="connsiteX127" fmla="*/ 41801 w 867271"/>
              <a:gd name="connsiteY127" fmla="*/ 57748 h 157430"/>
              <a:gd name="connsiteX128" fmla="*/ 47030 w 867271"/>
              <a:gd name="connsiteY128" fmla="*/ 62991 h 157430"/>
              <a:gd name="connsiteX129" fmla="*/ 141083 w 867271"/>
              <a:gd name="connsiteY129" fmla="*/ 62991 h 157430"/>
              <a:gd name="connsiteX130" fmla="*/ 146312 w 867271"/>
              <a:gd name="connsiteY130" fmla="*/ 68232 h 157430"/>
              <a:gd name="connsiteX131" fmla="*/ 146284 w 867271"/>
              <a:gd name="connsiteY131" fmla="*/ 89229 h 157430"/>
              <a:gd name="connsiteX132" fmla="*/ 141082 w 867271"/>
              <a:gd name="connsiteY132" fmla="*/ 94440 h 157430"/>
              <a:gd name="connsiteX133" fmla="*/ 47028 w 867271"/>
              <a:gd name="connsiteY133" fmla="*/ 94440 h 157430"/>
              <a:gd name="connsiteX134" fmla="*/ 41801 w 867271"/>
              <a:gd name="connsiteY134" fmla="*/ 99712 h 157430"/>
              <a:gd name="connsiteX135" fmla="*/ 41801 w 867271"/>
              <a:gd name="connsiteY135" fmla="*/ 152157 h 157430"/>
              <a:gd name="connsiteX136" fmla="*/ 36579 w 867271"/>
              <a:gd name="connsiteY136" fmla="*/ 157428 h 157430"/>
              <a:gd name="connsiteX137" fmla="*/ 36572 w 867271"/>
              <a:gd name="connsiteY137" fmla="*/ 157428 h 157430"/>
              <a:gd name="connsiteX138" fmla="*/ 5229 w 867271"/>
              <a:gd name="connsiteY138" fmla="*/ 157430 h 157430"/>
              <a:gd name="connsiteX139" fmla="*/ 0 w 867271"/>
              <a:gd name="connsiteY139" fmla="*/ 152157 h 157430"/>
              <a:gd name="connsiteX140" fmla="*/ 0 w 867271"/>
              <a:gd name="connsiteY140" fmla="*/ 5271 h 157430"/>
              <a:gd name="connsiteX141" fmla="*/ 5229 w 867271"/>
              <a:gd name="connsiteY141" fmla="*/ 1 h 157430"/>
            </a:gdLst>
            <a:rect l="l" t="t" r="r" b="b"/>
            <a:pathLst>
              <a:path w="867271" h="157430">
                <a:moveTo>
                  <a:pt x="752298" y="31510"/>
                </a:moveTo>
                <a:cubicBezTo>
                  <a:pt x="746542" y="31521"/>
                  <a:pt x="741888" y="36215"/>
                  <a:pt x="741899" y="41995"/>
                </a:cubicBezTo>
                <a:lnTo>
                  <a:pt x="741899" y="115437"/>
                </a:lnTo>
                <a:cubicBezTo>
                  <a:pt x="741899" y="115452"/>
                  <a:pt x="741899" y="115467"/>
                  <a:pt x="741899" y="115481"/>
                </a:cubicBezTo>
                <a:cubicBezTo>
                  <a:pt x="741910" y="121273"/>
                  <a:pt x="746592" y="125960"/>
                  <a:pt x="752359" y="125950"/>
                </a:cubicBezTo>
                <a:lnTo>
                  <a:pt x="815045" y="125950"/>
                </a:lnTo>
                <a:cubicBezTo>
                  <a:pt x="815056" y="125950"/>
                  <a:pt x="815072" y="125950"/>
                  <a:pt x="815087" y="125950"/>
                </a:cubicBezTo>
                <a:cubicBezTo>
                  <a:pt x="820854" y="125936"/>
                  <a:pt x="825516" y="121229"/>
                  <a:pt x="825501" y="115437"/>
                </a:cubicBezTo>
                <a:lnTo>
                  <a:pt x="825497" y="41997"/>
                </a:lnTo>
                <a:cubicBezTo>
                  <a:pt x="825497" y="41975"/>
                  <a:pt x="825497" y="41954"/>
                  <a:pt x="825497" y="41934"/>
                </a:cubicBezTo>
                <a:cubicBezTo>
                  <a:pt x="825478" y="36154"/>
                  <a:pt x="820793" y="31488"/>
                  <a:pt x="815041" y="31510"/>
                </a:cubicBezTo>
                <a:lnTo>
                  <a:pt x="752355" y="31510"/>
                </a:lnTo>
                <a:cubicBezTo>
                  <a:pt x="752336" y="31510"/>
                  <a:pt x="752317" y="31510"/>
                  <a:pt x="752298" y="31510"/>
                </a:cubicBezTo>
                <a:close/>
                <a:moveTo>
                  <a:pt x="731443" y="1"/>
                </a:moveTo>
                <a:lnTo>
                  <a:pt x="835957" y="1"/>
                </a:lnTo>
                <a:cubicBezTo>
                  <a:pt x="835968" y="1"/>
                  <a:pt x="835980" y="1"/>
                  <a:pt x="835991" y="1"/>
                </a:cubicBezTo>
                <a:cubicBezTo>
                  <a:pt x="853289" y="26"/>
                  <a:pt x="867294" y="14133"/>
                  <a:pt x="867271" y="31510"/>
                </a:cubicBezTo>
                <a:lnTo>
                  <a:pt x="867271" y="125950"/>
                </a:lnTo>
                <a:cubicBezTo>
                  <a:pt x="867271" y="125968"/>
                  <a:pt x="867271" y="125985"/>
                  <a:pt x="867271" y="126003"/>
                </a:cubicBezTo>
                <a:cubicBezTo>
                  <a:pt x="867263" y="143366"/>
                  <a:pt x="853243" y="157437"/>
                  <a:pt x="835957" y="157430"/>
                </a:cubicBezTo>
                <a:lnTo>
                  <a:pt x="731443" y="157430"/>
                </a:lnTo>
                <a:cubicBezTo>
                  <a:pt x="714145" y="157415"/>
                  <a:pt x="700129" y="143325"/>
                  <a:pt x="700129" y="125950"/>
                </a:cubicBezTo>
                <a:lnTo>
                  <a:pt x="700129" y="31510"/>
                </a:lnTo>
                <a:cubicBezTo>
                  <a:pt x="700129" y="14129"/>
                  <a:pt x="714138" y="29"/>
                  <a:pt x="731443" y="1"/>
                </a:cubicBezTo>
                <a:close/>
                <a:moveTo>
                  <a:pt x="527701" y="1"/>
                </a:moveTo>
                <a:cubicBezTo>
                  <a:pt x="527712" y="1"/>
                  <a:pt x="527720" y="1"/>
                  <a:pt x="527728" y="1"/>
                </a:cubicBezTo>
                <a:lnTo>
                  <a:pt x="684414" y="1"/>
                </a:lnTo>
                <a:cubicBezTo>
                  <a:pt x="687309" y="-10"/>
                  <a:pt x="689665" y="2338"/>
                  <a:pt x="689673" y="5244"/>
                </a:cubicBezTo>
                <a:cubicBezTo>
                  <a:pt x="689673" y="5253"/>
                  <a:pt x="689673" y="5262"/>
                  <a:pt x="689673" y="5271"/>
                </a:cubicBezTo>
                <a:lnTo>
                  <a:pt x="689673" y="26268"/>
                </a:lnTo>
                <a:cubicBezTo>
                  <a:pt x="689665" y="29171"/>
                  <a:pt x="687317" y="31518"/>
                  <a:pt x="684426" y="31510"/>
                </a:cubicBezTo>
                <a:cubicBezTo>
                  <a:pt x="684422" y="31510"/>
                  <a:pt x="684418" y="31510"/>
                  <a:pt x="684414" y="31510"/>
                </a:cubicBezTo>
                <a:lnTo>
                  <a:pt x="632188" y="31510"/>
                </a:lnTo>
                <a:cubicBezTo>
                  <a:pt x="629316" y="31511"/>
                  <a:pt x="626987" y="33851"/>
                  <a:pt x="626987" y="36737"/>
                </a:cubicBezTo>
                <a:cubicBezTo>
                  <a:pt x="626987" y="36741"/>
                  <a:pt x="626987" y="36746"/>
                  <a:pt x="626987" y="36751"/>
                </a:cubicBezTo>
                <a:lnTo>
                  <a:pt x="626987" y="152157"/>
                </a:lnTo>
                <a:cubicBezTo>
                  <a:pt x="626994" y="155063"/>
                  <a:pt x="624654" y="157423"/>
                  <a:pt x="621759" y="157428"/>
                </a:cubicBezTo>
                <a:cubicBezTo>
                  <a:pt x="621747" y="157428"/>
                  <a:pt x="621740" y="157428"/>
                  <a:pt x="621728" y="157428"/>
                </a:cubicBezTo>
                <a:lnTo>
                  <a:pt x="590418" y="157428"/>
                </a:lnTo>
                <a:cubicBezTo>
                  <a:pt x="587522" y="157439"/>
                  <a:pt x="585170" y="155091"/>
                  <a:pt x="585159" y="152185"/>
                </a:cubicBezTo>
                <a:cubicBezTo>
                  <a:pt x="585159" y="152175"/>
                  <a:pt x="585159" y="152166"/>
                  <a:pt x="585159" y="152157"/>
                </a:cubicBezTo>
                <a:lnTo>
                  <a:pt x="585159" y="36751"/>
                </a:lnTo>
                <a:cubicBezTo>
                  <a:pt x="585167" y="33866"/>
                  <a:pt x="582849" y="31519"/>
                  <a:pt x="579973" y="31510"/>
                </a:cubicBezTo>
                <a:cubicBezTo>
                  <a:pt x="579969" y="31510"/>
                  <a:pt x="579965" y="31510"/>
                  <a:pt x="579962" y="31510"/>
                </a:cubicBezTo>
                <a:lnTo>
                  <a:pt x="527728" y="31510"/>
                </a:lnTo>
                <a:cubicBezTo>
                  <a:pt x="524840" y="31525"/>
                  <a:pt x="522484" y="29186"/>
                  <a:pt x="522469" y="26284"/>
                </a:cubicBezTo>
                <a:cubicBezTo>
                  <a:pt x="522469" y="26279"/>
                  <a:pt x="522469" y="26273"/>
                  <a:pt x="522469" y="26268"/>
                </a:cubicBezTo>
                <a:lnTo>
                  <a:pt x="522469" y="5271"/>
                </a:lnTo>
                <a:cubicBezTo>
                  <a:pt x="522465" y="2365"/>
                  <a:pt x="524810" y="5"/>
                  <a:pt x="527701" y="1"/>
                </a:cubicBezTo>
                <a:close/>
                <a:moveTo>
                  <a:pt x="376185" y="1"/>
                </a:moveTo>
                <a:lnTo>
                  <a:pt x="480695" y="1"/>
                </a:lnTo>
                <a:cubicBezTo>
                  <a:pt x="498001" y="28"/>
                  <a:pt x="512013" y="14128"/>
                  <a:pt x="512009" y="31510"/>
                </a:cubicBezTo>
                <a:lnTo>
                  <a:pt x="512009" y="36751"/>
                </a:lnTo>
                <a:cubicBezTo>
                  <a:pt x="512009" y="39638"/>
                  <a:pt x="509688" y="41982"/>
                  <a:pt x="506812" y="41995"/>
                </a:cubicBezTo>
                <a:lnTo>
                  <a:pt x="475436" y="41995"/>
                </a:lnTo>
                <a:cubicBezTo>
                  <a:pt x="472564" y="41982"/>
                  <a:pt x="470239" y="39638"/>
                  <a:pt x="470239" y="36751"/>
                </a:cubicBezTo>
                <a:cubicBezTo>
                  <a:pt x="470239" y="36735"/>
                  <a:pt x="470239" y="36720"/>
                  <a:pt x="470239" y="36704"/>
                </a:cubicBezTo>
                <a:cubicBezTo>
                  <a:pt x="470216" y="33811"/>
                  <a:pt x="467860" y="31486"/>
                  <a:pt x="464980" y="31510"/>
                </a:cubicBezTo>
                <a:lnTo>
                  <a:pt x="397082" y="31510"/>
                </a:lnTo>
                <a:cubicBezTo>
                  <a:pt x="397074" y="31510"/>
                  <a:pt x="397066" y="31510"/>
                  <a:pt x="397059" y="31510"/>
                </a:cubicBezTo>
                <a:cubicBezTo>
                  <a:pt x="391295" y="31511"/>
                  <a:pt x="386626" y="36205"/>
                  <a:pt x="386626" y="41995"/>
                </a:cubicBezTo>
                <a:lnTo>
                  <a:pt x="386626" y="52478"/>
                </a:lnTo>
                <a:cubicBezTo>
                  <a:pt x="386622" y="58281"/>
                  <a:pt x="391303" y="62988"/>
                  <a:pt x="397082" y="62991"/>
                </a:cubicBezTo>
                <a:lnTo>
                  <a:pt x="480695" y="62991"/>
                </a:lnTo>
                <a:cubicBezTo>
                  <a:pt x="497989" y="62991"/>
                  <a:pt x="512009" y="77071"/>
                  <a:pt x="512009" y="94440"/>
                </a:cubicBezTo>
                <a:lnTo>
                  <a:pt x="512009" y="125950"/>
                </a:lnTo>
                <a:cubicBezTo>
                  <a:pt x="512009" y="143325"/>
                  <a:pt x="497997" y="157415"/>
                  <a:pt x="480695" y="157430"/>
                </a:cubicBezTo>
                <a:lnTo>
                  <a:pt x="376185" y="157430"/>
                </a:lnTo>
                <a:cubicBezTo>
                  <a:pt x="376176" y="157430"/>
                  <a:pt x="376168" y="157430"/>
                  <a:pt x="376160" y="157430"/>
                </a:cubicBezTo>
                <a:cubicBezTo>
                  <a:pt x="358857" y="157423"/>
                  <a:pt x="344836" y="143330"/>
                  <a:pt x="344842" y="125950"/>
                </a:cubicBezTo>
                <a:lnTo>
                  <a:pt x="344842" y="120678"/>
                </a:lnTo>
                <a:cubicBezTo>
                  <a:pt x="344845" y="117790"/>
                  <a:pt x="347171" y="115447"/>
                  <a:pt x="350047" y="115437"/>
                </a:cubicBezTo>
                <a:lnTo>
                  <a:pt x="381413" y="115437"/>
                </a:lnTo>
                <a:cubicBezTo>
                  <a:pt x="384293" y="115444"/>
                  <a:pt x="386622" y="117787"/>
                  <a:pt x="386626" y="120678"/>
                </a:cubicBezTo>
                <a:cubicBezTo>
                  <a:pt x="386622" y="123583"/>
                  <a:pt x="388963" y="125941"/>
                  <a:pt x="391854" y="125950"/>
                </a:cubicBezTo>
                <a:lnTo>
                  <a:pt x="459783" y="125950"/>
                </a:lnTo>
                <a:cubicBezTo>
                  <a:pt x="459798" y="125950"/>
                  <a:pt x="459810" y="125950"/>
                  <a:pt x="459825" y="125950"/>
                </a:cubicBezTo>
                <a:cubicBezTo>
                  <a:pt x="465592" y="125936"/>
                  <a:pt x="470254" y="121229"/>
                  <a:pt x="470239" y="115437"/>
                </a:cubicBezTo>
                <a:lnTo>
                  <a:pt x="470239" y="104954"/>
                </a:lnTo>
                <a:cubicBezTo>
                  <a:pt x="470239" y="104951"/>
                  <a:pt x="470239" y="104949"/>
                  <a:pt x="470239" y="104947"/>
                </a:cubicBezTo>
                <a:cubicBezTo>
                  <a:pt x="470239" y="99145"/>
                  <a:pt x="465558" y="94441"/>
                  <a:pt x="459783" y="94440"/>
                </a:cubicBezTo>
                <a:lnTo>
                  <a:pt x="376185" y="94440"/>
                </a:lnTo>
                <a:cubicBezTo>
                  <a:pt x="376182" y="94440"/>
                  <a:pt x="376179" y="94440"/>
                  <a:pt x="376176" y="94440"/>
                </a:cubicBezTo>
                <a:cubicBezTo>
                  <a:pt x="358877" y="94447"/>
                  <a:pt x="344849" y="80366"/>
                  <a:pt x="344842" y="62991"/>
                </a:cubicBezTo>
                <a:lnTo>
                  <a:pt x="344842" y="31510"/>
                </a:lnTo>
                <a:cubicBezTo>
                  <a:pt x="344842" y="31508"/>
                  <a:pt x="344842" y="31507"/>
                  <a:pt x="344842" y="31505"/>
                </a:cubicBezTo>
                <a:cubicBezTo>
                  <a:pt x="344836" y="14112"/>
                  <a:pt x="358869" y="7"/>
                  <a:pt x="376185" y="1"/>
                </a:cubicBezTo>
                <a:close/>
                <a:moveTo>
                  <a:pt x="172420" y="1"/>
                </a:moveTo>
                <a:cubicBezTo>
                  <a:pt x="172421" y="1"/>
                  <a:pt x="172422" y="1"/>
                  <a:pt x="172424" y="1"/>
                </a:cubicBezTo>
                <a:lnTo>
                  <a:pt x="329162" y="1"/>
                </a:lnTo>
                <a:cubicBezTo>
                  <a:pt x="332052" y="11"/>
                  <a:pt x="334391" y="2368"/>
                  <a:pt x="334390" y="5271"/>
                </a:cubicBezTo>
                <a:lnTo>
                  <a:pt x="334390" y="26268"/>
                </a:lnTo>
                <a:cubicBezTo>
                  <a:pt x="334379" y="29162"/>
                  <a:pt x="332043" y="31504"/>
                  <a:pt x="329162" y="31510"/>
                </a:cubicBezTo>
                <a:lnTo>
                  <a:pt x="214223" y="31510"/>
                </a:lnTo>
                <a:cubicBezTo>
                  <a:pt x="211347" y="31499"/>
                  <a:pt x="209006" y="33832"/>
                  <a:pt x="208995" y="36722"/>
                </a:cubicBezTo>
                <a:cubicBezTo>
                  <a:pt x="208995" y="36732"/>
                  <a:pt x="208995" y="36741"/>
                  <a:pt x="208995" y="36751"/>
                </a:cubicBezTo>
                <a:lnTo>
                  <a:pt x="208995" y="57748"/>
                </a:lnTo>
                <a:cubicBezTo>
                  <a:pt x="208999" y="60645"/>
                  <a:pt x="211339" y="62991"/>
                  <a:pt x="214223" y="62991"/>
                </a:cubicBezTo>
                <a:lnTo>
                  <a:pt x="318706" y="62991"/>
                </a:lnTo>
                <a:cubicBezTo>
                  <a:pt x="321590" y="62987"/>
                  <a:pt x="323931" y="65332"/>
                  <a:pt x="323935" y="68228"/>
                </a:cubicBezTo>
                <a:cubicBezTo>
                  <a:pt x="323935" y="68230"/>
                  <a:pt x="323935" y="68231"/>
                  <a:pt x="323935" y="68232"/>
                </a:cubicBezTo>
                <a:lnTo>
                  <a:pt x="323935" y="89229"/>
                </a:lnTo>
                <a:cubicBezTo>
                  <a:pt x="323920" y="92117"/>
                  <a:pt x="321581" y="94448"/>
                  <a:pt x="318706" y="94440"/>
                </a:cubicBezTo>
                <a:lnTo>
                  <a:pt x="214223" y="94440"/>
                </a:lnTo>
                <a:cubicBezTo>
                  <a:pt x="211333" y="94443"/>
                  <a:pt x="208992" y="96799"/>
                  <a:pt x="208995" y="99703"/>
                </a:cubicBezTo>
                <a:cubicBezTo>
                  <a:pt x="208995" y="99706"/>
                  <a:pt x="208995" y="99709"/>
                  <a:pt x="208995" y="99712"/>
                </a:cubicBezTo>
                <a:lnTo>
                  <a:pt x="208995" y="120678"/>
                </a:lnTo>
                <a:cubicBezTo>
                  <a:pt x="208987" y="123582"/>
                  <a:pt x="211323" y="125942"/>
                  <a:pt x="214214" y="125950"/>
                </a:cubicBezTo>
                <a:cubicBezTo>
                  <a:pt x="214217" y="125950"/>
                  <a:pt x="214220" y="125950"/>
                  <a:pt x="214223" y="125950"/>
                </a:cubicBezTo>
                <a:lnTo>
                  <a:pt x="329162" y="125950"/>
                </a:lnTo>
                <a:cubicBezTo>
                  <a:pt x="332046" y="125946"/>
                  <a:pt x="334387" y="128291"/>
                  <a:pt x="334390" y="131188"/>
                </a:cubicBezTo>
                <a:cubicBezTo>
                  <a:pt x="334390" y="131189"/>
                  <a:pt x="334390" y="131191"/>
                  <a:pt x="334390" y="131192"/>
                </a:cubicBezTo>
                <a:lnTo>
                  <a:pt x="334390" y="152157"/>
                </a:lnTo>
                <a:cubicBezTo>
                  <a:pt x="334391" y="155061"/>
                  <a:pt x="332053" y="157418"/>
                  <a:pt x="329162" y="157428"/>
                </a:cubicBezTo>
                <a:lnTo>
                  <a:pt x="172424" y="157428"/>
                </a:lnTo>
                <a:cubicBezTo>
                  <a:pt x="169532" y="157424"/>
                  <a:pt x="167191" y="155066"/>
                  <a:pt x="167195" y="152162"/>
                </a:cubicBezTo>
                <a:cubicBezTo>
                  <a:pt x="167195" y="152160"/>
                  <a:pt x="167195" y="152159"/>
                  <a:pt x="167195" y="152157"/>
                </a:cubicBezTo>
                <a:lnTo>
                  <a:pt x="167195" y="5271"/>
                </a:lnTo>
                <a:cubicBezTo>
                  <a:pt x="167189" y="2367"/>
                  <a:pt x="169528" y="7"/>
                  <a:pt x="172420" y="1"/>
                </a:cubicBezTo>
                <a:close/>
                <a:moveTo>
                  <a:pt x="5229" y="1"/>
                </a:moveTo>
                <a:lnTo>
                  <a:pt x="151513" y="1"/>
                </a:lnTo>
                <a:cubicBezTo>
                  <a:pt x="154404" y="5"/>
                  <a:pt x="156745" y="2363"/>
                  <a:pt x="156742" y="5268"/>
                </a:cubicBezTo>
                <a:cubicBezTo>
                  <a:pt x="156742" y="5269"/>
                  <a:pt x="156742" y="5270"/>
                  <a:pt x="156742" y="5271"/>
                </a:cubicBezTo>
                <a:lnTo>
                  <a:pt x="156742" y="26268"/>
                </a:lnTo>
                <a:cubicBezTo>
                  <a:pt x="156736" y="29164"/>
                  <a:pt x="154397" y="31509"/>
                  <a:pt x="151513" y="31510"/>
                </a:cubicBezTo>
                <a:lnTo>
                  <a:pt x="47030" y="31510"/>
                </a:lnTo>
                <a:cubicBezTo>
                  <a:pt x="44146" y="31509"/>
                  <a:pt x="41806" y="33854"/>
                  <a:pt x="41801" y="36751"/>
                </a:cubicBezTo>
                <a:lnTo>
                  <a:pt x="41801" y="57748"/>
                </a:lnTo>
                <a:cubicBezTo>
                  <a:pt x="41815" y="60641"/>
                  <a:pt x="44149" y="62981"/>
                  <a:pt x="47030" y="62991"/>
                </a:cubicBezTo>
                <a:lnTo>
                  <a:pt x="141083" y="62991"/>
                </a:lnTo>
                <a:cubicBezTo>
                  <a:pt x="143967" y="62989"/>
                  <a:pt x="146307" y="65335"/>
                  <a:pt x="146312" y="68232"/>
                </a:cubicBezTo>
                <a:lnTo>
                  <a:pt x="146284" y="89229"/>
                </a:lnTo>
                <a:cubicBezTo>
                  <a:pt x="146279" y="92111"/>
                  <a:pt x="143951" y="94443"/>
                  <a:pt x="141082" y="94440"/>
                </a:cubicBezTo>
                <a:lnTo>
                  <a:pt x="47028" y="94440"/>
                </a:lnTo>
                <a:cubicBezTo>
                  <a:pt x="44139" y="94454"/>
                  <a:pt x="41802" y="96810"/>
                  <a:pt x="41801" y="99712"/>
                </a:cubicBezTo>
                <a:lnTo>
                  <a:pt x="41801" y="152157"/>
                </a:lnTo>
                <a:cubicBezTo>
                  <a:pt x="41808" y="155061"/>
                  <a:pt x="39470" y="157421"/>
                  <a:pt x="36579" y="157428"/>
                </a:cubicBezTo>
                <a:cubicBezTo>
                  <a:pt x="36577" y="157428"/>
                  <a:pt x="36574" y="157428"/>
                  <a:pt x="36572" y="157428"/>
                </a:cubicBezTo>
                <a:lnTo>
                  <a:pt x="5229" y="157430"/>
                </a:lnTo>
                <a:cubicBezTo>
                  <a:pt x="2338" y="157417"/>
                  <a:pt x="1" y="155060"/>
                  <a:pt x="0" y="152157"/>
                </a:cubicBezTo>
                <a:lnTo>
                  <a:pt x="0" y="5271"/>
                </a:lnTo>
                <a:cubicBezTo>
                  <a:pt x="2" y="2369"/>
                  <a:pt x="2339" y="14"/>
                  <a:pt x="5229" y="1"/>
                </a:cubicBezTo>
                <a:close/>
              </a:path>
            </a:pathLst>
          </a:custGeom>
          <a:solidFill xmlns:a="http://schemas.openxmlformats.org/drawingml/2006/main">
            <a:srgbClr val="0091DC"/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3" name="Datumsplatzhalter 2">
            <a:extLst xmlns:a="http://schemas.openxmlformats.org/drawingml/2006/main">
              <a:ext uri="{FF2B5EF4-FFF2-40B4-BE49-F238E27FC236}">
                <a16:creationId xmlns:a16="http://schemas.microsoft.com/office/drawing/2014/main" id="{5615E655-E562-E8B3-8589-64DEBD35E12F}"/>
              </a:ext>
            </a:extLst>
          </p:cNvPr>
          <p:cNvSpPr>
            <a:spLocks xmlns:a="http://schemas.openxmlformats.org/drawingml/2006/main" noGrp="1"/>
          </p:cNvSpPr>
          <p:nvPr>
            <p:ph type="dt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4" name="Fußzeilenplatzhalter 3">
            <a:extLst xmlns:a="http://schemas.openxmlformats.org/drawingml/2006/main">
              <a:ext uri="{FF2B5EF4-FFF2-40B4-BE49-F238E27FC236}">
                <a16:creationId xmlns:a16="http://schemas.microsoft.com/office/drawing/2014/main" id="{6D47CDD1-217C-2903-3E6D-70E566D1F8DB}"/>
              </a:ext>
            </a:extLst>
          </p:cNvPr>
          <p:cNvSpPr>
            <a:spLocks xmlns:a="http://schemas.openxmlformats.org/drawingml/2006/main" noGrp="1"/>
          </p:cNvSpPr>
          <p:nvPr>
            <p:ph type="ftr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5" name="Foliennummernplatzhalter 4">
            <a:extLst xmlns:a="http://schemas.openxmlformats.org/drawingml/2006/main">
              <a:ext uri="{FF2B5EF4-FFF2-40B4-BE49-F238E27FC236}">
                <a16:creationId xmlns:a16="http://schemas.microsoft.com/office/drawing/2014/main" id="{8F97F7D4-D36F-1C04-29F6-1CA9AD5E8E52}"/>
              </a:ext>
            </a:extLst>
          </p:cNvPr>
          <p:cNvSpPr>
            <a:spLocks xmlns:a="http://schemas.openxmlformats.org/drawingml/2006/main" noGrp="1"/>
          </p:cNvSpPr>
          <p:nvPr>
            <p:ph type="sldNum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122.xml><?xml version="1.0" encoding="utf-8"?>
<p:sldLayout xmlns:p="http://schemas.openxmlformats.org/presentationml/2006/main" preserve="1">
  <p:cSld name="Title + Fullscreen Picture - without ribb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Bildplatzhalter 6">
            <a:extLst xmlns:a="http://schemas.openxmlformats.org/drawingml/2006/main">
              <a:ext uri="{FF2B5EF4-FFF2-40B4-BE49-F238E27FC236}">
                <a16:creationId xmlns:a16="http://schemas.microsoft.com/office/drawing/2014/main" id="{BE2470C1-4F31-240C-EB9B-C8B49083182F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0" y="1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180000" anchor="ctr"/>
          <a:lstStyle xmlns:a="http://schemas.openxmlformats.org/drawingml/2006/main">
            <a:lvl1pPr algn="ctr">
              <a:buNone/>
              <a:defRPr sz="1223"/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Titel 3">
            <a:extLst xmlns:a="http://schemas.openxmlformats.org/drawingml/2006/main">
              <a:ext uri="{FF2B5EF4-FFF2-40B4-BE49-F238E27FC236}">
                <a16:creationId xmlns:a16="http://schemas.microsoft.com/office/drawing/2014/main" id="{8E1CE913-1002-A42F-1826-9C745D4D4D9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5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6388ABCD-7149-8418-A1B5-E0E1821075EC}"/>
              </a:ext>
            </a:extLst>
          </p:cNvPr>
          <p:cNvSpPr>
            <a:spLocks xmlns:a="http://schemas.openxmlformats.org/drawingml/2006/main" noGrp="1"/>
          </p:cNvSpPr>
          <p:nvPr>
            <p:ph type="dgm" idx="19"/>
          </p:nvPr>
        </p:nvSpPr>
        <p:spPr>
          <a:xfrm xmlns:a="http://schemas.openxmlformats.org/drawingml/2006/main" flipV="1">
            <a:off x="21840" y="1140276"/>
            <a:ext cx="719197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2" name="Untertitel 2">
            <a:extLst xmlns:a="http://schemas.openxmlformats.org/drawingml/2006/main">
              <a:ext uri="{FF2B5EF4-FFF2-40B4-BE49-F238E27FC236}">
                <a16:creationId xmlns:a16="http://schemas.microsoft.com/office/drawing/2014/main" id="{39AD5E86-3787-BBA5-8001-4AFB34A0A316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649620" y="893160"/>
            <a:ext cx="895233" cy="162409"/>
          </a:xfrm>
          <a:custGeom xmlns:a="http://schemas.openxmlformats.org/drawingml/2006/main">
            <a:gdLst>
              <a:gd name="connsiteX0" fmla="*/ 752298 w 867271"/>
              <a:gd name="connsiteY0" fmla="*/ 31510 h 157430"/>
              <a:gd name="connsiteX1" fmla="*/ 741899 w 867271"/>
              <a:gd name="connsiteY1" fmla="*/ 41995 h 157430"/>
              <a:gd name="connsiteX2" fmla="*/ 741899 w 867271"/>
              <a:gd name="connsiteY2" fmla="*/ 115437 h 157430"/>
              <a:gd name="connsiteX3" fmla="*/ 741899 w 867271"/>
              <a:gd name="connsiteY3" fmla="*/ 115481 h 157430"/>
              <a:gd name="connsiteX4" fmla="*/ 752359 w 867271"/>
              <a:gd name="connsiteY4" fmla="*/ 125950 h 157430"/>
              <a:gd name="connsiteX5" fmla="*/ 815045 w 867271"/>
              <a:gd name="connsiteY5" fmla="*/ 125950 h 157430"/>
              <a:gd name="connsiteX6" fmla="*/ 815087 w 867271"/>
              <a:gd name="connsiteY6" fmla="*/ 125950 h 157430"/>
              <a:gd name="connsiteX7" fmla="*/ 825501 w 867271"/>
              <a:gd name="connsiteY7" fmla="*/ 115437 h 157430"/>
              <a:gd name="connsiteX8" fmla="*/ 825497 w 867271"/>
              <a:gd name="connsiteY8" fmla="*/ 41997 h 157430"/>
              <a:gd name="connsiteX9" fmla="*/ 825497 w 867271"/>
              <a:gd name="connsiteY9" fmla="*/ 41934 h 157430"/>
              <a:gd name="connsiteX10" fmla="*/ 815041 w 867271"/>
              <a:gd name="connsiteY10" fmla="*/ 31510 h 157430"/>
              <a:gd name="connsiteX11" fmla="*/ 752355 w 867271"/>
              <a:gd name="connsiteY11" fmla="*/ 31510 h 157430"/>
              <a:gd name="connsiteX12" fmla="*/ 752298 w 867271"/>
              <a:gd name="connsiteY12" fmla="*/ 31510 h 157430"/>
              <a:gd name="connsiteX13" fmla="*/ 731443 w 867271"/>
              <a:gd name="connsiteY13" fmla="*/ 1 h 157430"/>
              <a:gd name="connsiteX14" fmla="*/ 835957 w 867271"/>
              <a:gd name="connsiteY14" fmla="*/ 1 h 157430"/>
              <a:gd name="connsiteX15" fmla="*/ 835991 w 867271"/>
              <a:gd name="connsiteY15" fmla="*/ 1 h 157430"/>
              <a:gd name="connsiteX16" fmla="*/ 867271 w 867271"/>
              <a:gd name="connsiteY16" fmla="*/ 31510 h 157430"/>
              <a:gd name="connsiteX17" fmla="*/ 867271 w 867271"/>
              <a:gd name="connsiteY17" fmla="*/ 125950 h 157430"/>
              <a:gd name="connsiteX18" fmla="*/ 867271 w 867271"/>
              <a:gd name="connsiteY18" fmla="*/ 126003 h 157430"/>
              <a:gd name="connsiteX19" fmla="*/ 835957 w 867271"/>
              <a:gd name="connsiteY19" fmla="*/ 157430 h 157430"/>
              <a:gd name="connsiteX20" fmla="*/ 731443 w 867271"/>
              <a:gd name="connsiteY20" fmla="*/ 157430 h 157430"/>
              <a:gd name="connsiteX21" fmla="*/ 700129 w 867271"/>
              <a:gd name="connsiteY21" fmla="*/ 125950 h 157430"/>
              <a:gd name="connsiteX22" fmla="*/ 700129 w 867271"/>
              <a:gd name="connsiteY22" fmla="*/ 31510 h 157430"/>
              <a:gd name="connsiteX23" fmla="*/ 731443 w 867271"/>
              <a:gd name="connsiteY23" fmla="*/ 1 h 157430"/>
              <a:gd name="connsiteX24" fmla="*/ 527701 w 867271"/>
              <a:gd name="connsiteY24" fmla="*/ 1 h 157430"/>
              <a:gd name="connsiteX25" fmla="*/ 527728 w 867271"/>
              <a:gd name="connsiteY25" fmla="*/ 1 h 157430"/>
              <a:gd name="connsiteX26" fmla="*/ 684414 w 867271"/>
              <a:gd name="connsiteY26" fmla="*/ 1 h 157430"/>
              <a:gd name="connsiteX27" fmla="*/ 689673 w 867271"/>
              <a:gd name="connsiteY27" fmla="*/ 5244 h 157430"/>
              <a:gd name="connsiteX28" fmla="*/ 689673 w 867271"/>
              <a:gd name="connsiteY28" fmla="*/ 5271 h 157430"/>
              <a:gd name="connsiteX29" fmla="*/ 689673 w 867271"/>
              <a:gd name="connsiteY29" fmla="*/ 26268 h 157430"/>
              <a:gd name="connsiteX30" fmla="*/ 684426 w 867271"/>
              <a:gd name="connsiteY30" fmla="*/ 31510 h 157430"/>
              <a:gd name="connsiteX31" fmla="*/ 684414 w 867271"/>
              <a:gd name="connsiteY31" fmla="*/ 31510 h 157430"/>
              <a:gd name="connsiteX32" fmla="*/ 632188 w 867271"/>
              <a:gd name="connsiteY32" fmla="*/ 31510 h 157430"/>
              <a:gd name="connsiteX33" fmla="*/ 626987 w 867271"/>
              <a:gd name="connsiteY33" fmla="*/ 36737 h 157430"/>
              <a:gd name="connsiteX34" fmla="*/ 626987 w 867271"/>
              <a:gd name="connsiteY34" fmla="*/ 36751 h 157430"/>
              <a:gd name="connsiteX35" fmla="*/ 626987 w 867271"/>
              <a:gd name="connsiteY35" fmla="*/ 152157 h 157430"/>
              <a:gd name="connsiteX36" fmla="*/ 621759 w 867271"/>
              <a:gd name="connsiteY36" fmla="*/ 157428 h 157430"/>
              <a:gd name="connsiteX37" fmla="*/ 621728 w 867271"/>
              <a:gd name="connsiteY37" fmla="*/ 157428 h 157430"/>
              <a:gd name="connsiteX38" fmla="*/ 590418 w 867271"/>
              <a:gd name="connsiteY38" fmla="*/ 157428 h 157430"/>
              <a:gd name="connsiteX39" fmla="*/ 585159 w 867271"/>
              <a:gd name="connsiteY39" fmla="*/ 152185 h 157430"/>
              <a:gd name="connsiteX40" fmla="*/ 585159 w 867271"/>
              <a:gd name="connsiteY40" fmla="*/ 152157 h 157430"/>
              <a:gd name="connsiteX41" fmla="*/ 585159 w 867271"/>
              <a:gd name="connsiteY41" fmla="*/ 36751 h 157430"/>
              <a:gd name="connsiteX42" fmla="*/ 579973 w 867271"/>
              <a:gd name="connsiteY42" fmla="*/ 31510 h 157430"/>
              <a:gd name="connsiteX43" fmla="*/ 579962 w 867271"/>
              <a:gd name="connsiteY43" fmla="*/ 31510 h 157430"/>
              <a:gd name="connsiteX44" fmla="*/ 527728 w 867271"/>
              <a:gd name="connsiteY44" fmla="*/ 31510 h 157430"/>
              <a:gd name="connsiteX45" fmla="*/ 522469 w 867271"/>
              <a:gd name="connsiteY45" fmla="*/ 26284 h 157430"/>
              <a:gd name="connsiteX46" fmla="*/ 522469 w 867271"/>
              <a:gd name="connsiteY46" fmla="*/ 26268 h 157430"/>
              <a:gd name="connsiteX47" fmla="*/ 522469 w 867271"/>
              <a:gd name="connsiteY47" fmla="*/ 5271 h 157430"/>
              <a:gd name="connsiteX48" fmla="*/ 527701 w 867271"/>
              <a:gd name="connsiteY48" fmla="*/ 1 h 157430"/>
              <a:gd name="connsiteX49" fmla="*/ 376185 w 867271"/>
              <a:gd name="connsiteY49" fmla="*/ 1 h 157430"/>
              <a:gd name="connsiteX50" fmla="*/ 480695 w 867271"/>
              <a:gd name="connsiteY50" fmla="*/ 1 h 157430"/>
              <a:gd name="connsiteX51" fmla="*/ 512009 w 867271"/>
              <a:gd name="connsiteY51" fmla="*/ 31510 h 157430"/>
              <a:gd name="connsiteX52" fmla="*/ 512009 w 867271"/>
              <a:gd name="connsiteY52" fmla="*/ 36751 h 157430"/>
              <a:gd name="connsiteX53" fmla="*/ 506812 w 867271"/>
              <a:gd name="connsiteY53" fmla="*/ 41995 h 157430"/>
              <a:gd name="connsiteX54" fmla="*/ 475436 w 867271"/>
              <a:gd name="connsiteY54" fmla="*/ 41995 h 157430"/>
              <a:gd name="connsiteX55" fmla="*/ 470239 w 867271"/>
              <a:gd name="connsiteY55" fmla="*/ 36751 h 157430"/>
              <a:gd name="connsiteX56" fmla="*/ 470239 w 867271"/>
              <a:gd name="connsiteY56" fmla="*/ 36704 h 157430"/>
              <a:gd name="connsiteX57" fmla="*/ 464980 w 867271"/>
              <a:gd name="connsiteY57" fmla="*/ 31510 h 157430"/>
              <a:gd name="connsiteX58" fmla="*/ 397082 w 867271"/>
              <a:gd name="connsiteY58" fmla="*/ 31510 h 157430"/>
              <a:gd name="connsiteX59" fmla="*/ 397059 w 867271"/>
              <a:gd name="connsiteY59" fmla="*/ 31510 h 157430"/>
              <a:gd name="connsiteX60" fmla="*/ 386626 w 867271"/>
              <a:gd name="connsiteY60" fmla="*/ 41995 h 157430"/>
              <a:gd name="connsiteX61" fmla="*/ 386626 w 867271"/>
              <a:gd name="connsiteY61" fmla="*/ 52478 h 157430"/>
              <a:gd name="connsiteX62" fmla="*/ 397082 w 867271"/>
              <a:gd name="connsiteY62" fmla="*/ 62991 h 157430"/>
              <a:gd name="connsiteX63" fmla="*/ 480695 w 867271"/>
              <a:gd name="connsiteY63" fmla="*/ 62991 h 157430"/>
              <a:gd name="connsiteX64" fmla="*/ 512009 w 867271"/>
              <a:gd name="connsiteY64" fmla="*/ 94440 h 157430"/>
              <a:gd name="connsiteX65" fmla="*/ 512009 w 867271"/>
              <a:gd name="connsiteY65" fmla="*/ 125950 h 157430"/>
              <a:gd name="connsiteX66" fmla="*/ 480695 w 867271"/>
              <a:gd name="connsiteY66" fmla="*/ 157430 h 157430"/>
              <a:gd name="connsiteX67" fmla="*/ 376185 w 867271"/>
              <a:gd name="connsiteY67" fmla="*/ 157430 h 157430"/>
              <a:gd name="connsiteX68" fmla="*/ 376160 w 867271"/>
              <a:gd name="connsiteY68" fmla="*/ 157430 h 157430"/>
              <a:gd name="connsiteX69" fmla="*/ 344842 w 867271"/>
              <a:gd name="connsiteY69" fmla="*/ 125950 h 157430"/>
              <a:gd name="connsiteX70" fmla="*/ 344842 w 867271"/>
              <a:gd name="connsiteY70" fmla="*/ 120678 h 157430"/>
              <a:gd name="connsiteX71" fmla="*/ 350047 w 867271"/>
              <a:gd name="connsiteY71" fmla="*/ 115437 h 157430"/>
              <a:gd name="connsiteX72" fmla="*/ 381413 w 867271"/>
              <a:gd name="connsiteY72" fmla="*/ 115437 h 157430"/>
              <a:gd name="connsiteX73" fmla="*/ 386626 w 867271"/>
              <a:gd name="connsiteY73" fmla="*/ 120678 h 157430"/>
              <a:gd name="connsiteX74" fmla="*/ 391854 w 867271"/>
              <a:gd name="connsiteY74" fmla="*/ 125950 h 157430"/>
              <a:gd name="connsiteX75" fmla="*/ 459783 w 867271"/>
              <a:gd name="connsiteY75" fmla="*/ 125950 h 157430"/>
              <a:gd name="connsiteX76" fmla="*/ 459825 w 867271"/>
              <a:gd name="connsiteY76" fmla="*/ 125950 h 157430"/>
              <a:gd name="connsiteX77" fmla="*/ 470239 w 867271"/>
              <a:gd name="connsiteY77" fmla="*/ 115437 h 157430"/>
              <a:gd name="connsiteX78" fmla="*/ 470239 w 867271"/>
              <a:gd name="connsiteY78" fmla="*/ 104954 h 157430"/>
              <a:gd name="connsiteX79" fmla="*/ 470239 w 867271"/>
              <a:gd name="connsiteY79" fmla="*/ 104947 h 157430"/>
              <a:gd name="connsiteX80" fmla="*/ 459783 w 867271"/>
              <a:gd name="connsiteY80" fmla="*/ 94440 h 157430"/>
              <a:gd name="connsiteX81" fmla="*/ 376185 w 867271"/>
              <a:gd name="connsiteY81" fmla="*/ 94440 h 157430"/>
              <a:gd name="connsiteX82" fmla="*/ 376176 w 867271"/>
              <a:gd name="connsiteY82" fmla="*/ 94440 h 157430"/>
              <a:gd name="connsiteX83" fmla="*/ 344842 w 867271"/>
              <a:gd name="connsiteY83" fmla="*/ 62991 h 157430"/>
              <a:gd name="connsiteX84" fmla="*/ 344842 w 867271"/>
              <a:gd name="connsiteY84" fmla="*/ 31510 h 157430"/>
              <a:gd name="connsiteX85" fmla="*/ 344842 w 867271"/>
              <a:gd name="connsiteY85" fmla="*/ 31505 h 157430"/>
              <a:gd name="connsiteX86" fmla="*/ 376185 w 867271"/>
              <a:gd name="connsiteY86" fmla="*/ 1 h 157430"/>
              <a:gd name="connsiteX87" fmla="*/ 172420 w 867271"/>
              <a:gd name="connsiteY87" fmla="*/ 1 h 157430"/>
              <a:gd name="connsiteX88" fmla="*/ 172424 w 867271"/>
              <a:gd name="connsiteY88" fmla="*/ 1 h 157430"/>
              <a:gd name="connsiteX89" fmla="*/ 329162 w 867271"/>
              <a:gd name="connsiteY89" fmla="*/ 1 h 157430"/>
              <a:gd name="connsiteX90" fmla="*/ 334390 w 867271"/>
              <a:gd name="connsiteY90" fmla="*/ 5271 h 157430"/>
              <a:gd name="connsiteX91" fmla="*/ 334390 w 867271"/>
              <a:gd name="connsiteY91" fmla="*/ 26268 h 157430"/>
              <a:gd name="connsiteX92" fmla="*/ 329162 w 867271"/>
              <a:gd name="connsiteY92" fmla="*/ 31510 h 157430"/>
              <a:gd name="connsiteX93" fmla="*/ 214223 w 867271"/>
              <a:gd name="connsiteY93" fmla="*/ 31510 h 157430"/>
              <a:gd name="connsiteX94" fmla="*/ 208995 w 867271"/>
              <a:gd name="connsiteY94" fmla="*/ 36722 h 157430"/>
              <a:gd name="connsiteX95" fmla="*/ 208995 w 867271"/>
              <a:gd name="connsiteY95" fmla="*/ 36751 h 157430"/>
              <a:gd name="connsiteX96" fmla="*/ 208995 w 867271"/>
              <a:gd name="connsiteY96" fmla="*/ 57748 h 157430"/>
              <a:gd name="connsiteX97" fmla="*/ 214223 w 867271"/>
              <a:gd name="connsiteY97" fmla="*/ 62991 h 157430"/>
              <a:gd name="connsiteX98" fmla="*/ 318706 w 867271"/>
              <a:gd name="connsiteY98" fmla="*/ 62991 h 157430"/>
              <a:gd name="connsiteX99" fmla="*/ 323935 w 867271"/>
              <a:gd name="connsiteY99" fmla="*/ 68228 h 157430"/>
              <a:gd name="connsiteX100" fmla="*/ 323935 w 867271"/>
              <a:gd name="connsiteY100" fmla="*/ 68232 h 157430"/>
              <a:gd name="connsiteX101" fmla="*/ 323935 w 867271"/>
              <a:gd name="connsiteY101" fmla="*/ 89229 h 157430"/>
              <a:gd name="connsiteX102" fmla="*/ 318706 w 867271"/>
              <a:gd name="connsiteY102" fmla="*/ 94440 h 157430"/>
              <a:gd name="connsiteX103" fmla="*/ 214223 w 867271"/>
              <a:gd name="connsiteY103" fmla="*/ 94440 h 157430"/>
              <a:gd name="connsiteX104" fmla="*/ 208995 w 867271"/>
              <a:gd name="connsiteY104" fmla="*/ 99703 h 157430"/>
              <a:gd name="connsiteX105" fmla="*/ 208995 w 867271"/>
              <a:gd name="connsiteY105" fmla="*/ 99712 h 157430"/>
              <a:gd name="connsiteX106" fmla="*/ 208995 w 867271"/>
              <a:gd name="connsiteY106" fmla="*/ 120678 h 157430"/>
              <a:gd name="connsiteX107" fmla="*/ 214214 w 867271"/>
              <a:gd name="connsiteY107" fmla="*/ 125950 h 157430"/>
              <a:gd name="connsiteX108" fmla="*/ 214223 w 867271"/>
              <a:gd name="connsiteY108" fmla="*/ 125950 h 157430"/>
              <a:gd name="connsiteX109" fmla="*/ 329162 w 867271"/>
              <a:gd name="connsiteY109" fmla="*/ 125950 h 157430"/>
              <a:gd name="connsiteX110" fmla="*/ 334390 w 867271"/>
              <a:gd name="connsiteY110" fmla="*/ 131188 h 157430"/>
              <a:gd name="connsiteX111" fmla="*/ 334390 w 867271"/>
              <a:gd name="connsiteY111" fmla="*/ 131192 h 157430"/>
              <a:gd name="connsiteX112" fmla="*/ 334390 w 867271"/>
              <a:gd name="connsiteY112" fmla="*/ 152157 h 157430"/>
              <a:gd name="connsiteX113" fmla="*/ 329162 w 867271"/>
              <a:gd name="connsiteY113" fmla="*/ 157428 h 157430"/>
              <a:gd name="connsiteX114" fmla="*/ 172424 w 867271"/>
              <a:gd name="connsiteY114" fmla="*/ 157428 h 157430"/>
              <a:gd name="connsiteX115" fmla="*/ 167195 w 867271"/>
              <a:gd name="connsiteY115" fmla="*/ 152162 h 157430"/>
              <a:gd name="connsiteX116" fmla="*/ 167195 w 867271"/>
              <a:gd name="connsiteY116" fmla="*/ 152157 h 157430"/>
              <a:gd name="connsiteX117" fmla="*/ 167195 w 867271"/>
              <a:gd name="connsiteY117" fmla="*/ 5271 h 157430"/>
              <a:gd name="connsiteX118" fmla="*/ 172420 w 867271"/>
              <a:gd name="connsiteY118" fmla="*/ 1 h 157430"/>
              <a:gd name="connsiteX119" fmla="*/ 5229 w 867271"/>
              <a:gd name="connsiteY119" fmla="*/ 1 h 157430"/>
              <a:gd name="connsiteX120" fmla="*/ 151513 w 867271"/>
              <a:gd name="connsiteY120" fmla="*/ 1 h 157430"/>
              <a:gd name="connsiteX121" fmla="*/ 156742 w 867271"/>
              <a:gd name="connsiteY121" fmla="*/ 5268 h 157430"/>
              <a:gd name="connsiteX122" fmla="*/ 156742 w 867271"/>
              <a:gd name="connsiteY122" fmla="*/ 5271 h 157430"/>
              <a:gd name="connsiteX123" fmla="*/ 156742 w 867271"/>
              <a:gd name="connsiteY123" fmla="*/ 26268 h 157430"/>
              <a:gd name="connsiteX124" fmla="*/ 151513 w 867271"/>
              <a:gd name="connsiteY124" fmla="*/ 31510 h 157430"/>
              <a:gd name="connsiteX125" fmla="*/ 47030 w 867271"/>
              <a:gd name="connsiteY125" fmla="*/ 31510 h 157430"/>
              <a:gd name="connsiteX126" fmla="*/ 41801 w 867271"/>
              <a:gd name="connsiteY126" fmla="*/ 36751 h 157430"/>
              <a:gd name="connsiteX127" fmla="*/ 41801 w 867271"/>
              <a:gd name="connsiteY127" fmla="*/ 57748 h 157430"/>
              <a:gd name="connsiteX128" fmla="*/ 47030 w 867271"/>
              <a:gd name="connsiteY128" fmla="*/ 62991 h 157430"/>
              <a:gd name="connsiteX129" fmla="*/ 141083 w 867271"/>
              <a:gd name="connsiteY129" fmla="*/ 62991 h 157430"/>
              <a:gd name="connsiteX130" fmla="*/ 146312 w 867271"/>
              <a:gd name="connsiteY130" fmla="*/ 68232 h 157430"/>
              <a:gd name="connsiteX131" fmla="*/ 146284 w 867271"/>
              <a:gd name="connsiteY131" fmla="*/ 89229 h 157430"/>
              <a:gd name="connsiteX132" fmla="*/ 141082 w 867271"/>
              <a:gd name="connsiteY132" fmla="*/ 94440 h 157430"/>
              <a:gd name="connsiteX133" fmla="*/ 47028 w 867271"/>
              <a:gd name="connsiteY133" fmla="*/ 94440 h 157430"/>
              <a:gd name="connsiteX134" fmla="*/ 41801 w 867271"/>
              <a:gd name="connsiteY134" fmla="*/ 99712 h 157430"/>
              <a:gd name="connsiteX135" fmla="*/ 41801 w 867271"/>
              <a:gd name="connsiteY135" fmla="*/ 152157 h 157430"/>
              <a:gd name="connsiteX136" fmla="*/ 36579 w 867271"/>
              <a:gd name="connsiteY136" fmla="*/ 157428 h 157430"/>
              <a:gd name="connsiteX137" fmla="*/ 36572 w 867271"/>
              <a:gd name="connsiteY137" fmla="*/ 157428 h 157430"/>
              <a:gd name="connsiteX138" fmla="*/ 5229 w 867271"/>
              <a:gd name="connsiteY138" fmla="*/ 157430 h 157430"/>
              <a:gd name="connsiteX139" fmla="*/ 0 w 867271"/>
              <a:gd name="connsiteY139" fmla="*/ 152157 h 157430"/>
              <a:gd name="connsiteX140" fmla="*/ 0 w 867271"/>
              <a:gd name="connsiteY140" fmla="*/ 5271 h 157430"/>
              <a:gd name="connsiteX141" fmla="*/ 5229 w 867271"/>
              <a:gd name="connsiteY141" fmla="*/ 1 h 157430"/>
            </a:gdLst>
            <a:rect l="l" t="t" r="r" b="b"/>
            <a:pathLst>
              <a:path w="867271" h="157430">
                <a:moveTo>
                  <a:pt x="752298" y="31510"/>
                </a:moveTo>
                <a:cubicBezTo>
                  <a:pt x="746542" y="31521"/>
                  <a:pt x="741888" y="36215"/>
                  <a:pt x="741899" y="41995"/>
                </a:cubicBezTo>
                <a:lnTo>
                  <a:pt x="741899" y="115437"/>
                </a:lnTo>
                <a:cubicBezTo>
                  <a:pt x="741899" y="115452"/>
                  <a:pt x="741899" y="115467"/>
                  <a:pt x="741899" y="115481"/>
                </a:cubicBezTo>
                <a:cubicBezTo>
                  <a:pt x="741910" y="121273"/>
                  <a:pt x="746592" y="125960"/>
                  <a:pt x="752359" y="125950"/>
                </a:cubicBezTo>
                <a:lnTo>
                  <a:pt x="815045" y="125950"/>
                </a:lnTo>
                <a:cubicBezTo>
                  <a:pt x="815056" y="125950"/>
                  <a:pt x="815072" y="125950"/>
                  <a:pt x="815087" y="125950"/>
                </a:cubicBezTo>
                <a:cubicBezTo>
                  <a:pt x="820854" y="125936"/>
                  <a:pt x="825516" y="121229"/>
                  <a:pt x="825501" y="115437"/>
                </a:cubicBezTo>
                <a:lnTo>
                  <a:pt x="825497" y="41997"/>
                </a:lnTo>
                <a:cubicBezTo>
                  <a:pt x="825497" y="41975"/>
                  <a:pt x="825497" y="41954"/>
                  <a:pt x="825497" y="41934"/>
                </a:cubicBezTo>
                <a:cubicBezTo>
                  <a:pt x="825478" y="36154"/>
                  <a:pt x="820793" y="31488"/>
                  <a:pt x="815041" y="31510"/>
                </a:cubicBezTo>
                <a:lnTo>
                  <a:pt x="752355" y="31510"/>
                </a:lnTo>
                <a:cubicBezTo>
                  <a:pt x="752336" y="31510"/>
                  <a:pt x="752317" y="31510"/>
                  <a:pt x="752298" y="31510"/>
                </a:cubicBezTo>
                <a:close/>
                <a:moveTo>
                  <a:pt x="731443" y="1"/>
                </a:moveTo>
                <a:lnTo>
                  <a:pt x="835957" y="1"/>
                </a:lnTo>
                <a:cubicBezTo>
                  <a:pt x="835968" y="1"/>
                  <a:pt x="835980" y="1"/>
                  <a:pt x="835991" y="1"/>
                </a:cubicBezTo>
                <a:cubicBezTo>
                  <a:pt x="853289" y="26"/>
                  <a:pt x="867294" y="14133"/>
                  <a:pt x="867271" y="31510"/>
                </a:cubicBezTo>
                <a:lnTo>
                  <a:pt x="867271" y="125950"/>
                </a:lnTo>
                <a:cubicBezTo>
                  <a:pt x="867271" y="125968"/>
                  <a:pt x="867271" y="125985"/>
                  <a:pt x="867271" y="126003"/>
                </a:cubicBezTo>
                <a:cubicBezTo>
                  <a:pt x="867263" y="143366"/>
                  <a:pt x="853243" y="157437"/>
                  <a:pt x="835957" y="157430"/>
                </a:cubicBezTo>
                <a:lnTo>
                  <a:pt x="731443" y="157430"/>
                </a:lnTo>
                <a:cubicBezTo>
                  <a:pt x="714145" y="157415"/>
                  <a:pt x="700129" y="143325"/>
                  <a:pt x="700129" y="125950"/>
                </a:cubicBezTo>
                <a:lnTo>
                  <a:pt x="700129" y="31510"/>
                </a:lnTo>
                <a:cubicBezTo>
                  <a:pt x="700129" y="14129"/>
                  <a:pt x="714138" y="29"/>
                  <a:pt x="731443" y="1"/>
                </a:cubicBezTo>
                <a:close/>
                <a:moveTo>
                  <a:pt x="527701" y="1"/>
                </a:moveTo>
                <a:cubicBezTo>
                  <a:pt x="527712" y="1"/>
                  <a:pt x="527720" y="1"/>
                  <a:pt x="527728" y="1"/>
                </a:cubicBezTo>
                <a:lnTo>
                  <a:pt x="684414" y="1"/>
                </a:lnTo>
                <a:cubicBezTo>
                  <a:pt x="687309" y="-10"/>
                  <a:pt x="689665" y="2338"/>
                  <a:pt x="689673" y="5244"/>
                </a:cubicBezTo>
                <a:cubicBezTo>
                  <a:pt x="689673" y="5253"/>
                  <a:pt x="689673" y="5262"/>
                  <a:pt x="689673" y="5271"/>
                </a:cubicBezTo>
                <a:lnTo>
                  <a:pt x="689673" y="26268"/>
                </a:lnTo>
                <a:cubicBezTo>
                  <a:pt x="689665" y="29171"/>
                  <a:pt x="687317" y="31518"/>
                  <a:pt x="684426" y="31510"/>
                </a:cubicBezTo>
                <a:cubicBezTo>
                  <a:pt x="684422" y="31510"/>
                  <a:pt x="684418" y="31510"/>
                  <a:pt x="684414" y="31510"/>
                </a:cubicBezTo>
                <a:lnTo>
                  <a:pt x="632188" y="31510"/>
                </a:lnTo>
                <a:cubicBezTo>
                  <a:pt x="629316" y="31511"/>
                  <a:pt x="626987" y="33851"/>
                  <a:pt x="626987" y="36737"/>
                </a:cubicBezTo>
                <a:cubicBezTo>
                  <a:pt x="626987" y="36741"/>
                  <a:pt x="626987" y="36746"/>
                  <a:pt x="626987" y="36751"/>
                </a:cubicBezTo>
                <a:lnTo>
                  <a:pt x="626987" y="152157"/>
                </a:lnTo>
                <a:cubicBezTo>
                  <a:pt x="626994" y="155063"/>
                  <a:pt x="624654" y="157423"/>
                  <a:pt x="621759" y="157428"/>
                </a:cubicBezTo>
                <a:cubicBezTo>
                  <a:pt x="621747" y="157428"/>
                  <a:pt x="621740" y="157428"/>
                  <a:pt x="621728" y="157428"/>
                </a:cubicBezTo>
                <a:lnTo>
                  <a:pt x="590418" y="157428"/>
                </a:lnTo>
                <a:cubicBezTo>
                  <a:pt x="587522" y="157439"/>
                  <a:pt x="585170" y="155091"/>
                  <a:pt x="585159" y="152185"/>
                </a:cubicBezTo>
                <a:cubicBezTo>
                  <a:pt x="585159" y="152175"/>
                  <a:pt x="585159" y="152166"/>
                  <a:pt x="585159" y="152157"/>
                </a:cubicBezTo>
                <a:lnTo>
                  <a:pt x="585159" y="36751"/>
                </a:lnTo>
                <a:cubicBezTo>
                  <a:pt x="585167" y="33866"/>
                  <a:pt x="582849" y="31519"/>
                  <a:pt x="579973" y="31510"/>
                </a:cubicBezTo>
                <a:cubicBezTo>
                  <a:pt x="579969" y="31510"/>
                  <a:pt x="579965" y="31510"/>
                  <a:pt x="579962" y="31510"/>
                </a:cubicBezTo>
                <a:lnTo>
                  <a:pt x="527728" y="31510"/>
                </a:lnTo>
                <a:cubicBezTo>
                  <a:pt x="524840" y="31525"/>
                  <a:pt x="522484" y="29186"/>
                  <a:pt x="522469" y="26284"/>
                </a:cubicBezTo>
                <a:cubicBezTo>
                  <a:pt x="522469" y="26279"/>
                  <a:pt x="522469" y="26273"/>
                  <a:pt x="522469" y="26268"/>
                </a:cubicBezTo>
                <a:lnTo>
                  <a:pt x="522469" y="5271"/>
                </a:lnTo>
                <a:cubicBezTo>
                  <a:pt x="522465" y="2365"/>
                  <a:pt x="524810" y="5"/>
                  <a:pt x="527701" y="1"/>
                </a:cubicBezTo>
                <a:close/>
                <a:moveTo>
                  <a:pt x="376185" y="1"/>
                </a:moveTo>
                <a:lnTo>
                  <a:pt x="480695" y="1"/>
                </a:lnTo>
                <a:cubicBezTo>
                  <a:pt x="498001" y="28"/>
                  <a:pt x="512013" y="14128"/>
                  <a:pt x="512009" y="31510"/>
                </a:cubicBezTo>
                <a:lnTo>
                  <a:pt x="512009" y="36751"/>
                </a:lnTo>
                <a:cubicBezTo>
                  <a:pt x="512009" y="39638"/>
                  <a:pt x="509688" y="41982"/>
                  <a:pt x="506812" y="41995"/>
                </a:cubicBezTo>
                <a:lnTo>
                  <a:pt x="475436" y="41995"/>
                </a:lnTo>
                <a:cubicBezTo>
                  <a:pt x="472564" y="41982"/>
                  <a:pt x="470239" y="39638"/>
                  <a:pt x="470239" y="36751"/>
                </a:cubicBezTo>
                <a:cubicBezTo>
                  <a:pt x="470239" y="36735"/>
                  <a:pt x="470239" y="36720"/>
                  <a:pt x="470239" y="36704"/>
                </a:cubicBezTo>
                <a:cubicBezTo>
                  <a:pt x="470216" y="33811"/>
                  <a:pt x="467860" y="31486"/>
                  <a:pt x="464980" y="31510"/>
                </a:cubicBezTo>
                <a:lnTo>
                  <a:pt x="397082" y="31510"/>
                </a:lnTo>
                <a:cubicBezTo>
                  <a:pt x="397074" y="31510"/>
                  <a:pt x="397066" y="31510"/>
                  <a:pt x="397059" y="31510"/>
                </a:cubicBezTo>
                <a:cubicBezTo>
                  <a:pt x="391295" y="31511"/>
                  <a:pt x="386626" y="36205"/>
                  <a:pt x="386626" y="41995"/>
                </a:cubicBezTo>
                <a:lnTo>
                  <a:pt x="386626" y="52478"/>
                </a:lnTo>
                <a:cubicBezTo>
                  <a:pt x="386622" y="58281"/>
                  <a:pt x="391303" y="62988"/>
                  <a:pt x="397082" y="62991"/>
                </a:cubicBezTo>
                <a:lnTo>
                  <a:pt x="480695" y="62991"/>
                </a:lnTo>
                <a:cubicBezTo>
                  <a:pt x="497989" y="62991"/>
                  <a:pt x="512009" y="77071"/>
                  <a:pt x="512009" y="94440"/>
                </a:cubicBezTo>
                <a:lnTo>
                  <a:pt x="512009" y="125950"/>
                </a:lnTo>
                <a:cubicBezTo>
                  <a:pt x="512009" y="143325"/>
                  <a:pt x="497997" y="157415"/>
                  <a:pt x="480695" y="157430"/>
                </a:cubicBezTo>
                <a:lnTo>
                  <a:pt x="376185" y="157430"/>
                </a:lnTo>
                <a:cubicBezTo>
                  <a:pt x="376176" y="157430"/>
                  <a:pt x="376168" y="157430"/>
                  <a:pt x="376160" y="157430"/>
                </a:cubicBezTo>
                <a:cubicBezTo>
                  <a:pt x="358857" y="157423"/>
                  <a:pt x="344836" y="143330"/>
                  <a:pt x="344842" y="125950"/>
                </a:cubicBezTo>
                <a:lnTo>
                  <a:pt x="344842" y="120678"/>
                </a:lnTo>
                <a:cubicBezTo>
                  <a:pt x="344845" y="117790"/>
                  <a:pt x="347171" y="115447"/>
                  <a:pt x="350047" y="115437"/>
                </a:cubicBezTo>
                <a:lnTo>
                  <a:pt x="381413" y="115437"/>
                </a:lnTo>
                <a:cubicBezTo>
                  <a:pt x="384293" y="115444"/>
                  <a:pt x="386622" y="117787"/>
                  <a:pt x="386626" y="120678"/>
                </a:cubicBezTo>
                <a:cubicBezTo>
                  <a:pt x="386622" y="123583"/>
                  <a:pt x="388963" y="125941"/>
                  <a:pt x="391854" y="125950"/>
                </a:cubicBezTo>
                <a:lnTo>
                  <a:pt x="459783" y="125950"/>
                </a:lnTo>
                <a:cubicBezTo>
                  <a:pt x="459798" y="125950"/>
                  <a:pt x="459810" y="125950"/>
                  <a:pt x="459825" y="125950"/>
                </a:cubicBezTo>
                <a:cubicBezTo>
                  <a:pt x="465592" y="125936"/>
                  <a:pt x="470254" y="121229"/>
                  <a:pt x="470239" y="115437"/>
                </a:cubicBezTo>
                <a:lnTo>
                  <a:pt x="470239" y="104954"/>
                </a:lnTo>
                <a:cubicBezTo>
                  <a:pt x="470239" y="104951"/>
                  <a:pt x="470239" y="104949"/>
                  <a:pt x="470239" y="104947"/>
                </a:cubicBezTo>
                <a:cubicBezTo>
                  <a:pt x="470239" y="99145"/>
                  <a:pt x="465558" y="94441"/>
                  <a:pt x="459783" y="94440"/>
                </a:cubicBezTo>
                <a:lnTo>
                  <a:pt x="376185" y="94440"/>
                </a:lnTo>
                <a:cubicBezTo>
                  <a:pt x="376182" y="94440"/>
                  <a:pt x="376179" y="94440"/>
                  <a:pt x="376176" y="94440"/>
                </a:cubicBezTo>
                <a:cubicBezTo>
                  <a:pt x="358877" y="94447"/>
                  <a:pt x="344849" y="80366"/>
                  <a:pt x="344842" y="62991"/>
                </a:cubicBezTo>
                <a:lnTo>
                  <a:pt x="344842" y="31510"/>
                </a:lnTo>
                <a:cubicBezTo>
                  <a:pt x="344842" y="31508"/>
                  <a:pt x="344842" y="31507"/>
                  <a:pt x="344842" y="31505"/>
                </a:cubicBezTo>
                <a:cubicBezTo>
                  <a:pt x="344836" y="14112"/>
                  <a:pt x="358869" y="7"/>
                  <a:pt x="376185" y="1"/>
                </a:cubicBezTo>
                <a:close/>
                <a:moveTo>
                  <a:pt x="172420" y="1"/>
                </a:moveTo>
                <a:cubicBezTo>
                  <a:pt x="172421" y="1"/>
                  <a:pt x="172422" y="1"/>
                  <a:pt x="172424" y="1"/>
                </a:cubicBezTo>
                <a:lnTo>
                  <a:pt x="329162" y="1"/>
                </a:lnTo>
                <a:cubicBezTo>
                  <a:pt x="332052" y="11"/>
                  <a:pt x="334391" y="2368"/>
                  <a:pt x="334390" y="5271"/>
                </a:cubicBezTo>
                <a:lnTo>
                  <a:pt x="334390" y="26268"/>
                </a:lnTo>
                <a:cubicBezTo>
                  <a:pt x="334379" y="29162"/>
                  <a:pt x="332043" y="31504"/>
                  <a:pt x="329162" y="31510"/>
                </a:cubicBezTo>
                <a:lnTo>
                  <a:pt x="214223" y="31510"/>
                </a:lnTo>
                <a:cubicBezTo>
                  <a:pt x="211347" y="31499"/>
                  <a:pt x="209006" y="33832"/>
                  <a:pt x="208995" y="36722"/>
                </a:cubicBezTo>
                <a:cubicBezTo>
                  <a:pt x="208995" y="36732"/>
                  <a:pt x="208995" y="36741"/>
                  <a:pt x="208995" y="36751"/>
                </a:cubicBezTo>
                <a:lnTo>
                  <a:pt x="208995" y="57748"/>
                </a:lnTo>
                <a:cubicBezTo>
                  <a:pt x="208999" y="60645"/>
                  <a:pt x="211339" y="62991"/>
                  <a:pt x="214223" y="62991"/>
                </a:cubicBezTo>
                <a:lnTo>
                  <a:pt x="318706" y="62991"/>
                </a:lnTo>
                <a:cubicBezTo>
                  <a:pt x="321590" y="62987"/>
                  <a:pt x="323931" y="65332"/>
                  <a:pt x="323935" y="68228"/>
                </a:cubicBezTo>
                <a:cubicBezTo>
                  <a:pt x="323935" y="68230"/>
                  <a:pt x="323935" y="68231"/>
                  <a:pt x="323935" y="68232"/>
                </a:cubicBezTo>
                <a:lnTo>
                  <a:pt x="323935" y="89229"/>
                </a:lnTo>
                <a:cubicBezTo>
                  <a:pt x="323920" y="92117"/>
                  <a:pt x="321581" y="94448"/>
                  <a:pt x="318706" y="94440"/>
                </a:cubicBezTo>
                <a:lnTo>
                  <a:pt x="214223" y="94440"/>
                </a:lnTo>
                <a:cubicBezTo>
                  <a:pt x="211333" y="94443"/>
                  <a:pt x="208992" y="96799"/>
                  <a:pt x="208995" y="99703"/>
                </a:cubicBezTo>
                <a:cubicBezTo>
                  <a:pt x="208995" y="99706"/>
                  <a:pt x="208995" y="99709"/>
                  <a:pt x="208995" y="99712"/>
                </a:cubicBezTo>
                <a:lnTo>
                  <a:pt x="208995" y="120678"/>
                </a:lnTo>
                <a:cubicBezTo>
                  <a:pt x="208987" y="123582"/>
                  <a:pt x="211323" y="125942"/>
                  <a:pt x="214214" y="125950"/>
                </a:cubicBezTo>
                <a:cubicBezTo>
                  <a:pt x="214217" y="125950"/>
                  <a:pt x="214220" y="125950"/>
                  <a:pt x="214223" y="125950"/>
                </a:cubicBezTo>
                <a:lnTo>
                  <a:pt x="329162" y="125950"/>
                </a:lnTo>
                <a:cubicBezTo>
                  <a:pt x="332046" y="125946"/>
                  <a:pt x="334387" y="128291"/>
                  <a:pt x="334390" y="131188"/>
                </a:cubicBezTo>
                <a:cubicBezTo>
                  <a:pt x="334390" y="131189"/>
                  <a:pt x="334390" y="131191"/>
                  <a:pt x="334390" y="131192"/>
                </a:cubicBezTo>
                <a:lnTo>
                  <a:pt x="334390" y="152157"/>
                </a:lnTo>
                <a:cubicBezTo>
                  <a:pt x="334391" y="155061"/>
                  <a:pt x="332053" y="157418"/>
                  <a:pt x="329162" y="157428"/>
                </a:cubicBezTo>
                <a:lnTo>
                  <a:pt x="172424" y="157428"/>
                </a:lnTo>
                <a:cubicBezTo>
                  <a:pt x="169532" y="157424"/>
                  <a:pt x="167191" y="155066"/>
                  <a:pt x="167195" y="152162"/>
                </a:cubicBezTo>
                <a:cubicBezTo>
                  <a:pt x="167195" y="152160"/>
                  <a:pt x="167195" y="152159"/>
                  <a:pt x="167195" y="152157"/>
                </a:cubicBezTo>
                <a:lnTo>
                  <a:pt x="167195" y="5271"/>
                </a:lnTo>
                <a:cubicBezTo>
                  <a:pt x="167189" y="2367"/>
                  <a:pt x="169528" y="7"/>
                  <a:pt x="172420" y="1"/>
                </a:cubicBezTo>
                <a:close/>
                <a:moveTo>
                  <a:pt x="5229" y="1"/>
                </a:moveTo>
                <a:lnTo>
                  <a:pt x="151513" y="1"/>
                </a:lnTo>
                <a:cubicBezTo>
                  <a:pt x="154404" y="5"/>
                  <a:pt x="156745" y="2363"/>
                  <a:pt x="156742" y="5268"/>
                </a:cubicBezTo>
                <a:cubicBezTo>
                  <a:pt x="156742" y="5269"/>
                  <a:pt x="156742" y="5270"/>
                  <a:pt x="156742" y="5271"/>
                </a:cubicBezTo>
                <a:lnTo>
                  <a:pt x="156742" y="26268"/>
                </a:lnTo>
                <a:cubicBezTo>
                  <a:pt x="156736" y="29164"/>
                  <a:pt x="154397" y="31509"/>
                  <a:pt x="151513" y="31510"/>
                </a:cubicBezTo>
                <a:lnTo>
                  <a:pt x="47030" y="31510"/>
                </a:lnTo>
                <a:cubicBezTo>
                  <a:pt x="44146" y="31509"/>
                  <a:pt x="41806" y="33854"/>
                  <a:pt x="41801" y="36751"/>
                </a:cubicBezTo>
                <a:lnTo>
                  <a:pt x="41801" y="57748"/>
                </a:lnTo>
                <a:cubicBezTo>
                  <a:pt x="41815" y="60641"/>
                  <a:pt x="44149" y="62981"/>
                  <a:pt x="47030" y="62991"/>
                </a:cubicBezTo>
                <a:lnTo>
                  <a:pt x="141083" y="62991"/>
                </a:lnTo>
                <a:cubicBezTo>
                  <a:pt x="143967" y="62989"/>
                  <a:pt x="146307" y="65335"/>
                  <a:pt x="146312" y="68232"/>
                </a:cubicBezTo>
                <a:lnTo>
                  <a:pt x="146284" y="89229"/>
                </a:lnTo>
                <a:cubicBezTo>
                  <a:pt x="146279" y="92111"/>
                  <a:pt x="143951" y="94443"/>
                  <a:pt x="141082" y="94440"/>
                </a:cubicBezTo>
                <a:lnTo>
                  <a:pt x="47028" y="94440"/>
                </a:lnTo>
                <a:cubicBezTo>
                  <a:pt x="44139" y="94454"/>
                  <a:pt x="41802" y="96810"/>
                  <a:pt x="41801" y="99712"/>
                </a:cubicBezTo>
                <a:lnTo>
                  <a:pt x="41801" y="152157"/>
                </a:lnTo>
                <a:cubicBezTo>
                  <a:pt x="41808" y="155061"/>
                  <a:pt x="39470" y="157421"/>
                  <a:pt x="36579" y="157428"/>
                </a:cubicBezTo>
                <a:cubicBezTo>
                  <a:pt x="36577" y="157428"/>
                  <a:pt x="36574" y="157428"/>
                  <a:pt x="36572" y="157428"/>
                </a:cubicBezTo>
                <a:lnTo>
                  <a:pt x="5229" y="157430"/>
                </a:lnTo>
                <a:cubicBezTo>
                  <a:pt x="2338" y="157417"/>
                  <a:pt x="1" y="155060"/>
                  <a:pt x="0" y="152157"/>
                </a:cubicBezTo>
                <a:lnTo>
                  <a:pt x="0" y="5271"/>
                </a:lnTo>
                <a:cubicBezTo>
                  <a:pt x="2" y="2369"/>
                  <a:pt x="2339" y="14"/>
                  <a:pt x="5229" y="1"/>
                </a:cubicBezTo>
                <a:close/>
              </a:path>
            </a:pathLst>
          </a:custGeom>
          <a:solidFill xmlns:a="http://schemas.openxmlformats.org/drawingml/2006/main">
            <a:srgbClr val="0091DC"/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6" name="Datumsplatzhalter 5">
            <a:extLst xmlns:a="http://schemas.openxmlformats.org/drawingml/2006/main">
              <a:ext uri="{FF2B5EF4-FFF2-40B4-BE49-F238E27FC236}">
                <a16:creationId xmlns:a16="http://schemas.microsoft.com/office/drawing/2014/main" id="{5B5E1D7B-F321-FAFE-A383-8C6B0CA4E682}"/>
              </a:ext>
            </a:extLst>
          </p:cNvPr>
          <p:cNvSpPr>
            <a:spLocks xmlns:a="http://schemas.openxmlformats.org/drawingml/2006/main" noGrp="1"/>
          </p:cNvSpPr>
          <p:nvPr>
            <p:ph type="dt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9" name="Fußzeilenplatzhalter 8">
            <a:extLst xmlns:a="http://schemas.openxmlformats.org/drawingml/2006/main">
              <a:ext uri="{FF2B5EF4-FFF2-40B4-BE49-F238E27FC236}">
                <a16:creationId xmlns:a16="http://schemas.microsoft.com/office/drawing/2014/main" id="{D6ECCF80-AFF8-B59B-F86C-0D1D34284150}"/>
              </a:ext>
            </a:extLst>
          </p:cNvPr>
          <p:cNvSpPr>
            <a:spLocks xmlns:a="http://schemas.openxmlformats.org/drawingml/2006/main" noGrp="1"/>
          </p:cNvSpPr>
          <p:nvPr>
            <p:ph type="ftr" idx="2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2" name="Foliennummernplatzhalter 11">
            <a:extLst xmlns:a="http://schemas.openxmlformats.org/drawingml/2006/main">
              <a:ext uri="{FF2B5EF4-FFF2-40B4-BE49-F238E27FC236}">
                <a16:creationId xmlns:a16="http://schemas.microsoft.com/office/drawing/2014/main" id="{A62FB87C-37D4-7DB7-21AB-16A9426BE6AF}"/>
              </a:ext>
            </a:extLst>
          </p:cNvPr>
          <p:cNvSpPr>
            <a:spLocks xmlns:a="http://schemas.openxmlformats.org/drawingml/2006/main" noGrp="1"/>
          </p:cNvSpPr>
          <p:nvPr>
            <p:ph type="sldNum" idx="2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123.xml><?xml version="1.0" encoding="utf-8"?>
<p:sldLayout xmlns:p="http://schemas.openxmlformats.org/presentationml/2006/main" showMasterSp="0" preserve="1">
  <p:cSld name="End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Gerader Verbinder 18">
            <a:extLst xmlns:a="http://schemas.openxmlformats.org/drawingml/2006/main">
              <a:ext uri="{FF2B5EF4-FFF2-40B4-BE49-F238E27FC236}">
                <a16:creationId xmlns:a16="http://schemas.microsoft.com/office/drawing/2014/main" id="{975452B8-A0D1-41B0-B01F-F19C49A6E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131480"/>
            <a:ext cx="1428871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Titel 1">
            <a:extLst xmlns:a="http://schemas.openxmlformats.org/drawingml/2006/main">
              <a:ext uri="{FF2B5EF4-FFF2-40B4-BE49-F238E27FC236}">
                <a16:creationId xmlns:a16="http://schemas.microsoft.com/office/drawing/2014/main" id="{AD1B280D-3B22-2554-7DF5-88C7AEA07C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986500" y="2474530"/>
            <a:ext cx="8145998" cy="1982604"/>
          </a:xfrm>
        </p:spPr>
        <p:txBody>
          <a:bodyPr xmlns:a="http://schemas.openxmlformats.org/drawingml/2006/main" vert="horz" tIns="288000" anchor="t"/>
          <a:lstStyle xmlns:a="http://schemas.openxmlformats.org/drawingml/2006/main">
            <a:lvl1pPr>
              <a:buNone/>
              <a:defRPr sz="6115"/>
            </a:lvl1pPr>
          </a:lstStyle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8" name="Rechteck 7">
            <a:extLst xmlns:a="http://schemas.openxmlformats.org/drawingml/2006/main">
              <a:ext uri="{FF2B5EF4-FFF2-40B4-BE49-F238E27FC236}">
                <a16:creationId xmlns:a16="http://schemas.microsoft.com/office/drawing/2014/main" id="{7863DDD3-3D46-A4E3-1418-176698FEA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488561" y="1"/>
            <a:ext cx="1217350" cy="121735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216000" tIns="216000" rIns="216000" bIns="216000" anchor="ctr"/>
          <a:lstStyle xmlns:a="http://schemas.openxmlformats.org/drawingml/2006/main"/>
          <a:p xmlns:a="http://schemas.openxmlformats.org/drawingml/2006/main">
            <a:pPr algn="ctr">
              <a:spcBef>
                <a:spcPts val="611"/>
              </a:spcBef>
              <a:spcAft>
                <a:spcPts val="611"/>
              </a:spcAft>
              <a:buClr>
                <a:schemeClr val="bg1"/>
              </a:buClr>
              <a:buNone/>
            </a:pPr>
            <a:endParaRPr>
              <a:solidFill>
                <a:schemeClr val="bg1"/>
              </a:solidFill>
              <a:latin typeface="+mn-lt"/>
              <a:ea typeface="+mn-lt"/>
              <a:cs typeface="+mn-lt"/>
            </a:endParaRPr>
          </a:p>
        </p:txBody>
      </p:sp>
      <p:pic>
        <p:nvPicPr>
          <p:cNvPr id="24" name="Grafik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2e9eaf4f724323">
            <a:extLst>
              <a:ext uri="{96DAC541-7B7A-43D3-8B79-37D633B846F1}">
                <asvg:svgBlip xmlns:asvg="http://schemas.microsoft.com/office/drawing/2016/SVG/main" r:embed="Rea1475d2c2a4490a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649620" y="893159"/>
            <a:ext cx="895232" cy="162409"/>
          </a:xfrm>
          <a:prstGeom xmlns:a="http://schemas.openxmlformats.org/drawingml/2006/main" prst="rect">
            <a:avLst/>
          </a:prstGeom>
        </p:spPr>
      </p:pic>
      <p:sp>
        <p:nvSpPr>
          <p:cNvPr id="15" name="Datumsplatzhalter 14">
            <a:extLst xmlns:a="http://schemas.openxmlformats.org/drawingml/2006/main">
              <a:ext uri="{FF2B5EF4-FFF2-40B4-BE49-F238E27FC236}">
                <a16:creationId xmlns:a16="http://schemas.microsoft.com/office/drawing/2014/main" id="{4DEC1EF0-FFA3-A8D8-A94C-858711F57A3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6" name="Fußzeilenplatzhalter 15">
            <a:extLst xmlns:a="http://schemas.openxmlformats.org/drawingml/2006/main">
              <a:ext uri="{FF2B5EF4-FFF2-40B4-BE49-F238E27FC236}">
                <a16:creationId xmlns:a16="http://schemas.microsoft.com/office/drawing/2014/main" id="{EC302C7F-68DF-1193-A3DB-B843C7ABF3E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7" name="Foliennummernplatzhalter 16">
            <a:extLst xmlns:a="http://schemas.openxmlformats.org/drawingml/2006/main">
              <a:ext uri="{FF2B5EF4-FFF2-40B4-BE49-F238E27FC236}">
                <a16:creationId xmlns:a16="http://schemas.microsoft.com/office/drawing/2014/main" id="{4D44B14B-7DDE-D876-D72A-C422FD1B824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png" Id="R7dcc396f28d84ed2" /><Relationship Type="http://schemas.openxmlformats.org/officeDocument/2006/relationships/image" Target="/ppt/media/image.svg" Id="Rca566d40b7dd4b2b" /><Relationship Type="http://schemas.openxmlformats.org/officeDocument/2006/relationships/theme" Target="/ppt/slideMasters/theme/theme2.xml" Id="R06ce01b73249466b" /><Relationship Type="http://schemas.openxmlformats.org/officeDocument/2006/relationships/slideLayout" Target="/ppt/slideLayouts/slideLayout1.xml" Id="Rddb9ff348ac745a7" /><Relationship Type="http://schemas.openxmlformats.org/officeDocument/2006/relationships/slideLayout" Target="/ppt/slideLayouts/slideLayout2.xml" Id="Raf6a60328ade4370" /><Relationship Type="http://schemas.openxmlformats.org/officeDocument/2006/relationships/slideLayout" Target="/ppt/slideLayouts/slideLayout3.xml" Id="Rf319b1be9ef54fb9" /><Relationship Type="http://schemas.openxmlformats.org/officeDocument/2006/relationships/slideLayout" Target="/ppt/slideLayouts/slideLayout4.xml" Id="R9a4c05825d7b436e" /><Relationship Type="http://schemas.openxmlformats.org/officeDocument/2006/relationships/slideLayout" Target="/ppt/slideLayouts/slideLayout5.xml" Id="R4556f2a9e2b1441d" /><Relationship Type="http://schemas.openxmlformats.org/officeDocument/2006/relationships/slideLayout" Target="/ppt/slideLayouts/slideLayout6.xml" Id="R5c254289d2a741d0" /><Relationship Type="http://schemas.openxmlformats.org/officeDocument/2006/relationships/slideLayout" Target="/ppt/slideLayouts/slideLayout7.xml" Id="R125c4a79cbdd48ce" /><Relationship Type="http://schemas.openxmlformats.org/officeDocument/2006/relationships/slideLayout" Target="/ppt/slideLayouts/slideLayout8.xml" Id="Rad56acd0af314de6" /><Relationship Type="http://schemas.openxmlformats.org/officeDocument/2006/relationships/slideLayout" Target="/ppt/slideLayouts/slideLayout9.xml" Id="R2f051128246549e3" /><Relationship Type="http://schemas.openxmlformats.org/officeDocument/2006/relationships/slideLayout" Target="/ppt/slideLayouts/slideLayout10.xml" Id="Rc0537a8491cf4904" /><Relationship Type="http://schemas.openxmlformats.org/officeDocument/2006/relationships/slideLayout" Target="/ppt/slideLayouts/slideLayout11.xml" Id="Re510aee8ccb44c4a" /><Relationship Type="http://schemas.openxmlformats.org/officeDocument/2006/relationships/slideLayout" Target="/ppt/slideLayouts/slideLayout12.xml" Id="Rd07b22c34ecc4594" /><Relationship Type="http://schemas.openxmlformats.org/officeDocument/2006/relationships/slideLayout" Target="/ppt/slideLayouts/slideLayout13.xml" Id="R3c945e960e504835" /><Relationship Type="http://schemas.openxmlformats.org/officeDocument/2006/relationships/slideLayout" Target="/ppt/slideLayouts/slideLayout14.xml" Id="R305c64cb88e64d0b" /><Relationship Type="http://schemas.openxmlformats.org/officeDocument/2006/relationships/slideLayout" Target="/ppt/slideLayouts/slideLayout15.xml" Id="R06497341eb9c4e6d" /><Relationship Type="http://schemas.openxmlformats.org/officeDocument/2006/relationships/slideLayout" Target="/ppt/slideLayouts/slideLayout16.xml" Id="Rb7e3ea8f8d784d1d" /><Relationship Type="http://schemas.openxmlformats.org/officeDocument/2006/relationships/slideLayout" Target="/ppt/slideLayouts/slideLayout17.xml" Id="R3727c45e175f44e5" /><Relationship Type="http://schemas.openxmlformats.org/officeDocument/2006/relationships/slideLayout" Target="/ppt/slideLayouts/slideLayout18.xml" Id="Raeb5ba9cea4b430a" /><Relationship Type="http://schemas.openxmlformats.org/officeDocument/2006/relationships/slideLayout" Target="/ppt/slideLayouts/slideLayout19.xml" Id="Ra05459fc941d474d" /><Relationship Type="http://schemas.openxmlformats.org/officeDocument/2006/relationships/slideLayout" Target="/ppt/slideLayouts/slideLayout20.xml" Id="R7aa78a1138ef4a78" /><Relationship Type="http://schemas.openxmlformats.org/officeDocument/2006/relationships/slideLayout" Target="/ppt/slideLayouts/slideLayout21.xml" Id="Re84ef2df6e2d4111" /><Relationship Type="http://schemas.openxmlformats.org/officeDocument/2006/relationships/slideLayout" Target="/ppt/slideLayouts/slideLayout22.xml" Id="R14dcf89ef19e4fdd" /><Relationship Type="http://schemas.openxmlformats.org/officeDocument/2006/relationships/slideLayout" Target="/ppt/slideLayouts/slideLayout23.xml" Id="Rdb0ff8a52b0e4128" /><Relationship Type="http://schemas.openxmlformats.org/officeDocument/2006/relationships/slideLayout" Target="/ppt/slideLayouts/slideLayout24.xml" Id="Rcac15112c7224cb4" /><Relationship Type="http://schemas.openxmlformats.org/officeDocument/2006/relationships/slideLayout" Target="/ppt/slideLayouts/slideLayout25.xml" Id="R2bc83383df6d4a31" /><Relationship Type="http://schemas.openxmlformats.org/officeDocument/2006/relationships/slideLayout" Target="/ppt/slideLayouts/slideLayout26.xml" Id="Re8496e2e7b4c4523" /><Relationship Type="http://schemas.openxmlformats.org/officeDocument/2006/relationships/slideLayout" Target="/ppt/slideLayouts/slideLayout27.xml" Id="R04d3bdffbbfa4220" /><Relationship Type="http://schemas.openxmlformats.org/officeDocument/2006/relationships/slideLayout" Target="/ppt/slideLayouts/slideLayout28.xml" Id="R0a05f861573f489d" /><Relationship Type="http://schemas.openxmlformats.org/officeDocument/2006/relationships/slideLayout" Target="/ppt/slideLayouts/slideLayout29.xml" Id="Rf1b16082bd1d45e1" /><Relationship Type="http://schemas.openxmlformats.org/officeDocument/2006/relationships/slideLayout" Target="/ppt/slideLayouts/slideLayout30.xml" Id="R4d7f983536194103" /><Relationship Type="http://schemas.openxmlformats.org/officeDocument/2006/relationships/slideLayout" Target="/ppt/slideLayouts/slideLayout31.xml" Id="R5ad4227f378b4951" /><Relationship Type="http://schemas.openxmlformats.org/officeDocument/2006/relationships/slideLayout" Target="/ppt/slideLayouts/slideLayout32.xml" Id="R0a8c666ad634414f" /><Relationship Type="http://schemas.openxmlformats.org/officeDocument/2006/relationships/slideLayout" Target="/ppt/slideLayouts/slideLayout33.xml" Id="Rdd62ef56123e4d7d" /><Relationship Type="http://schemas.openxmlformats.org/officeDocument/2006/relationships/slideLayout" Target="/ppt/slideLayouts/slideLayout34.xml" Id="Re91862d2d3044b2d" /><Relationship Type="http://schemas.openxmlformats.org/officeDocument/2006/relationships/slideLayout" Target="/ppt/slideLayouts/slideLayout35.xml" Id="Rf5e27b2a19ba4646" /><Relationship Type="http://schemas.openxmlformats.org/officeDocument/2006/relationships/slideLayout" Target="/ppt/slideLayouts/slideLayout36.xml" Id="R92292ffeeebc492d" /><Relationship Type="http://schemas.openxmlformats.org/officeDocument/2006/relationships/slideLayout" Target="/ppt/slideLayouts/slideLayout37.xml" Id="R83690ef84fdb443e" /><Relationship Type="http://schemas.openxmlformats.org/officeDocument/2006/relationships/slideLayout" Target="/ppt/slideLayouts/slideLayout38.xml" Id="R6f26e1c0bce84a92" /><Relationship Type="http://schemas.openxmlformats.org/officeDocument/2006/relationships/slideLayout" Target="/ppt/slideLayouts/slideLayout39.xml" Id="R4bd25c84b2f2453a" /><Relationship Type="http://schemas.openxmlformats.org/officeDocument/2006/relationships/slideLayout" Target="/ppt/slideLayouts/slideLayout40.xml" Id="R7fd9c19349244c30" /><Relationship Type="http://schemas.openxmlformats.org/officeDocument/2006/relationships/slideLayout" Target="/ppt/slideLayouts/slideLayout41.xml" Id="R830aa6b4d3d441f5" /><Relationship Type="http://schemas.openxmlformats.org/officeDocument/2006/relationships/slideLayout" Target="/ppt/slideLayouts/slideLayout42.xml" Id="Rc755c1f21b3249c1" /><Relationship Type="http://schemas.openxmlformats.org/officeDocument/2006/relationships/slideLayout" Target="/ppt/slideLayouts/slideLayout43.xml" Id="R58f450eee9cc4f21" /><Relationship Type="http://schemas.openxmlformats.org/officeDocument/2006/relationships/slideLayout" Target="/ppt/slideLayouts/slideLayout44.xml" Id="R5364a18cfb704215" /><Relationship Type="http://schemas.openxmlformats.org/officeDocument/2006/relationships/slideLayout" Target="/ppt/slideLayouts/slideLayout45.xml" Id="Ra1d89af521f949e9" /><Relationship Type="http://schemas.openxmlformats.org/officeDocument/2006/relationships/slideLayout" Target="/ppt/slideLayouts/slideLayout46.xml" Id="R0e296a64c9244981" /><Relationship Type="http://schemas.openxmlformats.org/officeDocument/2006/relationships/slideLayout" Target="/ppt/slideLayouts/slideLayout47.xml" Id="Rcb5e4fc0e8334e6e" /><Relationship Type="http://schemas.openxmlformats.org/officeDocument/2006/relationships/slideLayout" Target="/ppt/slideLayouts/slideLayout48.xml" Id="Rc358336f262c4f14" /><Relationship Type="http://schemas.openxmlformats.org/officeDocument/2006/relationships/slideLayout" Target="/ppt/slideLayouts/slideLayout49.xml" Id="R9055153cc0fa46b4" /><Relationship Type="http://schemas.openxmlformats.org/officeDocument/2006/relationships/slideLayout" Target="/ppt/slideLayouts/slideLayout50.xml" Id="R4b9b6eb41c7f4214" /><Relationship Type="http://schemas.openxmlformats.org/officeDocument/2006/relationships/slideLayout" Target="/ppt/slideLayouts/slideLayout51.xml" Id="R741a74c369e24f5a" /><Relationship Type="http://schemas.openxmlformats.org/officeDocument/2006/relationships/slideLayout" Target="/ppt/slideLayouts/slideLayout52.xml" Id="R1256e028abda47da" /><Relationship Type="http://schemas.openxmlformats.org/officeDocument/2006/relationships/slideLayout" Target="/ppt/slideLayouts/slideLayout53.xml" Id="Rd84a081a4b9a437a" /><Relationship Type="http://schemas.openxmlformats.org/officeDocument/2006/relationships/slideLayout" Target="/ppt/slideLayouts/slideLayout54.xml" Id="Re2710359f34b4ff1" /><Relationship Type="http://schemas.openxmlformats.org/officeDocument/2006/relationships/slideLayout" Target="/ppt/slideLayouts/slideLayout55.xml" Id="R3dd4ae703d4e4651" /><Relationship Type="http://schemas.openxmlformats.org/officeDocument/2006/relationships/slideLayout" Target="/ppt/slideLayouts/slideLayout56.xml" Id="Rf5bf70ddf8ba4c6d" /><Relationship Type="http://schemas.openxmlformats.org/officeDocument/2006/relationships/slideLayout" Target="/ppt/slideLayouts/slideLayout57.xml" Id="R13a77581aaa94077" /><Relationship Type="http://schemas.openxmlformats.org/officeDocument/2006/relationships/slideLayout" Target="/ppt/slideLayouts/slideLayout58.xml" Id="R1a2f395ad8b440b0" /><Relationship Type="http://schemas.openxmlformats.org/officeDocument/2006/relationships/slideLayout" Target="/ppt/slideLayouts/slideLayout59.xml" Id="Rc3d794116102458e" /><Relationship Type="http://schemas.openxmlformats.org/officeDocument/2006/relationships/slideLayout" Target="/ppt/slideLayouts/slideLayout60.xml" Id="R338450ab367e41ae" /><Relationship Type="http://schemas.openxmlformats.org/officeDocument/2006/relationships/slideLayout" Target="/ppt/slideLayouts/slideLayout61.xml" Id="R8b3e26196f274cb6" /><Relationship Type="http://schemas.openxmlformats.org/officeDocument/2006/relationships/slideLayout" Target="/ppt/slideLayouts/slideLayout62.xml" Id="R62b62a2256d64f4f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image" Target="/ppt/media/image.png" Id="R6402938071754101" /><Relationship Type="http://schemas.openxmlformats.org/officeDocument/2006/relationships/image" Target="/ppt/media/image.svg" Id="R2253e42e2b074fa7" /><Relationship Type="http://schemas.openxmlformats.org/officeDocument/2006/relationships/theme" Target="/ppt/slideMasters/theme/theme3.xml" Id="Rc3cc841171354458" /><Relationship Type="http://schemas.openxmlformats.org/officeDocument/2006/relationships/slideLayout" Target="/ppt/slideLayouts/slideLayout63.xml" Id="R61fa63bce3e249e2" /><Relationship Type="http://schemas.openxmlformats.org/officeDocument/2006/relationships/slideLayout" Target="/ppt/slideLayouts/slideLayout64.xml" Id="Rc60113bdbb784e56" /><Relationship Type="http://schemas.openxmlformats.org/officeDocument/2006/relationships/slideLayout" Target="/ppt/slideLayouts/slideLayout65.xml" Id="R1c17e49f4b864fc5" /><Relationship Type="http://schemas.openxmlformats.org/officeDocument/2006/relationships/slideLayout" Target="/ppt/slideLayouts/slideLayout66.xml" Id="Re6f7aaa5e0754b0b" /><Relationship Type="http://schemas.openxmlformats.org/officeDocument/2006/relationships/slideLayout" Target="/ppt/slideLayouts/slideLayout67.xml" Id="R8836f58d3c4b4e37" /><Relationship Type="http://schemas.openxmlformats.org/officeDocument/2006/relationships/slideLayout" Target="/ppt/slideLayouts/slideLayout68.xml" Id="R83f41a9cc9c44d90" /><Relationship Type="http://schemas.openxmlformats.org/officeDocument/2006/relationships/slideLayout" Target="/ppt/slideLayouts/slideLayout69.xml" Id="R1df5700f83d54490" /><Relationship Type="http://schemas.openxmlformats.org/officeDocument/2006/relationships/slideLayout" Target="/ppt/slideLayouts/slideLayout70.xml" Id="R7bd7896737214e4f" /><Relationship Type="http://schemas.openxmlformats.org/officeDocument/2006/relationships/slideLayout" Target="/ppt/slideLayouts/slideLayout71.xml" Id="R2413f6165040494c" /><Relationship Type="http://schemas.openxmlformats.org/officeDocument/2006/relationships/slideLayout" Target="/ppt/slideLayouts/slideLayout72.xml" Id="R95d3e8485f20459d" /><Relationship Type="http://schemas.openxmlformats.org/officeDocument/2006/relationships/slideLayout" Target="/ppt/slideLayouts/slideLayout73.xml" Id="R2085b17773b14cb7" /><Relationship Type="http://schemas.openxmlformats.org/officeDocument/2006/relationships/slideLayout" Target="/ppt/slideLayouts/slideLayout74.xml" Id="Ra5ee1ab73acb484e" /><Relationship Type="http://schemas.openxmlformats.org/officeDocument/2006/relationships/slideLayout" Target="/ppt/slideLayouts/slideLayout75.xml" Id="Re6c30f3d373b49f2" /><Relationship Type="http://schemas.openxmlformats.org/officeDocument/2006/relationships/slideLayout" Target="/ppt/slideLayouts/slideLayout76.xml" Id="Rb4075e666bfd4b49" /><Relationship Type="http://schemas.openxmlformats.org/officeDocument/2006/relationships/slideLayout" Target="/ppt/slideLayouts/slideLayout77.xml" Id="Racf7232c71f34337" /><Relationship Type="http://schemas.openxmlformats.org/officeDocument/2006/relationships/slideLayout" Target="/ppt/slideLayouts/slideLayout78.xml" Id="Rb4b6f9e170b34eb1" /><Relationship Type="http://schemas.openxmlformats.org/officeDocument/2006/relationships/slideLayout" Target="/ppt/slideLayouts/slideLayout79.xml" Id="R890e49577c9a4d57" /><Relationship Type="http://schemas.openxmlformats.org/officeDocument/2006/relationships/slideLayout" Target="/ppt/slideLayouts/slideLayout80.xml" Id="R2ce14b4d68cb4fe6" /><Relationship Type="http://schemas.openxmlformats.org/officeDocument/2006/relationships/slideLayout" Target="/ppt/slideLayouts/slideLayout81.xml" Id="R38d05c0bc2214047" /><Relationship Type="http://schemas.openxmlformats.org/officeDocument/2006/relationships/slideLayout" Target="/ppt/slideLayouts/slideLayout82.xml" Id="R1889317430d2436b" /><Relationship Type="http://schemas.openxmlformats.org/officeDocument/2006/relationships/slideLayout" Target="/ppt/slideLayouts/slideLayout83.xml" Id="Rdfccac1c5bde4270" /><Relationship Type="http://schemas.openxmlformats.org/officeDocument/2006/relationships/slideLayout" Target="/ppt/slideLayouts/slideLayout84.xml" Id="Rb607e78cbbe54a4a" /><Relationship Type="http://schemas.openxmlformats.org/officeDocument/2006/relationships/slideLayout" Target="/ppt/slideLayouts/slideLayout85.xml" Id="Rbd11e2da3a07437e" /><Relationship Type="http://schemas.openxmlformats.org/officeDocument/2006/relationships/slideLayout" Target="/ppt/slideLayouts/slideLayout86.xml" Id="R6911e6a6261e4b10" /><Relationship Type="http://schemas.openxmlformats.org/officeDocument/2006/relationships/slideLayout" Target="/ppt/slideLayouts/slideLayout87.xml" Id="R4c2ec569ae154d64" /><Relationship Type="http://schemas.openxmlformats.org/officeDocument/2006/relationships/slideLayout" Target="/ppt/slideLayouts/slideLayout88.xml" Id="Rb33f02dc01e84a3d" /><Relationship Type="http://schemas.openxmlformats.org/officeDocument/2006/relationships/slideLayout" Target="/ppt/slideLayouts/slideLayout89.xml" Id="R47ebb55a0bfa41d0" /><Relationship Type="http://schemas.openxmlformats.org/officeDocument/2006/relationships/slideLayout" Target="/ppt/slideLayouts/slideLayout90.xml" Id="R9812516bdf434cb2" /><Relationship Type="http://schemas.openxmlformats.org/officeDocument/2006/relationships/slideLayout" Target="/ppt/slideLayouts/slideLayout91.xml" Id="R0a9fd2a6ac5b4188" /><Relationship Type="http://schemas.openxmlformats.org/officeDocument/2006/relationships/slideLayout" Target="/ppt/slideLayouts/slideLayout92.xml" Id="Recf17cd857ec44d9" /><Relationship Type="http://schemas.openxmlformats.org/officeDocument/2006/relationships/slideLayout" Target="/ppt/slideLayouts/slideLayout93.xml" Id="Ra3a6c0d3ff764a76" /><Relationship Type="http://schemas.openxmlformats.org/officeDocument/2006/relationships/slideLayout" Target="/ppt/slideLayouts/slideLayout94.xml" Id="R5da0b67d727d4fc1" /><Relationship Type="http://schemas.openxmlformats.org/officeDocument/2006/relationships/slideLayout" Target="/ppt/slideLayouts/slideLayout95.xml" Id="R71780b47d2584a90" /><Relationship Type="http://schemas.openxmlformats.org/officeDocument/2006/relationships/slideLayout" Target="/ppt/slideLayouts/slideLayout96.xml" Id="Rff3e05d67c9448cf" /><Relationship Type="http://schemas.openxmlformats.org/officeDocument/2006/relationships/slideLayout" Target="/ppt/slideLayouts/slideLayout97.xml" Id="Rb1ab12dbc92c41f5" /><Relationship Type="http://schemas.openxmlformats.org/officeDocument/2006/relationships/slideLayout" Target="/ppt/slideLayouts/slideLayout98.xml" Id="Rbb9db5b5324146cd" /><Relationship Type="http://schemas.openxmlformats.org/officeDocument/2006/relationships/slideLayout" Target="/ppt/slideLayouts/slideLayout99.xml" Id="Rd89940d533ec41cc" /><Relationship Type="http://schemas.openxmlformats.org/officeDocument/2006/relationships/slideLayout" Target="/ppt/slideLayouts/slideLayout100.xml" Id="Re74b2372e0964c6d" /><Relationship Type="http://schemas.openxmlformats.org/officeDocument/2006/relationships/slideLayout" Target="/ppt/slideLayouts/slideLayout101.xml" Id="R37166a2d393a44bf" /><Relationship Type="http://schemas.openxmlformats.org/officeDocument/2006/relationships/slideLayout" Target="/ppt/slideLayouts/slideLayout102.xml" Id="Ref10fc0647b24209" /><Relationship Type="http://schemas.openxmlformats.org/officeDocument/2006/relationships/slideLayout" Target="/ppt/slideLayouts/slideLayout103.xml" Id="R29420b5074db404c" /><Relationship Type="http://schemas.openxmlformats.org/officeDocument/2006/relationships/slideLayout" Target="/ppt/slideLayouts/slideLayout104.xml" Id="Rc18f153dbefd4452" /><Relationship Type="http://schemas.openxmlformats.org/officeDocument/2006/relationships/slideLayout" Target="/ppt/slideLayouts/slideLayout105.xml" Id="R3fef07442f2444aa" /><Relationship Type="http://schemas.openxmlformats.org/officeDocument/2006/relationships/slideLayout" Target="/ppt/slideLayouts/slideLayout106.xml" Id="R1854107a9f134530" /><Relationship Type="http://schemas.openxmlformats.org/officeDocument/2006/relationships/slideLayout" Target="/ppt/slideLayouts/slideLayout107.xml" Id="R2c32b7dd607d439b" /><Relationship Type="http://schemas.openxmlformats.org/officeDocument/2006/relationships/slideLayout" Target="/ppt/slideLayouts/slideLayout108.xml" Id="R0f238d105bf7420a" /><Relationship Type="http://schemas.openxmlformats.org/officeDocument/2006/relationships/slideLayout" Target="/ppt/slideLayouts/slideLayout109.xml" Id="R4b5cc5796c6e4432" /><Relationship Type="http://schemas.openxmlformats.org/officeDocument/2006/relationships/slideLayout" Target="/ppt/slideLayouts/slideLayout110.xml" Id="Rde7eab568e9941ff" /><Relationship Type="http://schemas.openxmlformats.org/officeDocument/2006/relationships/slideLayout" Target="/ppt/slideLayouts/slideLayout111.xml" Id="R35549398756b4a3c" /><Relationship Type="http://schemas.openxmlformats.org/officeDocument/2006/relationships/slideLayout" Target="/ppt/slideLayouts/slideLayout112.xml" Id="R3c298c5f3b2141b1" /><Relationship Type="http://schemas.openxmlformats.org/officeDocument/2006/relationships/slideLayout" Target="/ppt/slideLayouts/slideLayout113.xml" Id="R1979192066204056" /><Relationship Type="http://schemas.openxmlformats.org/officeDocument/2006/relationships/slideLayout" Target="/ppt/slideLayouts/slideLayout114.xml" Id="R2633b3f512384380" /><Relationship Type="http://schemas.openxmlformats.org/officeDocument/2006/relationships/slideLayout" Target="/ppt/slideLayouts/slideLayout115.xml" Id="R791b045237874524" /><Relationship Type="http://schemas.openxmlformats.org/officeDocument/2006/relationships/slideLayout" Target="/ppt/slideLayouts/slideLayout116.xml" Id="Rb87a37db11a34af6" /><Relationship Type="http://schemas.openxmlformats.org/officeDocument/2006/relationships/slideLayout" Target="/ppt/slideLayouts/slideLayout117.xml" Id="Rd831551cc04e4c2b" /><Relationship Type="http://schemas.openxmlformats.org/officeDocument/2006/relationships/slideLayout" Target="/ppt/slideLayouts/slideLayout118.xml" Id="R2e5189e2d1394eb2" /><Relationship Type="http://schemas.openxmlformats.org/officeDocument/2006/relationships/slideLayout" Target="/ppt/slideLayouts/slideLayout119.xml" Id="R10a681af20f541b6" /><Relationship Type="http://schemas.openxmlformats.org/officeDocument/2006/relationships/slideLayout" Target="/ppt/slideLayouts/slideLayout120.xml" Id="Rc3ae59db39ee4191" /><Relationship Type="http://schemas.openxmlformats.org/officeDocument/2006/relationships/slideLayout" Target="/ppt/slideLayouts/slideLayout121.xml" Id="R36f6f364cd154d02" /><Relationship Type="http://schemas.openxmlformats.org/officeDocument/2006/relationships/slideLayout" Target="/ppt/slideLayouts/slideLayout122.xml" Id="Reaeb2cb5bcfb40d3" /><Relationship Type="http://schemas.openxmlformats.org/officeDocument/2006/relationships/slideLayout" Target="/ppt/slideLayouts/slideLayout123.xml" Id="R248415803e6a4337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platzhalter 1">
            <a:extLst xmlns:a="http://schemas.openxmlformats.org/drawingml/2006/main">
              <a:ext uri="{FF2B5EF4-FFF2-40B4-BE49-F238E27FC236}">
                <a16:creationId xmlns:a16="http://schemas.microsoft.com/office/drawing/2014/main" id="{9E19FF3D-3158-4473-097E-33C8AE4BE9A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8145797" cy="9545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Mastertitelformat bearbeiten</a:t>
            </a:r>
          </a:p>
        </p:txBody>
      </p:sp>
      <p:sp>
        <p:nvSpPr>
          <p:cNvPr id="3" name="Textplatzhalter 2">
            <a:extLst xmlns:a="http://schemas.openxmlformats.org/drawingml/2006/main">
              <a:ext uri="{FF2B5EF4-FFF2-40B4-BE49-F238E27FC236}">
                <a16:creationId xmlns:a16="http://schemas.microsoft.com/office/drawing/2014/main" id="{22682666-2C6C-E5F1-C947-2BE662E5A0C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959376" y="2475286"/>
            <a:ext cx="8145797" cy="40364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t>Erste Ebene</a:t>
            </a:r>
          </a:p>
          <a:p xmlns:a="http://schemas.openxmlformats.org/drawingml/2006/main">
            <a:pPr lvl="1">
              <a:buNone/>
            </a:pPr>
            <a:r>
              <a:t>Zweite Ebene</a:t>
            </a:r>
          </a:p>
          <a:p xmlns:a="http://schemas.openxmlformats.org/drawingml/2006/main">
            <a:pPr lvl="2">
              <a:buNone/>
            </a:pPr>
            <a:r>
              <a:t>Dritte Ebene</a:t>
            </a:r>
          </a:p>
          <a:p xmlns:a="http://schemas.openxmlformats.org/drawingml/2006/main">
            <a:pPr lvl="3">
              <a:buNone/>
            </a:pPr>
            <a:r>
              <a:t>Vierte Ebene</a:t>
            </a:r>
          </a:p>
          <a:p xmlns:a="http://schemas.openxmlformats.org/drawingml/2006/main">
            <a:pPr lvl="4">
              <a:buNone/>
            </a:pPr>
            <a:r>
              <a:t>Fünfte Ebene</a:t>
            </a:r>
          </a:p>
          <a:p xmlns:a="http://schemas.openxmlformats.org/drawingml/2006/main">
            <a:pPr lvl="5">
              <a:buNone/>
            </a:pPr>
            <a:r>
              <a:t>Sechste Ebene</a:t>
            </a:r>
          </a:p>
          <a:p xmlns:a="http://schemas.openxmlformats.org/drawingml/2006/main">
            <a:pPr lvl="6">
              <a:buNone/>
            </a:pPr>
            <a:r>
              <a:t>Siebte Ebene</a:t>
            </a:r>
          </a:p>
          <a:p xmlns:a="http://schemas.openxmlformats.org/drawingml/2006/main">
            <a:pPr lvl="0">
              <a:buNone/>
            </a:pPr>
            <a:endParaRPr/>
          </a:p>
        </p:txBody>
      </p:sp>
      <p:sp>
        <p:nvSpPr>
          <p:cNvPr id="4" name="Datumsplatzhalter 3">
            <a:extLst xmlns:a="http://schemas.openxmlformats.org/drawingml/2006/main">
              <a:ext uri="{FF2B5EF4-FFF2-40B4-BE49-F238E27FC236}">
                <a16:creationId xmlns:a16="http://schemas.microsoft.com/office/drawing/2014/main" id="{28957A2A-1041-5BB1-E888-C0F721CF074A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 flipV="1">
            <a:off x="12192000" y="0"/>
            <a:ext cx="0" cy="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>
            <a:noAutofit/>
          </a:bodyPr>
          <a:lstStyle xmlns:a="http://schemas.openxmlformats.org/drawingml/2006/main">
            <a:lvl1pPr algn="r">
              <a:buNone/>
              <a:defRPr sz="102" b="0">
                <a:noFill/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5" name="Fußzeilenplatzhalter 4">
            <a:extLst xmlns:a="http://schemas.openxmlformats.org/drawingml/2006/main">
              <a:ext uri="{FF2B5EF4-FFF2-40B4-BE49-F238E27FC236}">
                <a16:creationId xmlns:a16="http://schemas.microsoft.com/office/drawing/2014/main" id="{D73D2941-C5A4-CFD1-083E-302BCD9D294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 flipV="1">
            <a:off x="12192000" y="0"/>
            <a:ext cx="0" cy="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>
            <a:noAutofit/>
          </a:bodyPr>
          <a:lstStyle xmlns:a="http://schemas.openxmlformats.org/drawingml/2006/main">
            <a:lvl1pPr algn="r">
              <a:buNone/>
              <a:defRPr sz="102" b="1">
                <a:noFill/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8" name="Rechteck 7">
            <a:extLst xmlns:a="http://schemas.openxmlformats.org/drawingml/2006/main">
              <a:ext uri="{FF2B5EF4-FFF2-40B4-BE49-F238E27FC236}">
                <a16:creationId xmlns:a16="http://schemas.microsoft.com/office/drawing/2014/main" id="{81EF3CD3-1DAA-0C1A-912E-7C42622C2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488561" y="1"/>
            <a:ext cx="1217350" cy="121735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216000" tIns="216000" rIns="216000" bIns="216000" anchor="ctr"/>
          <a:lstStyle xmlns:a="http://schemas.openxmlformats.org/drawingml/2006/main"/>
          <a:p xmlns:a="http://schemas.openxmlformats.org/drawingml/2006/main">
            <a:pPr algn="ctr">
              <a:spcBef>
                <a:spcPts val="611"/>
              </a:spcBef>
              <a:spcAft>
                <a:spcPts val="611"/>
              </a:spcAft>
              <a:buClr>
                <a:schemeClr val="bg1"/>
              </a:buClr>
              <a:buNone/>
            </a:pPr>
            <a:endParaRPr sz="1834">
              <a:solidFill>
                <a:schemeClr val="bg1"/>
              </a:solidFill>
              <a:latin typeface="+mn-lt"/>
              <a:ea typeface="+mn-lt"/>
              <a:cs typeface="+mn-lt"/>
            </a:endParaRPr>
          </a:p>
        </p:txBody>
      </p:sp>
      <p:pic>
        <p:nvPicPr>
          <p:cNvPr id="25" name="Grafik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cc396f28d84ed2">
            <a:extLst>
              <a:ext uri="{96DAC541-7B7A-43D3-8B79-37D633B846F1}">
                <asvg:svgBlip xmlns:asvg="http://schemas.microsoft.com/office/drawing/2016/SVG/main" r:embed="Rca566d40b7dd4b2b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649620" y="893159"/>
            <a:ext cx="895232" cy="162409"/>
          </a:xfrm>
          <a:prstGeom xmlns:a="http://schemas.openxmlformats.org/drawingml/2006/main" prst="rect">
            <a:avLst/>
          </a:prstGeom>
        </p:spPr>
      </p:pic>
      <p:sp>
        <p:nvSpPr>
          <p:cNvPr id="12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609FC892-4FB6-4384-5C29-EC6C9D8D3D5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  <p:sp>
        <p:nvSpPr>
          <p:cNvPr id="13" name="FESTO_NAME">
            <a:extLst xmlns:a="http://schemas.openxmlformats.org/drawingml/2006/main">
              <a:ext uri="{FF2B5EF4-FFF2-40B4-BE49-F238E27FC236}">
                <a16:creationId xmlns:a16="http://schemas.microsoft.com/office/drawing/2014/main" id="{6EC665EC-A235-0384-0096-D065C7B8D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815" y="6620687"/>
            <a:ext cx="1893096" cy="1284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713">
                <a:latin typeface="+mn-lt"/>
                <a:ea typeface="+mn-lt"/>
                <a:cs typeface="+mn-lt"/>
              </a:rPr>
              <a:t> </a:t>
            </a:r>
            <a:endParaRPr sz="713">
              <a:latin typeface="+mn-lt"/>
              <a:ea typeface="+mn-lt"/>
              <a:cs typeface="+mn-lt"/>
            </a:endParaRPr>
          </a:p>
        </p:txBody>
      </p:sp>
      <p:sp>
        <p:nvSpPr>
          <p:cNvPr id="14" name="FESTO_TITEL">
            <a:extLst xmlns:a="http://schemas.openxmlformats.org/drawingml/2006/main">
              <a:ext uri="{FF2B5EF4-FFF2-40B4-BE49-F238E27FC236}">
                <a16:creationId xmlns:a16="http://schemas.microsoft.com/office/drawing/2014/main" id="{96C49CE7-0E00-1C58-B84E-BEE8B7AF0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6955" y="6620687"/>
            <a:ext cx="3892586" cy="1284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marL="0" marR="0" indent="0" algn="l" defTabSz="931779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sz="713" kern="1200">
              <a:solidFill>
                <a:schemeClr val="tx1"/>
              </a:solidFill>
              <a:latin typeface="MetaPlusLF"/>
              <a:ea typeface="MetaPlusLF"/>
              <a:cs typeface="MetaPlusLF"/>
            </a:endParaRPr>
          </a:p>
        </p:txBody>
      </p:sp>
      <p:sp>
        <p:nvSpPr>
          <p:cNvPr id="15" name="FESTO_ERSTELLT">
            <a:extLst xmlns:a="http://schemas.openxmlformats.org/drawingml/2006/main">
              <a:ext uri="{FF2B5EF4-FFF2-40B4-BE49-F238E27FC236}">
                <a16:creationId xmlns:a16="http://schemas.microsoft.com/office/drawing/2014/main" id="{8A181814-15C0-D7EB-E88A-88203F7ED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6586" y="6620687"/>
            <a:ext cx="1284076" cy="1284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endParaRPr sz="713">
              <a:latin typeface="+mn-lt"/>
              <a:ea typeface="+mn-lt"/>
              <a:cs typeface="+mn-lt"/>
            </a:endParaRPr>
          </a:p>
        </p:txBody>
      </p:sp>
      <p:sp>
        <p:nvSpPr>
          <p:cNvPr id="16" name="FESTO_GEAENDERT">
            <a:extLst xmlns:a="http://schemas.openxmlformats.org/drawingml/2006/main">
              <a:ext uri="{FF2B5EF4-FFF2-40B4-BE49-F238E27FC236}">
                <a16:creationId xmlns:a16="http://schemas.microsoft.com/office/drawing/2014/main" id="{232C6D20-7FE3-3DA3-1644-C5221DA62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7707" y="6620687"/>
            <a:ext cx="1284076" cy="1284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endParaRPr sz="713">
              <a:latin typeface="+mn-lt"/>
              <a:ea typeface="+mn-lt"/>
              <a:cs typeface="+mn-lt"/>
            </a:endParaRPr>
          </a:p>
        </p:txBody>
      </p:sp>
      <p:sp>
        <p:nvSpPr>
          <p:cNvPr id="17" name="FESTO_STATUS1">
            <a:extLst xmlns:a="http://schemas.openxmlformats.org/drawingml/2006/main">
              <a:ext uri="{FF2B5EF4-FFF2-40B4-BE49-F238E27FC236}">
                <a16:creationId xmlns:a16="http://schemas.microsoft.com/office/drawing/2014/main" id="{E1373306-72B0-D218-F9A0-E86118B47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8828" y="6620687"/>
            <a:ext cx="1284076" cy="1284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endParaRPr sz="713">
              <a:latin typeface="+mn-lt"/>
              <a:ea typeface="+mn-lt"/>
              <a:cs typeface="+mn-lt"/>
            </a:endParaRPr>
          </a:p>
        </p:txBody>
      </p:sp>
      <p:sp>
        <p:nvSpPr>
          <p:cNvPr id="18" name="FESTO_VERTRAULICH1">
            <a:extLst xmlns:a="http://schemas.openxmlformats.org/drawingml/2006/main">
              <a:ext uri="{FF2B5EF4-FFF2-40B4-BE49-F238E27FC236}">
                <a16:creationId xmlns:a16="http://schemas.microsoft.com/office/drawing/2014/main" id="{DAF87E19-1DF2-9A79-CBA3-AEAA559B1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9949" y="6620687"/>
            <a:ext cx="1284076" cy="1284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endParaRPr sz="713">
              <a:latin typeface="+mn-lt"/>
              <a:ea typeface="+mn-lt"/>
              <a:cs typeface="+mn-lt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db9ff348ac745a7"/>
    <p:sldLayoutId xmlns:r="http://schemas.openxmlformats.org/officeDocument/2006/relationships" id="2147483650" r:id="Raf6a60328ade4370"/>
    <p:sldLayoutId xmlns:r="http://schemas.openxmlformats.org/officeDocument/2006/relationships" id="2147483651" r:id="Rf319b1be9ef54fb9"/>
    <p:sldLayoutId xmlns:r="http://schemas.openxmlformats.org/officeDocument/2006/relationships" id="2147483652" r:id="R9a4c05825d7b436e"/>
    <p:sldLayoutId xmlns:r="http://schemas.openxmlformats.org/officeDocument/2006/relationships" id="2147483653" r:id="R4556f2a9e2b1441d"/>
    <p:sldLayoutId xmlns:r="http://schemas.openxmlformats.org/officeDocument/2006/relationships" id="2147483654" r:id="R5c254289d2a741d0"/>
    <p:sldLayoutId xmlns:r="http://schemas.openxmlformats.org/officeDocument/2006/relationships" id="2147483655" r:id="R125c4a79cbdd48ce"/>
    <p:sldLayoutId xmlns:r="http://schemas.openxmlformats.org/officeDocument/2006/relationships" id="2147483656" r:id="Rad56acd0af314de6"/>
    <p:sldLayoutId xmlns:r="http://schemas.openxmlformats.org/officeDocument/2006/relationships" id="2147483657" r:id="R2f051128246549e3"/>
    <p:sldLayoutId xmlns:r="http://schemas.openxmlformats.org/officeDocument/2006/relationships" id="2147483658" r:id="Rc0537a8491cf4904"/>
    <p:sldLayoutId xmlns:r="http://schemas.openxmlformats.org/officeDocument/2006/relationships" id="2147483659" r:id="Re510aee8ccb44c4a"/>
    <p:sldLayoutId xmlns:r="http://schemas.openxmlformats.org/officeDocument/2006/relationships" id="2147483660" r:id="Rd07b22c34ecc4594"/>
    <p:sldLayoutId xmlns:r="http://schemas.openxmlformats.org/officeDocument/2006/relationships" id="2147483661" r:id="R3c945e960e504835"/>
    <p:sldLayoutId xmlns:r="http://schemas.openxmlformats.org/officeDocument/2006/relationships" id="2147483662" r:id="R305c64cb88e64d0b"/>
    <p:sldLayoutId xmlns:r="http://schemas.openxmlformats.org/officeDocument/2006/relationships" id="2147483663" r:id="R06497341eb9c4e6d"/>
    <p:sldLayoutId xmlns:r="http://schemas.openxmlformats.org/officeDocument/2006/relationships" id="2147483664" r:id="Rb7e3ea8f8d784d1d"/>
    <p:sldLayoutId xmlns:r="http://schemas.openxmlformats.org/officeDocument/2006/relationships" id="2147483665" r:id="R3727c45e175f44e5"/>
    <p:sldLayoutId xmlns:r="http://schemas.openxmlformats.org/officeDocument/2006/relationships" id="2147483666" r:id="Raeb5ba9cea4b430a"/>
    <p:sldLayoutId xmlns:r="http://schemas.openxmlformats.org/officeDocument/2006/relationships" id="2147483667" r:id="Ra05459fc941d474d"/>
    <p:sldLayoutId xmlns:r="http://schemas.openxmlformats.org/officeDocument/2006/relationships" id="2147483668" r:id="R7aa78a1138ef4a78"/>
    <p:sldLayoutId xmlns:r="http://schemas.openxmlformats.org/officeDocument/2006/relationships" id="2147483669" r:id="Re84ef2df6e2d4111"/>
    <p:sldLayoutId xmlns:r="http://schemas.openxmlformats.org/officeDocument/2006/relationships" id="2147483670" r:id="R14dcf89ef19e4fdd"/>
    <p:sldLayoutId xmlns:r="http://schemas.openxmlformats.org/officeDocument/2006/relationships" id="2147483671" r:id="Rdb0ff8a52b0e4128"/>
    <p:sldLayoutId xmlns:r="http://schemas.openxmlformats.org/officeDocument/2006/relationships" id="2147483672" r:id="Rcac15112c7224cb4"/>
    <p:sldLayoutId xmlns:r="http://schemas.openxmlformats.org/officeDocument/2006/relationships" id="2147483673" r:id="R2bc83383df6d4a31"/>
    <p:sldLayoutId xmlns:r="http://schemas.openxmlformats.org/officeDocument/2006/relationships" id="2147483674" r:id="Re8496e2e7b4c4523"/>
    <p:sldLayoutId xmlns:r="http://schemas.openxmlformats.org/officeDocument/2006/relationships" id="2147483675" r:id="R04d3bdffbbfa4220"/>
    <p:sldLayoutId xmlns:r="http://schemas.openxmlformats.org/officeDocument/2006/relationships" id="2147483676" r:id="R0a05f861573f489d"/>
    <p:sldLayoutId xmlns:r="http://schemas.openxmlformats.org/officeDocument/2006/relationships" id="2147483677" r:id="Rf1b16082bd1d45e1"/>
    <p:sldLayoutId xmlns:r="http://schemas.openxmlformats.org/officeDocument/2006/relationships" id="2147483678" r:id="R4d7f983536194103"/>
    <p:sldLayoutId xmlns:r="http://schemas.openxmlformats.org/officeDocument/2006/relationships" id="2147483679" r:id="R5ad4227f378b4951"/>
    <p:sldLayoutId xmlns:r="http://schemas.openxmlformats.org/officeDocument/2006/relationships" id="2147483680" r:id="R0a8c666ad634414f"/>
    <p:sldLayoutId xmlns:r="http://schemas.openxmlformats.org/officeDocument/2006/relationships" id="2147483681" r:id="Rdd62ef56123e4d7d"/>
    <p:sldLayoutId xmlns:r="http://schemas.openxmlformats.org/officeDocument/2006/relationships" id="2147483682" r:id="Re91862d2d3044b2d"/>
    <p:sldLayoutId xmlns:r="http://schemas.openxmlformats.org/officeDocument/2006/relationships" id="2147483683" r:id="Rf5e27b2a19ba4646"/>
    <p:sldLayoutId xmlns:r="http://schemas.openxmlformats.org/officeDocument/2006/relationships" id="2147483684" r:id="R92292ffeeebc492d"/>
    <p:sldLayoutId xmlns:r="http://schemas.openxmlformats.org/officeDocument/2006/relationships" id="2147483685" r:id="R83690ef84fdb443e"/>
    <p:sldLayoutId xmlns:r="http://schemas.openxmlformats.org/officeDocument/2006/relationships" id="2147483686" r:id="R6f26e1c0bce84a92"/>
    <p:sldLayoutId xmlns:r="http://schemas.openxmlformats.org/officeDocument/2006/relationships" id="2147483687" r:id="R4bd25c84b2f2453a"/>
    <p:sldLayoutId xmlns:r="http://schemas.openxmlformats.org/officeDocument/2006/relationships" id="2147483688" r:id="R7fd9c19349244c30"/>
    <p:sldLayoutId xmlns:r="http://schemas.openxmlformats.org/officeDocument/2006/relationships" id="2147483689" r:id="R830aa6b4d3d441f5"/>
    <p:sldLayoutId xmlns:r="http://schemas.openxmlformats.org/officeDocument/2006/relationships" id="2147483690" r:id="Rc755c1f21b3249c1"/>
    <p:sldLayoutId xmlns:r="http://schemas.openxmlformats.org/officeDocument/2006/relationships" id="2147483691" r:id="R58f450eee9cc4f21"/>
    <p:sldLayoutId xmlns:r="http://schemas.openxmlformats.org/officeDocument/2006/relationships" id="2147483692" r:id="R5364a18cfb704215"/>
    <p:sldLayoutId xmlns:r="http://schemas.openxmlformats.org/officeDocument/2006/relationships" id="2147483693" r:id="Ra1d89af521f949e9"/>
    <p:sldLayoutId xmlns:r="http://schemas.openxmlformats.org/officeDocument/2006/relationships" id="2147483694" r:id="R0e296a64c9244981"/>
    <p:sldLayoutId xmlns:r="http://schemas.openxmlformats.org/officeDocument/2006/relationships" id="2147483695" r:id="Rcb5e4fc0e8334e6e"/>
    <p:sldLayoutId xmlns:r="http://schemas.openxmlformats.org/officeDocument/2006/relationships" id="2147483696" r:id="Rc358336f262c4f14"/>
    <p:sldLayoutId xmlns:r="http://schemas.openxmlformats.org/officeDocument/2006/relationships" id="2147483697" r:id="R9055153cc0fa46b4"/>
    <p:sldLayoutId xmlns:r="http://schemas.openxmlformats.org/officeDocument/2006/relationships" id="2147483698" r:id="R4b9b6eb41c7f4214"/>
    <p:sldLayoutId xmlns:r="http://schemas.openxmlformats.org/officeDocument/2006/relationships" id="2147483699" r:id="R741a74c369e24f5a"/>
    <p:sldLayoutId xmlns:r="http://schemas.openxmlformats.org/officeDocument/2006/relationships" id="2147483700" r:id="R1256e028abda47da"/>
    <p:sldLayoutId xmlns:r="http://schemas.openxmlformats.org/officeDocument/2006/relationships" id="2147483701" r:id="Rd84a081a4b9a437a"/>
    <p:sldLayoutId xmlns:r="http://schemas.openxmlformats.org/officeDocument/2006/relationships" id="2147483702" r:id="Re2710359f34b4ff1"/>
    <p:sldLayoutId xmlns:r="http://schemas.openxmlformats.org/officeDocument/2006/relationships" id="2147483703" r:id="R3dd4ae703d4e4651"/>
    <p:sldLayoutId xmlns:r="http://schemas.openxmlformats.org/officeDocument/2006/relationships" id="2147483704" r:id="Rf5bf70ddf8ba4c6d"/>
    <p:sldLayoutId xmlns:r="http://schemas.openxmlformats.org/officeDocument/2006/relationships" id="2147483705" r:id="R13a77581aaa94077"/>
    <p:sldLayoutId xmlns:r="http://schemas.openxmlformats.org/officeDocument/2006/relationships" id="2147483706" r:id="R1a2f395ad8b440b0"/>
    <p:sldLayoutId xmlns:r="http://schemas.openxmlformats.org/officeDocument/2006/relationships" id="2147483707" r:id="Rc3d794116102458e"/>
    <p:sldLayoutId xmlns:r="http://schemas.openxmlformats.org/officeDocument/2006/relationships" id="2147483708" r:id="R338450ab367e41ae"/>
    <p:sldLayoutId xmlns:r="http://schemas.openxmlformats.org/officeDocument/2006/relationships" id="2147483709" r:id="R8b3e26196f274cb6"/>
    <p:sldLayoutId xmlns:r="http://schemas.openxmlformats.org/officeDocument/2006/relationships" id="2147483710" r:id="R62b62a2256d64f4f"/>
  </p:sldLayoutIdLst>
  <p:hf sldNum="0" hdr="0" ftr="0" dt="0"/>
  <p:txStyles>
    <p:titleStyle>
      <a:lvl1pPr xmlns:a="http://schemas.openxmlformats.org/drawingml/2006/main" algn="l" defTabSz="931865">
        <a:lnSpc>
          <a:spcPct val="90000"/>
        </a:lnSpc>
        <a:spcBef>
          <a:spcPct val="0"/>
        </a:spcBef>
        <a:buNone/>
        <a:defRPr sz="3465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0" indent="0" algn="l" defTabSz="931865">
        <a:lnSpc>
          <a:spcPct val="100000"/>
        </a:lnSpc>
        <a:spcBef>
          <a:spcPts val="611"/>
        </a:spcBef>
        <a:spcAft>
          <a:spcPts val="611"/>
        </a:spcAft>
        <a:buFont typeface="Arial"/>
        <a:buNone/>
        <a:defRPr sz="1834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256813" indent="-256813" algn="l" defTabSz="931865">
        <a:lnSpc>
          <a:spcPct val="100000"/>
        </a:lnSpc>
        <a:spcBef>
          <a:spcPts val="611"/>
        </a:spcBef>
        <a:spcAft>
          <a:spcPts val="611"/>
        </a:spcAft>
        <a:buClr>
          <a:schemeClr val="accent4"/>
        </a:buClr>
        <a:buFont typeface="Arial"/>
        <a:buChar char="−"/>
        <a:defRPr sz="1834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513626" indent="-256813" algn="l" defTabSz="931865">
        <a:lnSpc>
          <a:spcPct val="100000"/>
        </a:lnSpc>
        <a:spcBef>
          <a:spcPts val="0"/>
        </a:spcBef>
        <a:spcAft>
          <a:spcPts val="611"/>
        </a:spcAft>
        <a:buClr>
          <a:schemeClr val="accent4"/>
        </a:buClr>
        <a:buFont typeface="Arial"/>
        <a:buChar char="−"/>
        <a:defRPr sz="1834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256813" indent="-256813" algn="l" defTabSz="931865">
        <a:lnSpc>
          <a:spcPct val="100000"/>
        </a:lnSpc>
        <a:spcBef>
          <a:spcPts val="611"/>
        </a:spcBef>
        <a:spcAft>
          <a:spcPts val="611"/>
        </a:spcAft>
        <a:buClr>
          <a:schemeClr val="accent4"/>
        </a:buClr>
        <a:buFont typeface="+mj-lt"/>
        <a:buAutoNum type="arabicPeriod"/>
        <a:defRPr sz="1834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513626" indent="-256813" algn="l" defTabSz="931865">
        <a:lnSpc>
          <a:spcPct val="100000"/>
        </a:lnSpc>
        <a:spcBef>
          <a:spcPts val="0"/>
        </a:spcBef>
        <a:spcAft>
          <a:spcPts val="611"/>
        </a:spcAft>
        <a:buClr>
          <a:schemeClr val="accent4"/>
        </a:buClr>
        <a:buFont typeface="+mj-lt"/>
        <a:buAutoNum type="alphaLcPeriod"/>
        <a:defRPr sz="1834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0" indent="0" algn="l" defTabSz="931865">
        <a:lnSpc>
          <a:spcPct val="100000"/>
        </a:lnSpc>
        <a:spcBef>
          <a:spcPts val="1223"/>
        </a:spcBef>
        <a:spcAft>
          <a:spcPts val="1223"/>
        </a:spcAft>
        <a:buFont typeface="Arial"/>
        <a:buNone/>
        <a:defRPr sz="2242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0" indent="0" algn="l" defTabSz="931865">
        <a:lnSpc>
          <a:spcPct val="100000"/>
        </a:lnSpc>
        <a:spcBef>
          <a:spcPts val="306"/>
        </a:spcBef>
        <a:spcAft>
          <a:spcPts val="306"/>
        </a:spcAft>
        <a:buFont typeface="Arial"/>
        <a:buNone/>
        <a:defRPr sz="122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0" indent="0" algn="l" defTabSz="931865">
        <a:lnSpc>
          <a:spcPct val="100000"/>
        </a:lnSpc>
        <a:spcBef>
          <a:spcPts val="306"/>
        </a:spcBef>
        <a:spcAft>
          <a:spcPts val="306"/>
        </a:spcAft>
        <a:buFont typeface="Arial"/>
        <a:buNone/>
        <a:defRPr sz="122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0" indent="0" algn="l" defTabSz="931865">
        <a:lnSpc>
          <a:spcPct val="100000"/>
        </a:lnSpc>
        <a:spcBef>
          <a:spcPts val="306"/>
        </a:spcBef>
        <a:spcAft>
          <a:spcPts val="306"/>
        </a:spcAft>
        <a:buFont typeface="Arial"/>
        <a:buNone/>
        <a:defRPr sz="1223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31865">
        <a:buNone/>
        <a:defRPr sz="1834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65933" algn="l" defTabSz="931865">
        <a:buNone/>
        <a:defRPr sz="1834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31865" algn="l" defTabSz="931865">
        <a:buNone/>
        <a:defRPr sz="1834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97798" algn="l" defTabSz="931865">
        <a:buNone/>
        <a:defRPr sz="1834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63730" algn="l" defTabSz="931865">
        <a:buNone/>
        <a:defRPr sz="1834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29663" algn="l" defTabSz="931865">
        <a:buNone/>
        <a:defRPr sz="1834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95595" algn="l" defTabSz="931865">
        <a:buNone/>
        <a:defRPr sz="1834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61528" algn="l" defTabSz="931865">
        <a:buNone/>
        <a:defRPr sz="1834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727460" algn="l" defTabSz="931865">
        <a:buNone/>
        <a:defRPr sz="1834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20">
          <p15:clr>
            <a:srgbClr xmlns:a="http://schemas.openxmlformats.org/drawingml/2006/main" val="A4A3A4"/>
          </p15:clr>
        </p15:guide>
        <p15:guide id="2" pos="3768">
          <p15:clr>
            <a:srgbClr xmlns:a="http://schemas.openxmlformats.org/drawingml/2006/main" val="A4A3A4"/>
          </p15:clr>
        </p15:guide>
        <p15:guide id="3" orient="horz" pos="2165">
          <p15:clr>
            <a:srgbClr xmlns:a="http://schemas.openxmlformats.org/drawingml/2006/main" val="A4A3A4"/>
          </p15:clr>
        </p15:guide>
        <p15:guide id="4" orient="horz" pos="2755">
          <p15:clr>
            <a:srgbClr xmlns:a="http://schemas.openxmlformats.org/drawingml/2006/main" val="A4A3A4"/>
          </p15:clr>
        </p15:guide>
        <p15:guide id="5" orient="horz" pos="2800">
          <p15:clr>
            <a:srgbClr xmlns:a="http://schemas.openxmlformats.org/drawingml/2006/main" val="A4A3A4"/>
          </p15:clr>
        </p15:guide>
        <p15:guide id="6" orient="horz" pos="3390">
          <p15:clr>
            <a:srgbClr xmlns:a="http://schemas.openxmlformats.org/drawingml/2006/main" val="A4A3A4"/>
          </p15:clr>
        </p15:guide>
        <p15:guide id="7" orient="horz" pos="3435">
          <p15:clr>
            <a:srgbClr xmlns:a="http://schemas.openxmlformats.org/drawingml/2006/main" val="A4A3A4"/>
          </p15:clr>
        </p15:guide>
        <p15:guide id="8" orient="horz" pos="4025">
          <p15:clr>
            <a:srgbClr xmlns:a="http://schemas.openxmlformats.org/drawingml/2006/main" val="5ACBF0"/>
          </p15:clr>
        </p15:guide>
        <p15:guide id="9" orient="horz" pos="1530">
          <p15:clr>
            <a:srgbClr xmlns:a="http://schemas.openxmlformats.org/drawingml/2006/main" val="A4A3A4"/>
          </p15:clr>
        </p15:guide>
        <p15:guide id="10" orient="horz" pos="1484">
          <p15:clr>
            <a:srgbClr xmlns:a="http://schemas.openxmlformats.org/drawingml/2006/main" val="A4A3A4"/>
          </p15:clr>
        </p15:guide>
        <p15:guide id="11" orient="horz" pos="895">
          <p15:clr>
            <a:srgbClr xmlns:a="http://schemas.openxmlformats.org/drawingml/2006/main" val="A4A3A4"/>
          </p15:clr>
        </p15:guide>
        <p15:guide id="12" orient="horz" pos="849">
          <p15:clr>
            <a:srgbClr xmlns:a="http://schemas.openxmlformats.org/drawingml/2006/main" val="A4A3A4"/>
          </p15:clr>
        </p15:guide>
        <p15:guide id="13" orient="horz" pos="260">
          <p15:clr>
            <a:srgbClr xmlns:a="http://schemas.openxmlformats.org/drawingml/2006/main" val="5ACBF0"/>
          </p15:clr>
        </p15:guide>
        <p15:guide id="14" pos="3723">
          <p15:clr>
            <a:srgbClr xmlns:a="http://schemas.openxmlformats.org/drawingml/2006/main" val="A4A3A4"/>
          </p15:clr>
        </p15:guide>
        <p15:guide id="15" pos="3133">
          <p15:clr>
            <a:srgbClr xmlns:a="http://schemas.openxmlformats.org/drawingml/2006/main" val="A4A3A4"/>
          </p15:clr>
        </p15:guide>
        <p15:guide id="16" pos="2453">
          <p15:clr>
            <a:srgbClr xmlns:a="http://schemas.openxmlformats.org/drawingml/2006/main" val="A4A3A4"/>
          </p15:clr>
        </p15:guide>
        <p15:guide id="17" pos="2498">
          <p15:clr>
            <a:srgbClr xmlns:a="http://schemas.openxmlformats.org/drawingml/2006/main" val="A4A3A4"/>
          </p15:clr>
        </p15:guide>
        <p15:guide id="18" pos="3088">
          <p15:clr>
            <a:srgbClr xmlns:a="http://schemas.openxmlformats.org/drawingml/2006/main" val="A4A3A4"/>
          </p15:clr>
        </p15:guide>
        <p15:guide id="19" pos="1863">
          <p15:clr>
            <a:srgbClr xmlns:a="http://schemas.openxmlformats.org/drawingml/2006/main" val="A4A3A4"/>
          </p15:clr>
        </p15:guide>
        <p15:guide id="20" pos="1818">
          <p15:clr>
            <a:srgbClr xmlns:a="http://schemas.openxmlformats.org/drawingml/2006/main" val="A4A3A4"/>
          </p15:clr>
        </p15:guide>
        <p15:guide id="21" pos="1228">
          <p15:clr>
            <a:srgbClr xmlns:a="http://schemas.openxmlformats.org/drawingml/2006/main" val="A4A3A4"/>
          </p15:clr>
        </p15:guide>
        <p15:guide id="22" pos="1183">
          <p15:clr>
            <a:srgbClr xmlns:a="http://schemas.openxmlformats.org/drawingml/2006/main" val="A4A3A4"/>
          </p15:clr>
        </p15:guide>
        <p15:guide id="23" pos="593">
          <p15:clr>
            <a:srgbClr xmlns:a="http://schemas.openxmlformats.org/drawingml/2006/main" val="A4A3A4"/>
          </p15:clr>
        </p15:guide>
        <p15:guide id="24" pos="547">
          <p15:clr>
            <a:srgbClr xmlns:a="http://schemas.openxmlformats.org/drawingml/2006/main" val="A4A3A4"/>
          </p15:clr>
        </p15:guide>
        <p15:guide id="25" pos="4358">
          <p15:clr>
            <a:srgbClr xmlns:a="http://schemas.openxmlformats.org/drawingml/2006/main" val="A4A3A4"/>
          </p15:clr>
        </p15:guide>
        <p15:guide id="26" pos="4403">
          <p15:clr>
            <a:srgbClr xmlns:a="http://schemas.openxmlformats.org/drawingml/2006/main" val="A4A3A4"/>
          </p15:clr>
        </p15:guide>
        <p15:guide id="27" pos="4993">
          <p15:clr>
            <a:srgbClr xmlns:a="http://schemas.openxmlformats.org/drawingml/2006/main" val="A4A3A4"/>
          </p15:clr>
        </p15:guide>
        <p15:guide id="28" pos="5038">
          <p15:clr>
            <a:srgbClr xmlns:a="http://schemas.openxmlformats.org/drawingml/2006/main" val="A4A3A4"/>
          </p15:clr>
        </p15:guide>
        <p15:guide id="29" pos="5673">
          <p15:clr>
            <a:srgbClr xmlns:a="http://schemas.openxmlformats.org/drawingml/2006/main" val="A4A3A4"/>
          </p15:clr>
        </p15:guide>
        <p15:guide id="30" pos="5628">
          <p15:clr>
            <a:srgbClr xmlns:a="http://schemas.openxmlformats.org/drawingml/2006/main" val="A4A3A4"/>
          </p15:clr>
        </p15:guide>
        <p15:guide id="31" pos="6263">
          <p15:clr>
            <a:srgbClr xmlns:a="http://schemas.openxmlformats.org/drawingml/2006/main" val="A4A3A4"/>
          </p15:clr>
        </p15:guide>
        <p15:guide id="32" pos="6308">
          <p15:clr>
            <a:srgbClr xmlns:a="http://schemas.openxmlformats.org/drawingml/2006/main" val="A4A3A4"/>
          </p15:clr>
        </p15:guide>
        <p15:guide id="33" pos="6898">
          <p15:clr>
            <a:srgbClr xmlns:a="http://schemas.openxmlformats.org/drawingml/2006/main" val="A4A3A4"/>
          </p15:clr>
        </p15:guide>
        <p15:guide id="34" pos="6943">
          <p15:clr>
            <a:srgbClr xmlns:a="http://schemas.openxmlformats.org/drawingml/2006/main" val="A4A3A4"/>
          </p15:clr>
        </p15:guide>
        <p15:guide id="35" pos="230">
          <p15:clr>
            <a:srgbClr xmlns:a="http://schemas.openxmlformats.org/drawingml/2006/main" val="5ACBF0"/>
          </p15:clr>
        </p15:guide>
        <p15:guide id="36" pos="7306">
          <p15:clr>
            <a:srgbClr xmlns:a="http://schemas.openxmlformats.org/drawingml/2006/main" val="5ACBF0"/>
          </p15:clr>
        </p15:guide>
        <p15:guide id="37" orient="horz" pos="577">
          <p15:clr>
            <a:srgbClr xmlns:a="http://schemas.openxmlformats.org/drawingml/2006/main" val="5ACBF0"/>
          </p15:clr>
        </p15:guide>
        <p15:guide id="38" orient="horz" pos="1167">
          <p15:clr>
            <a:srgbClr xmlns:a="http://schemas.openxmlformats.org/drawingml/2006/main" val="5ACBF0"/>
          </p15:clr>
        </p15:guide>
      </p15:sldGuideLst>
    </p:ext>
  </p:extLst>
</p:sldMaster>
</file>

<file path=ppt/slideMasters/slideMaster2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platzhalter 1">
            <a:extLst xmlns:a="http://schemas.openxmlformats.org/drawingml/2006/main">
              <a:ext uri="{FF2B5EF4-FFF2-40B4-BE49-F238E27FC236}">
                <a16:creationId xmlns:a16="http://schemas.microsoft.com/office/drawing/2014/main" id="{9E19FF3D-3158-4473-097E-33C8AE4BE9A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8145797" cy="9545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Mastertitelformat bearbeiten</a:t>
            </a:r>
          </a:p>
        </p:txBody>
      </p:sp>
      <p:sp>
        <p:nvSpPr>
          <p:cNvPr id="3" name="Textplatzhalter 2">
            <a:extLst xmlns:a="http://schemas.openxmlformats.org/drawingml/2006/main">
              <a:ext uri="{FF2B5EF4-FFF2-40B4-BE49-F238E27FC236}">
                <a16:creationId xmlns:a16="http://schemas.microsoft.com/office/drawing/2014/main" id="{22682666-2C6C-E5F1-C947-2BE662E5A0C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959376" y="2475286"/>
            <a:ext cx="8145797" cy="40364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t>Erste Ebene</a:t>
            </a:r>
          </a:p>
          <a:p xmlns:a="http://schemas.openxmlformats.org/drawingml/2006/main">
            <a:pPr lvl="1">
              <a:buNone/>
            </a:pPr>
            <a:r>
              <a:t>Zweite Ebene</a:t>
            </a:r>
          </a:p>
          <a:p xmlns:a="http://schemas.openxmlformats.org/drawingml/2006/main">
            <a:pPr lvl="2">
              <a:buNone/>
            </a:pPr>
            <a:r>
              <a:t>Dritte Ebene</a:t>
            </a:r>
          </a:p>
          <a:p xmlns:a="http://schemas.openxmlformats.org/drawingml/2006/main">
            <a:pPr lvl="3">
              <a:buNone/>
            </a:pPr>
            <a:r>
              <a:t>Vierte Ebene</a:t>
            </a:r>
          </a:p>
          <a:p xmlns:a="http://schemas.openxmlformats.org/drawingml/2006/main">
            <a:pPr lvl="4">
              <a:buNone/>
            </a:pPr>
            <a:r>
              <a:t>Fünfte Ebene</a:t>
            </a:r>
          </a:p>
          <a:p xmlns:a="http://schemas.openxmlformats.org/drawingml/2006/main">
            <a:pPr lvl="5">
              <a:buNone/>
            </a:pPr>
            <a:r>
              <a:t>Sechste Ebene</a:t>
            </a:r>
          </a:p>
          <a:p xmlns:a="http://schemas.openxmlformats.org/drawingml/2006/main">
            <a:pPr lvl="6">
              <a:buNone/>
            </a:pPr>
            <a:r>
              <a:t>Siebte Ebene</a:t>
            </a:r>
          </a:p>
          <a:p xmlns:a="http://schemas.openxmlformats.org/drawingml/2006/main">
            <a:pPr lvl="0">
              <a:buNone/>
            </a:pPr>
            <a:endParaRPr/>
          </a:p>
        </p:txBody>
      </p:sp>
      <p:sp>
        <p:nvSpPr>
          <p:cNvPr id="4" name="Datumsplatzhalter 3">
            <a:extLst xmlns:a="http://schemas.openxmlformats.org/drawingml/2006/main">
              <a:ext uri="{FF2B5EF4-FFF2-40B4-BE49-F238E27FC236}">
                <a16:creationId xmlns:a16="http://schemas.microsoft.com/office/drawing/2014/main" id="{28957A2A-1041-5BB1-E888-C0F721CF074A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12192000" y="0"/>
            <a:ext cx="0" cy="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>
            <a:noAutofit/>
          </a:bodyPr>
          <a:lstStyle xmlns:a="http://schemas.openxmlformats.org/drawingml/2006/main">
            <a:lvl1pPr algn="r">
              <a:buNone/>
              <a:defRPr sz="102" b="0">
                <a:noFill/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5" name="Fußzeilenplatzhalter 4">
            <a:extLst xmlns:a="http://schemas.openxmlformats.org/drawingml/2006/main">
              <a:ext uri="{FF2B5EF4-FFF2-40B4-BE49-F238E27FC236}">
                <a16:creationId xmlns:a16="http://schemas.microsoft.com/office/drawing/2014/main" id="{D73D2941-C5A4-CFD1-083E-302BCD9D294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2192000" y="0"/>
            <a:ext cx="0" cy="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>
            <a:noAutofit/>
          </a:bodyPr>
          <a:lstStyle xmlns:a="http://schemas.openxmlformats.org/drawingml/2006/main">
            <a:lvl1pPr algn="r">
              <a:buNone/>
              <a:defRPr sz="102" b="1">
                <a:noFill/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6" name="Foliennummernplatzhalter 5">
            <a:extLst xmlns:a="http://schemas.openxmlformats.org/drawingml/2006/main">
              <a:ext uri="{FF2B5EF4-FFF2-40B4-BE49-F238E27FC236}">
                <a16:creationId xmlns:a16="http://schemas.microsoft.com/office/drawing/2014/main" id="{4E108AD6-599B-9F4F-EAE6-AAFAF4783EA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2192000" y="0"/>
            <a:ext cx="0" cy="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>
            <a:noAutofit/>
          </a:bodyPr>
          <a:lstStyle xmlns:a="http://schemas.openxmlformats.org/drawingml/2006/main">
            <a:lvl1pPr algn="r">
              <a:buNone/>
              <a:defRPr sz="102" b="0">
                <a:noFill/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  <p:sp>
        <p:nvSpPr>
          <p:cNvPr id="8" name="Rechteck 7">
            <a:extLst xmlns:a="http://schemas.openxmlformats.org/drawingml/2006/main">
              <a:ext uri="{FF2B5EF4-FFF2-40B4-BE49-F238E27FC236}">
                <a16:creationId xmlns:a16="http://schemas.microsoft.com/office/drawing/2014/main" id="{81EF3CD3-1DAA-0C1A-912E-7C42622C2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488561" y="1"/>
            <a:ext cx="1217350" cy="121735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216000" tIns="216000" rIns="216000" bIns="216000" anchor="ctr"/>
          <a:lstStyle xmlns:a="http://schemas.openxmlformats.org/drawingml/2006/main"/>
          <a:p xmlns:a="http://schemas.openxmlformats.org/drawingml/2006/main">
            <a:pPr algn="ctr">
              <a:spcBef>
                <a:spcPts val="611"/>
              </a:spcBef>
              <a:spcAft>
                <a:spcPts val="611"/>
              </a:spcAft>
              <a:buClr>
                <a:schemeClr val="bg1"/>
              </a:buClr>
              <a:buNone/>
            </a:pPr>
            <a:endParaRPr>
              <a:solidFill>
                <a:schemeClr val="bg1"/>
              </a:solidFill>
              <a:latin typeface="+mn-lt"/>
              <a:ea typeface="+mn-lt"/>
              <a:cs typeface="+mn-lt"/>
            </a:endParaRPr>
          </a:p>
        </p:txBody>
      </p:sp>
      <p:pic>
        <p:nvPicPr>
          <p:cNvPr id="16" name="Grafik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02938071754101">
            <a:extLst>
              <a:ext uri="{96DAC541-7B7A-43D3-8B79-37D633B846F1}">
                <asvg:svgBlip xmlns:asvg="http://schemas.microsoft.com/office/drawing/2016/SVG/main" r:embed="R2253e42e2b074fa7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649620" y="893159"/>
            <a:ext cx="895232" cy="162409"/>
          </a:xfrm>
          <a:prstGeom xmlns:a="http://schemas.openxmlformats.org/drawingml/2006/main"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712" r:id="R61fa63bce3e249e2"/>
    <p:sldLayoutId xmlns:r="http://schemas.openxmlformats.org/officeDocument/2006/relationships" id="2147483713" r:id="Rc60113bdbb784e56"/>
    <p:sldLayoutId xmlns:r="http://schemas.openxmlformats.org/officeDocument/2006/relationships" id="2147483714" r:id="R1c17e49f4b864fc5"/>
    <p:sldLayoutId xmlns:r="http://schemas.openxmlformats.org/officeDocument/2006/relationships" id="2147483715" r:id="Re6f7aaa5e0754b0b"/>
    <p:sldLayoutId xmlns:r="http://schemas.openxmlformats.org/officeDocument/2006/relationships" id="2147483716" r:id="R8836f58d3c4b4e37"/>
    <p:sldLayoutId xmlns:r="http://schemas.openxmlformats.org/officeDocument/2006/relationships" id="2147483717" r:id="R83f41a9cc9c44d90"/>
    <p:sldLayoutId xmlns:r="http://schemas.openxmlformats.org/officeDocument/2006/relationships" id="2147483718" r:id="R1df5700f83d54490"/>
    <p:sldLayoutId xmlns:r="http://schemas.openxmlformats.org/officeDocument/2006/relationships" id="2147483719" r:id="R7bd7896737214e4f"/>
    <p:sldLayoutId xmlns:r="http://schemas.openxmlformats.org/officeDocument/2006/relationships" id="2147483720" r:id="R2413f6165040494c"/>
    <p:sldLayoutId xmlns:r="http://schemas.openxmlformats.org/officeDocument/2006/relationships" id="2147483721" r:id="R95d3e8485f20459d"/>
    <p:sldLayoutId xmlns:r="http://schemas.openxmlformats.org/officeDocument/2006/relationships" id="2147483722" r:id="R2085b17773b14cb7"/>
    <p:sldLayoutId xmlns:r="http://schemas.openxmlformats.org/officeDocument/2006/relationships" id="2147483723" r:id="Ra5ee1ab73acb484e"/>
    <p:sldLayoutId xmlns:r="http://schemas.openxmlformats.org/officeDocument/2006/relationships" id="2147483724" r:id="Re6c30f3d373b49f2"/>
    <p:sldLayoutId xmlns:r="http://schemas.openxmlformats.org/officeDocument/2006/relationships" id="2147483725" r:id="Rb4075e666bfd4b49"/>
    <p:sldLayoutId xmlns:r="http://schemas.openxmlformats.org/officeDocument/2006/relationships" id="2147483726" r:id="Racf7232c71f34337"/>
    <p:sldLayoutId xmlns:r="http://schemas.openxmlformats.org/officeDocument/2006/relationships" id="2147483727" r:id="Rb4b6f9e170b34eb1"/>
    <p:sldLayoutId xmlns:r="http://schemas.openxmlformats.org/officeDocument/2006/relationships" id="2147483728" r:id="R890e49577c9a4d57"/>
    <p:sldLayoutId xmlns:r="http://schemas.openxmlformats.org/officeDocument/2006/relationships" id="2147483729" r:id="R2ce14b4d68cb4fe6"/>
    <p:sldLayoutId xmlns:r="http://schemas.openxmlformats.org/officeDocument/2006/relationships" id="2147483730" r:id="R38d05c0bc2214047"/>
    <p:sldLayoutId xmlns:r="http://schemas.openxmlformats.org/officeDocument/2006/relationships" id="2147483731" r:id="R1889317430d2436b"/>
    <p:sldLayoutId xmlns:r="http://schemas.openxmlformats.org/officeDocument/2006/relationships" id="2147483732" r:id="Rdfccac1c5bde4270"/>
    <p:sldLayoutId xmlns:r="http://schemas.openxmlformats.org/officeDocument/2006/relationships" id="2147483733" r:id="Rb607e78cbbe54a4a"/>
    <p:sldLayoutId xmlns:r="http://schemas.openxmlformats.org/officeDocument/2006/relationships" id="2147483734" r:id="Rbd11e2da3a07437e"/>
    <p:sldLayoutId xmlns:r="http://schemas.openxmlformats.org/officeDocument/2006/relationships" id="2147483735" r:id="R6911e6a6261e4b10"/>
    <p:sldLayoutId xmlns:r="http://schemas.openxmlformats.org/officeDocument/2006/relationships" id="2147483736" r:id="R4c2ec569ae154d64"/>
    <p:sldLayoutId xmlns:r="http://schemas.openxmlformats.org/officeDocument/2006/relationships" id="2147483737" r:id="Rb33f02dc01e84a3d"/>
    <p:sldLayoutId xmlns:r="http://schemas.openxmlformats.org/officeDocument/2006/relationships" id="2147483738" r:id="R47ebb55a0bfa41d0"/>
    <p:sldLayoutId xmlns:r="http://schemas.openxmlformats.org/officeDocument/2006/relationships" id="2147483739" r:id="R9812516bdf434cb2"/>
    <p:sldLayoutId xmlns:r="http://schemas.openxmlformats.org/officeDocument/2006/relationships" id="2147483740" r:id="R0a9fd2a6ac5b4188"/>
    <p:sldLayoutId xmlns:r="http://schemas.openxmlformats.org/officeDocument/2006/relationships" id="2147483741" r:id="Recf17cd857ec44d9"/>
    <p:sldLayoutId xmlns:r="http://schemas.openxmlformats.org/officeDocument/2006/relationships" id="2147483742" r:id="Ra3a6c0d3ff764a76"/>
    <p:sldLayoutId xmlns:r="http://schemas.openxmlformats.org/officeDocument/2006/relationships" id="2147483743" r:id="R5da0b67d727d4fc1"/>
    <p:sldLayoutId xmlns:r="http://schemas.openxmlformats.org/officeDocument/2006/relationships" id="2147483744" r:id="R71780b47d2584a90"/>
    <p:sldLayoutId xmlns:r="http://schemas.openxmlformats.org/officeDocument/2006/relationships" id="2147483745" r:id="Rff3e05d67c9448cf"/>
    <p:sldLayoutId xmlns:r="http://schemas.openxmlformats.org/officeDocument/2006/relationships" id="2147483746" r:id="Rb1ab12dbc92c41f5"/>
    <p:sldLayoutId xmlns:r="http://schemas.openxmlformats.org/officeDocument/2006/relationships" id="2147483747" r:id="Rbb9db5b5324146cd"/>
    <p:sldLayoutId xmlns:r="http://schemas.openxmlformats.org/officeDocument/2006/relationships" id="2147483748" r:id="Rd89940d533ec41cc"/>
    <p:sldLayoutId xmlns:r="http://schemas.openxmlformats.org/officeDocument/2006/relationships" id="2147483749" r:id="Re74b2372e0964c6d"/>
    <p:sldLayoutId xmlns:r="http://schemas.openxmlformats.org/officeDocument/2006/relationships" id="2147483750" r:id="R37166a2d393a44bf"/>
    <p:sldLayoutId xmlns:r="http://schemas.openxmlformats.org/officeDocument/2006/relationships" id="2147483751" r:id="Ref10fc0647b24209"/>
    <p:sldLayoutId xmlns:r="http://schemas.openxmlformats.org/officeDocument/2006/relationships" id="2147483752" r:id="R29420b5074db404c"/>
    <p:sldLayoutId xmlns:r="http://schemas.openxmlformats.org/officeDocument/2006/relationships" id="2147483753" r:id="Rc18f153dbefd4452"/>
    <p:sldLayoutId xmlns:r="http://schemas.openxmlformats.org/officeDocument/2006/relationships" id="2147483754" r:id="R3fef07442f2444aa"/>
    <p:sldLayoutId xmlns:r="http://schemas.openxmlformats.org/officeDocument/2006/relationships" id="2147483755" r:id="R1854107a9f134530"/>
    <p:sldLayoutId xmlns:r="http://schemas.openxmlformats.org/officeDocument/2006/relationships" id="2147483756" r:id="R2c32b7dd607d439b"/>
    <p:sldLayoutId xmlns:r="http://schemas.openxmlformats.org/officeDocument/2006/relationships" id="2147483757" r:id="R0f238d105bf7420a"/>
    <p:sldLayoutId xmlns:r="http://schemas.openxmlformats.org/officeDocument/2006/relationships" id="2147483758" r:id="R4b5cc5796c6e4432"/>
    <p:sldLayoutId xmlns:r="http://schemas.openxmlformats.org/officeDocument/2006/relationships" id="2147483759" r:id="Rde7eab568e9941ff"/>
    <p:sldLayoutId xmlns:r="http://schemas.openxmlformats.org/officeDocument/2006/relationships" id="2147483760" r:id="R35549398756b4a3c"/>
    <p:sldLayoutId xmlns:r="http://schemas.openxmlformats.org/officeDocument/2006/relationships" id="2147483761" r:id="R3c298c5f3b2141b1"/>
    <p:sldLayoutId xmlns:r="http://schemas.openxmlformats.org/officeDocument/2006/relationships" id="2147483762" r:id="R1979192066204056"/>
    <p:sldLayoutId xmlns:r="http://schemas.openxmlformats.org/officeDocument/2006/relationships" id="2147483763" r:id="R2633b3f512384380"/>
    <p:sldLayoutId xmlns:r="http://schemas.openxmlformats.org/officeDocument/2006/relationships" id="2147483764" r:id="R791b045237874524"/>
    <p:sldLayoutId xmlns:r="http://schemas.openxmlformats.org/officeDocument/2006/relationships" id="2147483765" r:id="Rb87a37db11a34af6"/>
    <p:sldLayoutId xmlns:r="http://schemas.openxmlformats.org/officeDocument/2006/relationships" id="2147483766" r:id="Rd831551cc04e4c2b"/>
    <p:sldLayoutId xmlns:r="http://schemas.openxmlformats.org/officeDocument/2006/relationships" id="2147483767" r:id="R2e5189e2d1394eb2"/>
    <p:sldLayoutId xmlns:r="http://schemas.openxmlformats.org/officeDocument/2006/relationships" id="2147483768" r:id="R10a681af20f541b6"/>
    <p:sldLayoutId xmlns:r="http://schemas.openxmlformats.org/officeDocument/2006/relationships" id="2147483769" r:id="Rc3ae59db39ee4191"/>
    <p:sldLayoutId xmlns:r="http://schemas.openxmlformats.org/officeDocument/2006/relationships" id="2147483770" r:id="R36f6f364cd154d02"/>
    <p:sldLayoutId xmlns:r="http://schemas.openxmlformats.org/officeDocument/2006/relationships" id="2147483771" r:id="Reaeb2cb5bcfb40d3"/>
    <p:sldLayoutId xmlns:r="http://schemas.openxmlformats.org/officeDocument/2006/relationships" id="2147483772" r:id="R248415803e6a4337"/>
  </p:sldLayoutIdLst>
  <p:hf sldNum="0" hdr="0" ftr="0" dt="0"/>
  <p:txStyles>
    <p:titleStyle>
      <a:lvl1pPr xmlns:a="http://schemas.openxmlformats.org/drawingml/2006/main" algn="l" defTabSz="931865">
        <a:lnSpc>
          <a:spcPct val="90000"/>
        </a:lnSpc>
        <a:spcBef>
          <a:spcPct val="0"/>
        </a:spcBef>
        <a:buNone/>
        <a:defRPr sz="3465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0" indent="0" algn="l" defTabSz="931865">
        <a:lnSpc>
          <a:spcPct val="100000"/>
        </a:lnSpc>
        <a:spcBef>
          <a:spcPts val="611"/>
        </a:spcBef>
        <a:spcAft>
          <a:spcPts val="611"/>
        </a:spcAft>
        <a:buFont typeface="Arial"/>
        <a:buNone/>
        <a:defRPr sz="1834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256813" indent="-256813" algn="l" defTabSz="931865">
        <a:lnSpc>
          <a:spcPct val="100000"/>
        </a:lnSpc>
        <a:spcBef>
          <a:spcPts val="611"/>
        </a:spcBef>
        <a:spcAft>
          <a:spcPts val="611"/>
        </a:spcAft>
        <a:buClr>
          <a:schemeClr val="accent4"/>
        </a:buClr>
        <a:buFont typeface="Arial"/>
        <a:buChar char="−"/>
        <a:defRPr sz="1834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513626" indent="-256813" algn="l" defTabSz="931865">
        <a:lnSpc>
          <a:spcPct val="100000"/>
        </a:lnSpc>
        <a:spcBef>
          <a:spcPts val="0"/>
        </a:spcBef>
        <a:spcAft>
          <a:spcPts val="611"/>
        </a:spcAft>
        <a:buClr>
          <a:schemeClr val="accent4"/>
        </a:buClr>
        <a:buFont typeface="Arial"/>
        <a:buChar char="−"/>
        <a:defRPr sz="1834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256813" indent="-256813" algn="l" defTabSz="931865">
        <a:lnSpc>
          <a:spcPct val="100000"/>
        </a:lnSpc>
        <a:spcBef>
          <a:spcPts val="611"/>
        </a:spcBef>
        <a:spcAft>
          <a:spcPts val="611"/>
        </a:spcAft>
        <a:buClr>
          <a:schemeClr val="accent4"/>
        </a:buClr>
        <a:buFont typeface="+mj-lt"/>
        <a:buAutoNum type="arabicPeriod"/>
        <a:defRPr sz="1834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513626" indent="-256813" algn="l" defTabSz="931865">
        <a:lnSpc>
          <a:spcPct val="100000"/>
        </a:lnSpc>
        <a:spcBef>
          <a:spcPts val="0"/>
        </a:spcBef>
        <a:spcAft>
          <a:spcPts val="611"/>
        </a:spcAft>
        <a:buClr>
          <a:schemeClr val="accent4"/>
        </a:buClr>
        <a:buFont typeface="+mj-lt"/>
        <a:buAutoNum type="alphaLcPeriod"/>
        <a:defRPr sz="1834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0" indent="0" algn="l" defTabSz="931865">
        <a:lnSpc>
          <a:spcPct val="100000"/>
        </a:lnSpc>
        <a:spcBef>
          <a:spcPts val="1223"/>
        </a:spcBef>
        <a:spcAft>
          <a:spcPts val="1223"/>
        </a:spcAft>
        <a:buFont typeface="Arial"/>
        <a:buNone/>
        <a:defRPr sz="2242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0" indent="0" algn="l" defTabSz="931865">
        <a:lnSpc>
          <a:spcPct val="100000"/>
        </a:lnSpc>
        <a:spcBef>
          <a:spcPts val="306"/>
        </a:spcBef>
        <a:spcAft>
          <a:spcPts val="306"/>
        </a:spcAft>
        <a:buFont typeface="Arial"/>
        <a:buNone/>
        <a:defRPr sz="122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0" indent="0" algn="l" defTabSz="931865">
        <a:lnSpc>
          <a:spcPct val="100000"/>
        </a:lnSpc>
        <a:spcBef>
          <a:spcPts val="306"/>
        </a:spcBef>
        <a:spcAft>
          <a:spcPts val="306"/>
        </a:spcAft>
        <a:buFont typeface="Arial"/>
        <a:buNone/>
        <a:defRPr sz="122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0" indent="0" algn="l" defTabSz="931865">
        <a:lnSpc>
          <a:spcPct val="100000"/>
        </a:lnSpc>
        <a:spcBef>
          <a:spcPts val="306"/>
        </a:spcBef>
        <a:spcAft>
          <a:spcPts val="306"/>
        </a:spcAft>
        <a:buFont typeface="Arial"/>
        <a:buNone/>
        <a:defRPr sz="1223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31865">
        <a:buNone/>
        <a:defRPr sz="1834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65933" algn="l" defTabSz="931865">
        <a:buNone/>
        <a:defRPr sz="1834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31865" algn="l" defTabSz="931865">
        <a:buNone/>
        <a:defRPr sz="1834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97798" algn="l" defTabSz="931865">
        <a:buNone/>
        <a:defRPr sz="1834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63730" algn="l" defTabSz="931865">
        <a:buNone/>
        <a:defRPr sz="1834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29663" algn="l" defTabSz="931865">
        <a:buNone/>
        <a:defRPr sz="1834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95595" algn="l" defTabSz="931865">
        <a:buNone/>
        <a:defRPr sz="1834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61528" algn="l" defTabSz="931865">
        <a:buNone/>
        <a:defRPr sz="1834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727460" algn="l" defTabSz="931865">
        <a:buNone/>
        <a:defRPr sz="1834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20">
          <p15:clr>
            <a:srgbClr xmlns:a="http://schemas.openxmlformats.org/drawingml/2006/main" val="A4A3A4"/>
          </p15:clr>
        </p15:guide>
        <p15:guide id="2" pos="3768">
          <p15:clr>
            <a:srgbClr xmlns:a="http://schemas.openxmlformats.org/drawingml/2006/main" val="A4A3A4"/>
          </p15:clr>
        </p15:guide>
        <p15:guide id="3" orient="horz" pos="2165">
          <p15:clr>
            <a:srgbClr xmlns:a="http://schemas.openxmlformats.org/drawingml/2006/main" val="A4A3A4"/>
          </p15:clr>
        </p15:guide>
        <p15:guide id="4" orient="horz" pos="2755">
          <p15:clr>
            <a:srgbClr xmlns:a="http://schemas.openxmlformats.org/drawingml/2006/main" val="A4A3A4"/>
          </p15:clr>
        </p15:guide>
        <p15:guide id="5" orient="horz" pos="2800">
          <p15:clr>
            <a:srgbClr xmlns:a="http://schemas.openxmlformats.org/drawingml/2006/main" val="A4A3A4"/>
          </p15:clr>
        </p15:guide>
        <p15:guide id="6" orient="horz" pos="3390">
          <p15:clr>
            <a:srgbClr xmlns:a="http://schemas.openxmlformats.org/drawingml/2006/main" val="A4A3A4"/>
          </p15:clr>
        </p15:guide>
        <p15:guide id="7" orient="horz" pos="3435">
          <p15:clr>
            <a:srgbClr xmlns:a="http://schemas.openxmlformats.org/drawingml/2006/main" val="A4A3A4"/>
          </p15:clr>
        </p15:guide>
        <p15:guide id="8" orient="horz" pos="4025">
          <p15:clr>
            <a:srgbClr xmlns:a="http://schemas.openxmlformats.org/drawingml/2006/main" val="5ACBF0"/>
          </p15:clr>
        </p15:guide>
        <p15:guide id="9" orient="horz" pos="1530">
          <p15:clr>
            <a:srgbClr xmlns:a="http://schemas.openxmlformats.org/drawingml/2006/main" val="A4A3A4"/>
          </p15:clr>
        </p15:guide>
        <p15:guide id="10" orient="horz" pos="1484">
          <p15:clr>
            <a:srgbClr xmlns:a="http://schemas.openxmlformats.org/drawingml/2006/main" val="A4A3A4"/>
          </p15:clr>
        </p15:guide>
        <p15:guide id="11" orient="horz" pos="895">
          <p15:clr>
            <a:srgbClr xmlns:a="http://schemas.openxmlformats.org/drawingml/2006/main" val="A4A3A4"/>
          </p15:clr>
        </p15:guide>
        <p15:guide id="12" orient="horz" pos="849">
          <p15:clr>
            <a:srgbClr xmlns:a="http://schemas.openxmlformats.org/drawingml/2006/main" val="A4A3A4"/>
          </p15:clr>
        </p15:guide>
        <p15:guide id="13" orient="horz" pos="260">
          <p15:clr>
            <a:srgbClr xmlns:a="http://schemas.openxmlformats.org/drawingml/2006/main" val="5ACBF0"/>
          </p15:clr>
        </p15:guide>
        <p15:guide id="14" pos="3723">
          <p15:clr>
            <a:srgbClr xmlns:a="http://schemas.openxmlformats.org/drawingml/2006/main" val="A4A3A4"/>
          </p15:clr>
        </p15:guide>
        <p15:guide id="15" pos="3133">
          <p15:clr>
            <a:srgbClr xmlns:a="http://schemas.openxmlformats.org/drawingml/2006/main" val="A4A3A4"/>
          </p15:clr>
        </p15:guide>
        <p15:guide id="16" pos="2453">
          <p15:clr>
            <a:srgbClr xmlns:a="http://schemas.openxmlformats.org/drawingml/2006/main" val="A4A3A4"/>
          </p15:clr>
        </p15:guide>
        <p15:guide id="17" pos="2498">
          <p15:clr>
            <a:srgbClr xmlns:a="http://schemas.openxmlformats.org/drawingml/2006/main" val="A4A3A4"/>
          </p15:clr>
        </p15:guide>
        <p15:guide id="18" pos="3088">
          <p15:clr>
            <a:srgbClr xmlns:a="http://schemas.openxmlformats.org/drawingml/2006/main" val="A4A3A4"/>
          </p15:clr>
        </p15:guide>
        <p15:guide id="19" pos="1863">
          <p15:clr>
            <a:srgbClr xmlns:a="http://schemas.openxmlformats.org/drawingml/2006/main" val="A4A3A4"/>
          </p15:clr>
        </p15:guide>
        <p15:guide id="20" pos="1818">
          <p15:clr>
            <a:srgbClr xmlns:a="http://schemas.openxmlformats.org/drawingml/2006/main" val="A4A3A4"/>
          </p15:clr>
        </p15:guide>
        <p15:guide id="21" pos="1228">
          <p15:clr>
            <a:srgbClr xmlns:a="http://schemas.openxmlformats.org/drawingml/2006/main" val="A4A3A4"/>
          </p15:clr>
        </p15:guide>
        <p15:guide id="22" pos="1183">
          <p15:clr>
            <a:srgbClr xmlns:a="http://schemas.openxmlformats.org/drawingml/2006/main" val="A4A3A4"/>
          </p15:clr>
        </p15:guide>
        <p15:guide id="23" pos="593">
          <p15:clr>
            <a:srgbClr xmlns:a="http://schemas.openxmlformats.org/drawingml/2006/main" val="A4A3A4"/>
          </p15:clr>
        </p15:guide>
        <p15:guide id="24" pos="547">
          <p15:clr>
            <a:srgbClr xmlns:a="http://schemas.openxmlformats.org/drawingml/2006/main" val="A4A3A4"/>
          </p15:clr>
        </p15:guide>
        <p15:guide id="25" pos="4358">
          <p15:clr>
            <a:srgbClr xmlns:a="http://schemas.openxmlformats.org/drawingml/2006/main" val="A4A3A4"/>
          </p15:clr>
        </p15:guide>
        <p15:guide id="26" pos="4403">
          <p15:clr>
            <a:srgbClr xmlns:a="http://schemas.openxmlformats.org/drawingml/2006/main" val="A4A3A4"/>
          </p15:clr>
        </p15:guide>
        <p15:guide id="27" pos="4993">
          <p15:clr>
            <a:srgbClr xmlns:a="http://schemas.openxmlformats.org/drawingml/2006/main" val="A4A3A4"/>
          </p15:clr>
        </p15:guide>
        <p15:guide id="28" pos="5038">
          <p15:clr>
            <a:srgbClr xmlns:a="http://schemas.openxmlformats.org/drawingml/2006/main" val="A4A3A4"/>
          </p15:clr>
        </p15:guide>
        <p15:guide id="29" pos="5673">
          <p15:clr>
            <a:srgbClr xmlns:a="http://schemas.openxmlformats.org/drawingml/2006/main" val="A4A3A4"/>
          </p15:clr>
        </p15:guide>
        <p15:guide id="30" pos="5628">
          <p15:clr>
            <a:srgbClr xmlns:a="http://schemas.openxmlformats.org/drawingml/2006/main" val="A4A3A4"/>
          </p15:clr>
        </p15:guide>
        <p15:guide id="31" pos="6263">
          <p15:clr>
            <a:srgbClr xmlns:a="http://schemas.openxmlformats.org/drawingml/2006/main" val="A4A3A4"/>
          </p15:clr>
        </p15:guide>
        <p15:guide id="32" pos="6308">
          <p15:clr>
            <a:srgbClr xmlns:a="http://schemas.openxmlformats.org/drawingml/2006/main" val="A4A3A4"/>
          </p15:clr>
        </p15:guide>
        <p15:guide id="33" pos="6898">
          <p15:clr>
            <a:srgbClr xmlns:a="http://schemas.openxmlformats.org/drawingml/2006/main" val="A4A3A4"/>
          </p15:clr>
        </p15:guide>
        <p15:guide id="34" pos="6943">
          <p15:clr>
            <a:srgbClr xmlns:a="http://schemas.openxmlformats.org/drawingml/2006/main" val="A4A3A4"/>
          </p15:clr>
        </p15:guide>
        <p15:guide id="35" pos="230">
          <p15:clr>
            <a:srgbClr xmlns:a="http://schemas.openxmlformats.org/drawingml/2006/main" val="5ACBF0"/>
          </p15:clr>
        </p15:guide>
        <p15:guide id="36" pos="7306">
          <p15:clr>
            <a:srgbClr xmlns:a="http://schemas.openxmlformats.org/drawingml/2006/main" val="5ACBF0"/>
          </p15:clr>
        </p15:guide>
        <p15:guide id="37" orient="horz" pos="577">
          <p15:clr>
            <a:srgbClr xmlns:a="http://schemas.openxmlformats.org/drawingml/2006/main" val="5ACBF0"/>
          </p15:clr>
        </p15:guide>
        <p15:guide id="38" orient="horz" pos="1167">
          <p15:clr>
            <a:srgbClr xmlns:a="http://schemas.openxmlformats.org/drawingml/2006/main" val="5ACBF0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Festo">
  <a:themeElements>
    <a:clrScheme name="Festo">
      <a:dk1>
        <a:srgbClr val="333333"/>
      </a:dk1>
      <a:lt1>
        <a:srgbClr val="FFFFFF"/>
      </a:lt1>
      <a:dk2>
        <a:srgbClr val="333333"/>
      </a:dk2>
      <a:lt2>
        <a:srgbClr val="FFFFFF"/>
      </a:lt2>
      <a:accent1>
        <a:srgbClr val="717D86"/>
      </a:accent1>
      <a:accent2>
        <a:srgbClr val="B6BEC6"/>
      </a:accent2>
      <a:accent3>
        <a:srgbClr val="E5E8EB"/>
      </a:accent3>
      <a:accent4>
        <a:srgbClr val="0091DC"/>
      </a:accent4>
      <a:accent5>
        <a:srgbClr val="48B9EB"/>
      </a:accent5>
      <a:accent6>
        <a:srgbClr val="C8E6FA"/>
      </a:accent6>
      <a:hlink>
        <a:srgbClr val="333333"/>
      </a:hlink>
      <a:folHlink>
        <a:srgbClr val="717D86"/>
      </a:folHlink>
    </a:clrScheme>
    <a:fontScheme name="Benutzerdefiniert 4">
      <a:majorFont>
        <a:latin typeface="Festo"/>
        <a:ea typeface=""/>
        <a:cs typeface=""/>
      </a:majorFont>
      <a:minorFont>
        <a:latin typeface="Festo"/>
        <a:ea typeface=""/>
        <a:cs typeface=""/>
      </a:minorFont>
    </a:fontScheme>
    <a:fmtScheme name="Festo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Festo - external">
  <a:themeElements>
    <a:clrScheme name="Festo">
      <a:dk1>
        <a:srgbClr val="333333"/>
      </a:dk1>
      <a:lt1>
        <a:srgbClr val="FFFFFF"/>
      </a:lt1>
      <a:dk2>
        <a:srgbClr val="333333"/>
      </a:dk2>
      <a:lt2>
        <a:srgbClr val="FFFFFF"/>
      </a:lt2>
      <a:accent1>
        <a:srgbClr val="717D86"/>
      </a:accent1>
      <a:accent2>
        <a:srgbClr val="B6BEC6"/>
      </a:accent2>
      <a:accent3>
        <a:srgbClr val="E5E8EB"/>
      </a:accent3>
      <a:accent4>
        <a:srgbClr val="0091DC"/>
      </a:accent4>
      <a:accent5>
        <a:srgbClr val="48B9EB"/>
      </a:accent5>
      <a:accent6>
        <a:srgbClr val="C8E6FA"/>
      </a:accent6>
      <a:hlink>
        <a:srgbClr val="333333"/>
      </a:hlink>
      <a:folHlink>
        <a:srgbClr val="717D86"/>
      </a:folHlink>
    </a:clrScheme>
    <a:fontScheme name="Benutzerdefiniert 4">
      <a:majorFont>
        <a:latin typeface="Festo"/>
        <a:ea typeface=""/>
        <a:cs typeface=""/>
      </a:majorFont>
      <a:minorFont>
        <a:latin typeface="Festo"/>
        <a:ea typeface=""/>
        <a:cs typeface=""/>
      </a:minorFont>
    </a:fontScheme>
    <a:fmtScheme name="Festo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2caab409295b4fd0" /><Relationship Type="http://schemas.openxmlformats.org/officeDocument/2006/relationships/image" Target="/ppt/media/image6.png" Id="R213e6e5e997c499a" /><Relationship Type="http://schemas.openxmlformats.org/officeDocument/2006/relationships/notesSlide" Target="/ppt/notesSlides/notesSlide1.xml" Id="R5c4c531b545c45b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af38b8a74ac94947" /><Relationship Type="http://schemas.openxmlformats.org/officeDocument/2006/relationships/image" Target="/ppt/media/image7.png" Id="Rf7a318840d8447f2" /><Relationship Type="http://schemas.openxmlformats.org/officeDocument/2006/relationships/notesSlide" Target="/ppt/notesSlides/notesSlide2.xml" Id="R659480b5d7f144a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2e998e9fad9141bf" /><Relationship Type="http://schemas.openxmlformats.org/officeDocument/2006/relationships/notesSlide" Target="/ppt/notesSlides/notesSlide3.xml" Id="Rf263bbc89fd74a8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9a66abf7713e4e97" /><Relationship Type="http://schemas.openxmlformats.org/officeDocument/2006/relationships/notesSlide" Target="/ppt/notesSlides/notesSlide4.xml" Id="R8c681906d6c44f2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b7a0e0988fa44fb1" /><Relationship Type="http://schemas.openxmlformats.org/officeDocument/2006/relationships/notesSlide" Target="/ppt/notesSlides/notesSlide5.xml" Id="R02990f20b91e40e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90909fdbc6f04ebf" /><Relationship Type="http://schemas.openxmlformats.org/officeDocument/2006/relationships/image" Target="/ppt/media/image8.png" Id="R4ebf4df4d6034159" /><Relationship Type="http://schemas.openxmlformats.org/officeDocument/2006/relationships/notesSlide" Target="/ppt/notesSlides/notesSlide6.xml" Id="R64974e349a864a1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da139486c0a44293" /><Relationship Type="http://schemas.openxmlformats.org/officeDocument/2006/relationships/notesSlide" Target="/ppt/notesSlides/notesSlide7.xml" Id="Rebf901bb649d46f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a72802ed1a6b4b8a" /><Relationship Type="http://schemas.openxmlformats.org/officeDocument/2006/relationships/notesSlide" Target="/ppt/notesSlides/notesSlide8.xml" Id="R3eb140456857471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B8BD81-4FBA-4B5D-B9D5-F869BB517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495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MOTION SERVER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445DE9-EBA4-407B-971F-3C46120BC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4095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95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52616B"/>
                </a:solidFill>
                <a:latin typeface="Arial"/>
                <a:ea typeface="Arial"/>
                <a:cs typeface="Arial"/>
              </a:rPr>
              <a:t>복잡한 모션 제어를 간단한 앱으로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ED9AC2-F3A6-4948-99ED-7800FBDA4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43250"/>
            <a:ext cx="2190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AF6FB"/>
          </a:solidFill>
          <a:ln xmlns:a="http://schemas.openxmlformats.org/drawingml/2006/main" w="9525">
            <a:solidFill>
              <a:srgbClr val="EAF6FB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No dedicated controller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61BC82-BA2E-4E97-B34D-6A5E8A904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19500"/>
            <a:ext cx="20002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AFBF3"/>
          </a:solidFill>
          <a:ln xmlns:a="http://schemas.openxmlformats.org/drawingml/2006/main" w="9525">
            <a:solidFill>
              <a:srgbClr val="EAFBF3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Low-code sequence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4633AB-A5B4-439F-A9A5-75695632F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95750"/>
            <a:ext cx="22860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2EDFF"/>
          </a:solidFill>
          <a:ln xmlns:a="http://schemas.openxmlformats.org/drawingml/2006/main" w="9525">
            <a:solidFill>
              <a:srgbClr val="F2EDFF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Real and virtual devices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3e6e5e997c499a"/>
          <a:srcRect xmlns:a="http://schemas.openxmlformats.org/drawingml/2006/main" l="3770" t="0" r="377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57750" y="1333500"/>
            <a:ext cx="6572250" cy="4000500"/>
          </a:xfrm>
          <a:prstGeom xmlns:a="http://schemas.openxmlformats.org/drawingml/2006/main" prst="roundRect">
            <a:avLst>
              <a:gd name="adj" fmla="val 3810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68551D-950D-49F7-8276-2966BA69A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1025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2616B"/>
                </a:solidFill>
                <a:latin typeface="Arial"/>
                <a:ea typeface="Arial"/>
                <a:cs typeface="Arial"/>
              </a:rPr>
              <a:t>Customer overview</a:t>
            </a:r>
          </a:p>
        </p:txBody>
      </p:sp>
    </p:spTree>
    <p:extLst>
      <p:ext uri="{BB962C8B-B14F-4D97-AF65-F5344CB8AC3E}">
        <p14:creationId xmlns:p14="http://schemas.microsoft.com/office/powerpoint/2010/main" val="96757938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13DF72-4519-44D5-8866-A9F21A979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2395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1C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B9D316-D6AD-49C9-A725-BD1C95F42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314450"/>
            <a:ext cx="381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1C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3F8CCC-6AB0-4D8C-B2AA-B55496484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43050"/>
            <a:ext cx="742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Customer value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AC1355-251D-414C-9BA3-D6C0DC7FA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750">
                <a:solidFill>
                  <a:srgbClr val="52616B"/>
                </a:solidFill>
                <a:latin typeface="Arial"/>
                <a:ea typeface="Arial"/>
                <a:cs typeface="Arial"/>
              </a:rPr>
              <a:t>Motion Server overview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A55C69-63FE-4CB2-8478-2EE83F176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6438900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750">
                <a:solidFill>
                  <a:srgbClr val="52616B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9B9234-F9D7-43CB-8D21-1B7206CA0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43125"/>
            <a:ext cx="609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769"/>
          </a:bodyPr>
          <a:lstStyle xmlns:a="http://schemas.openxmlformats.org/drawingml/2006/main"/>
          <a:p xmlns:a="http://schemas.openxmlformats.org/drawingml/2006/main">
            <a:pPr>
              <a:buNone/>
              <a:defRPr sz="195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52616B"/>
                </a:solidFill>
                <a:latin typeface="Arial"/>
                <a:ea typeface="Arial"/>
                <a:cs typeface="Arial"/>
              </a:rPr>
              <a:t>Motion Server reduces custom control work between the application and the devices.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EEE303-5B2A-46E2-A4EE-9282BBBA5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33375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1C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51A150-60CC-4402-9055-BA1CE24B4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71950"/>
            <a:ext cx="1371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PC application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C5BDBD-953D-4CA8-A2EF-58FEEDFC1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543300"/>
            <a:ext cx="85725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7B7E7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E35FBE-ADD1-4611-ADA8-DF9B1B3C2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33375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A36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8A2763-3FD2-4666-AFE0-620F44DBB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4171950"/>
            <a:ext cx="1371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Motion Server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97A30E-EAEB-44F0-A63C-1BEA9CB7F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543300"/>
            <a:ext cx="85725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7B7E7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012928-EC5A-40A5-B29E-507F73ACE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33375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AX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98C487-A863-4C27-982A-3D9370AFF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171950"/>
            <a:ext cx="1371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Axis and I/O</a:t>
            </a:r>
          </a:p>
        </p:txBody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a318840d8447f2"/>
          <a:stretch xmlns:a="http://schemas.openxmlformats.org/drawingml/2006/main"/>
        </p:blipFill>
        <p:spPr>
          <a:xfrm xmlns:a="http://schemas.openxmlformats.org/drawingml/2006/main">
            <a:off x="7667625" y="2047875"/>
            <a:ext cx="2857500" cy="2857500"/>
          </a:xfrm>
          <a:prstGeom xmlns:a="http://schemas.openxmlformats.org/drawingml/2006/main" prst="roundRect">
            <a:avLst>
              <a:gd name="adj" fmla="val 5333"/>
            </a:avLst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F7BB9E-ED28-488B-A339-C687B8393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95875"/>
            <a:ext cx="39052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4E8"/>
          </a:solidFill>
          <a:ln xmlns:a="http://schemas.openxmlformats.org/drawingml/2006/main" w="9525">
            <a:solidFill>
              <a:srgbClr val="D7E3EA"/>
            </a:solidFill>
          </a:ln>
        </p:spPr>
        <p:txBody>
          <a:bodyPr xmlns:a="http://schemas.openxmlformats.org/drawingml/2006/main" anchor="ctr">
            <a:normAutofit fontScale="8849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Build the sequence.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Let the server handle motion commands, feedback, and recovery.</a:t>
            </a:r>
          </a:p>
        </p:txBody>
      </p:sp>
    </p:spTree>
    <p:extLst>
      <p:ext uri="{BB962C8B-B14F-4D97-AF65-F5344CB8AC3E}">
        <p14:creationId xmlns:p14="http://schemas.microsoft.com/office/powerpoint/2010/main" val="107259202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52C6966-8334-4B16-B5D4-6B3498A3A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2395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1C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4157FD-0C01-45E2-B02B-E33819E7E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314450"/>
            <a:ext cx="381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1C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C8D6DB-2DF9-46DE-BBF2-1046AE4CE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43050"/>
            <a:ext cx="742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Axis operation screen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2A9381-00BE-4498-B943-FD300D270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750">
                <a:solidFill>
                  <a:srgbClr val="52616B"/>
                </a:solidFill>
                <a:latin typeface="Arial"/>
                <a:ea typeface="Arial"/>
                <a:cs typeface="Arial"/>
              </a:rPr>
              <a:t>Motion Server overview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5C6AAC-F3EB-4BC0-B1FC-148162A06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6438900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750">
                <a:solidFill>
                  <a:srgbClr val="52616B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81086B-C7AB-497A-9E61-B6C7FF84C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90750"/>
            <a:ext cx="10191750" cy="3476625"/>
          </a:xfrm>
          <a:prstGeom xmlns:a="http://schemas.openxmlformats.org/drawingml/2006/main" prst="roundRect">
            <a:avLst>
              <a:gd name="adj" fmla="val 21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E0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2609BD-E892-41BF-8B3B-12AAB379E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86000"/>
            <a:ext cx="100012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E1E8EE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43AB19-66D6-4528-8068-C559A73AF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343150"/>
            <a:ext cx="847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Axis Control Panel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6B9F3E-4473-48CA-847B-3D8BAA9E9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2362200"/>
            <a:ext cx="12001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EA"/>
            </a:solidFill>
          </a:ln>
        </p:spPr>
        <p:txBody>
          <a:bodyPr xmlns:a="http://schemas.openxmlformats.org/drawingml/2006/main" anchor="ctr">
            <a:normAutofit fontScale="9058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Request Authority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5C4DD4-C60C-471D-84D9-6CA947713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362200"/>
            <a:ext cx="11049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EA"/>
            </a:solidFill>
          </a:ln>
        </p:spPr>
        <p:txBody>
          <a:bodyPr xmlns:a="http://schemas.openxmlformats.org/drawingml/2006/main" anchor="ctr">
            <a:normAutofit fontScale="97565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Bus Reconnect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00E61F-38B1-4B26-A847-4ACED6FC6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362200"/>
            <a:ext cx="8953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E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Fault Reset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23BA00-50FF-41B3-864A-AC451FCC4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362200"/>
            <a:ext cx="8763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A36A"/>
            </a:solidFill>
          </a:ln>
        </p:spPr>
        <p:txBody>
          <a:bodyPr xmlns:a="http://schemas.openxmlformats.org/drawingml/2006/main" anchor="ctr">
            <a:normAutofit fontScale="97565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1A36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1A36A"/>
                </a:solidFill>
                <a:latin typeface="Arial"/>
                <a:ea typeface="Arial"/>
                <a:cs typeface="Arial"/>
              </a:rPr>
              <a:t>Disconnect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6AC8E6-EC23-45F6-9D52-C71D976FA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857500"/>
            <a:ext cx="704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52616B"/>
                </a:solidFill>
                <a:latin typeface="Arial"/>
                <a:ea typeface="Arial"/>
                <a:cs typeface="Arial"/>
              </a:rPr>
              <a:t>Server: normal   Initialized: yes   Process data valid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DC0241-7B1B-4B0F-BDBA-BC8312B81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914650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A36A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48DF11-ED89-4260-B514-7DF0A6105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8765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52616B"/>
                </a:solidFill>
                <a:latin typeface="Arial"/>
                <a:ea typeface="Arial"/>
                <a:cs typeface="Arial"/>
              </a:rPr>
              <a:t>Authority available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85AEE6-2848-4290-8ADF-C835346DC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914650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A36A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6DE6A5-F93D-4200-BD2D-0BF88D5CF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28765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52616B"/>
                </a:solidFill>
                <a:latin typeface="Arial"/>
                <a:ea typeface="Arial"/>
                <a:cs typeface="Arial"/>
              </a:rPr>
              <a:t>Connected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DDD4F6-F255-41CE-89E6-0102CBC93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333750"/>
            <a:ext cx="15240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EAF6FB"/>
          </a:solidFill>
          <a:ln xmlns:a="http://schemas.openxmlformats.org/drawingml/2006/main" w="9525">
            <a:solidFill>
              <a:srgbClr val="D7E3E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Axis 0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normal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BE8AEED-FBC8-4FB4-9495-42636E2EF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333750"/>
            <a:ext cx="15240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EAFBF3"/>
          </a:solidFill>
          <a:ln xmlns:a="http://schemas.openxmlformats.org/drawingml/2006/main" w="9525">
            <a:solidFill>
              <a:srgbClr val="D7E3E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Axis 1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ready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B9406EE-5A9F-491A-A81B-C9C55401F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333750"/>
            <a:ext cx="15240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EAF6FB"/>
          </a:solidFill>
          <a:ln xmlns:a="http://schemas.openxmlformats.org/drawingml/2006/main" w="9525">
            <a:solidFill>
              <a:srgbClr val="D7E3E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Axis 2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normal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38A59D-ED89-41E5-B572-5AE667F3A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333750"/>
            <a:ext cx="15240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EAF6FB"/>
          </a:solidFill>
          <a:ln xmlns:a="http://schemas.openxmlformats.org/drawingml/2006/main" w="9525">
            <a:solidFill>
              <a:srgbClr val="D7E3E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Axis 3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normal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F7399C1-008A-4499-B148-4BB119F6A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333750"/>
            <a:ext cx="18097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EA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15C2ADC-5C62-495D-AC52-AA8A4E762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662363"/>
            <a:ext cx="1657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5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59CA56D-4770-44FC-A804-BFB140B40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990975"/>
            <a:ext cx="1657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5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93262EE-AD0F-462B-8858-1F8A634F8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319588"/>
            <a:ext cx="1657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5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43F0A94-EBA5-4B01-A054-B6A60BFC2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166616"/>
            <a:ext cx="161925" cy="3291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1CA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B5E82D6-F4F2-45A2-A7D5-D35BAD65F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4002024"/>
            <a:ext cx="161925" cy="4937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1CA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9B01994-DC83-45A9-80EB-E4D45E60F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063746"/>
            <a:ext cx="161925" cy="43205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1CA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88DE9F3-E575-4244-BFFE-8CD24EEEA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975" y="3816858"/>
            <a:ext cx="161925" cy="6789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1CA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D5559A3-2D50-466A-B965-78237044B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3930015"/>
            <a:ext cx="161925" cy="5657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1CA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B115F27-70E2-40AD-94F6-61D1DBFBB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3652266"/>
            <a:ext cx="161925" cy="84353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1CA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1E9598B-9417-4D85-8F1D-5F8CC50DA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7625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2616B"/>
                </a:solidFill>
                <a:latin typeface="Arial"/>
                <a:ea typeface="Arial"/>
                <a:cs typeface="Arial"/>
              </a:rPr>
              <a:t>Position / velocity feedback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1B82DAA-73A8-43C4-80FD-9BE1975D7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095875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825"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Manual setup and commissioning can start from a ready-made panel.</a:t>
            </a:r>
          </a:p>
        </p:txBody>
      </p:sp>
    </p:spTree>
    <p:extLst>
      <p:ext uri="{BB962C8B-B14F-4D97-AF65-F5344CB8AC3E}">
        <p14:creationId xmlns:p14="http://schemas.microsoft.com/office/powerpoint/2010/main" val="103384511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15B80C3-EDC8-4E46-9527-73B95983B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2395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1C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85DE04-63AC-4C63-BBBC-709A0917C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314450"/>
            <a:ext cx="381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1C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572855-969B-44FF-BD4B-4D40DEF73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43050"/>
            <a:ext cx="742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Visual motion sequence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E4DCD3-DA84-4DF8-9E0E-CC00E4F3A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750">
                <a:solidFill>
                  <a:srgbClr val="52616B"/>
                </a:solidFill>
                <a:latin typeface="Arial"/>
                <a:ea typeface="Arial"/>
                <a:cs typeface="Arial"/>
              </a:rPr>
              <a:t>Motion Server overview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43AD80-BCA3-4599-BD8C-0DC02429B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6438900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750">
                <a:solidFill>
                  <a:srgbClr val="52616B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0855E9-AD1A-4464-8F6C-044634701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86000"/>
            <a:ext cx="103822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E0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A71E52-543B-45CF-83D1-CC95EEDF7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81250"/>
            <a:ext cx="101917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E1E8EE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04145D-C619-4EC4-BC9D-04F35BD7B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38400"/>
            <a:ext cx="866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Node-RED reference flow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42A995-31FF-41A1-AEB0-58C183CD5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105150"/>
            <a:ext cx="14287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AFBF3"/>
          </a:solidFill>
          <a:ln xmlns:a="http://schemas.openxmlformats.org/drawingml/2006/main" w="9525">
            <a:solidFill>
              <a:srgbClr val="D7E3E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Start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44236E-82D1-4E8C-8425-CE2213BA7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876550"/>
            <a:ext cx="14287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AF6FB"/>
          </a:solidFill>
          <a:ln xmlns:a="http://schemas.openxmlformats.org/drawingml/2006/main" w="9525">
            <a:solidFill>
              <a:srgbClr val="D7E3E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Move axes</a:t>
            </a:r>
          </a:p>
          <a:p xmlns:a="http://schemas.openxmlformats.org/drawingml/2006/main">
            <a:pPr algn="ctr">
              <a:buNone/>
              <a:defRPr sz="112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0, 1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AFA12B-FDCE-46C1-AECD-8200DD084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876550"/>
            <a:ext cx="14287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AF6FB"/>
          </a:solidFill>
          <a:ln xmlns:a="http://schemas.openxmlformats.org/drawingml/2006/main" w="9525">
            <a:solidFill>
              <a:srgbClr val="D7E3E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Move axes</a:t>
            </a:r>
          </a:p>
          <a:p xmlns:a="http://schemas.openxmlformats.org/drawingml/2006/main">
            <a:pPr algn="ctr">
              <a:buNone/>
              <a:defRPr sz="112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2, 3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E6687F-5743-4058-88D7-AB4F91E70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876550"/>
            <a:ext cx="14287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4E8"/>
          </a:solidFill>
          <a:ln xmlns:a="http://schemas.openxmlformats.org/drawingml/2006/main" w="9525">
            <a:solidFill>
              <a:srgbClr val="D7E3E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Set output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7484B1-786A-49FB-8470-A6D77F2E3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876550"/>
            <a:ext cx="14287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2EDFF"/>
          </a:solidFill>
          <a:ln xmlns:a="http://schemas.openxmlformats.org/drawingml/2006/main" w="9525">
            <a:solidFill>
              <a:srgbClr val="D7E3E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Wait input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D63472-37D1-4123-9908-E263215AA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105150"/>
            <a:ext cx="12192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AFBF3"/>
          </a:solidFill>
          <a:ln xmlns:a="http://schemas.openxmlformats.org/drawingml/2006/main" w="9525">
            <a:solidFill>
              <a:srgbClr val="D7E3E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Finish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92020F-8AD6-4A3D-991B-9ADE8212F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038475"/>
            <a:ext cx="41910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7B7E7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FD5909-3EBA-40A8-92CF-87C90B181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038475"/>
            <a:ext cx="41910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7B7E7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D7E7C1-98E4-4314-9056-5E6E3D46F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038475"/>
            <a:ext cx="41910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7B7E7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FBEDF1-E105-4F56-8A82-ECC2D4C0F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038475"/>
            <a:ext cx="41910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7B7E7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8BEB4D0-9A10-4031-B5AA-F17D5D803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038475"/>
            <a:ext cx="28575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7B7E7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2744B2B-32CB-47BF-A3D5-B98D4CE8B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857750"/>
            <a:ext cx="790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652"/>
          </a:bodyPr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Prebuilt nodes make a sequence easy to assemble and modify.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41D35A6-AE08-4ED1-A993-89272236A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4762500"/>
            <a:ext cx="2667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AF6FB"/>
          </a:solidFill>
          <a:ln xmlns:a="http://schemas.openxmlformats.org/drawingml/2006/main" w="9525">
            <a:solidFill>
              <a:srgbClr val="D7E3EA"/>
            </a:solidFill>
          </a:ln>
        </p:spPr>
        <p:txBody>
          <a:bodyPr xmlns:a="http://schemas.openxmlformats.org/drawingml/2006/main" anchor="ctr">
            <a:normAutofit fontScale="87091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No PLC-style motion code required</a:t>
            </a:r>
          </a:p>
        </p:txBody>
      </p:sp>
    </p:spTree>
    <p:extLst>
      <p:ext uri="{BB962C8B-B14F-4D97-AF65-F5344CB8AC3E}">
        <p14:creationId xmlns:p14="http://schemas.microsoft.com/office/powerpoint/2010/main" val="146806365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D20FCC2-4BC1-4E0F-9A86-00C22FB99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2395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1C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BEBEDA-04D9-47D9-8FCC-7E3E13D7F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314450"/>
            <a:ext cx="381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1C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686FC4-B89C-4F12-BEEA-62DB73890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43050"/>
            <a:ext cx="742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I/O operation screen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B0D95A-ED08-4B02-9A58-A7D9A4A45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750">
                <a:solidFill>
                  <a:srgbClr val="52616B"/>
                </a:solidFill>
                <a:latin typeface="Arial"/>
                <a:ea typeface="Arial"/>
                <a:cs typeface="Arial"/>
              </a:rPr>
              <a:t>Motion Server overview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E0FCA3-3AAA-4405-8FE1-841D082A4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6438900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750">
                <a:solidFill>
                  <a:srgbClr val="52616B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EED217-A390-408C-9B3F-26AB87A72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09800"/>
            <a:ext cx="1019175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E0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BC9F2F-3FA0-4A3E-AF29-C6D05A573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05050"/>
            <a:ext cx="100012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E1E8EE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29B054-910F-49D8-8CB2-EFB4C1F20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362200"/>
            <a:ext cx="847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IO Control Panel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83FD86-5DD6-4AF8-AED1-F8149531E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80035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52616B"/>
                </a:solidFill>
                <a:latin typeface="Arial"/>
                <a:ea typeface="Arial"/>
                <a:cs typeface="Arial"/>
              </a:rPr>
              <a:t>CPX-AP-I-EC   Modules: IOL, DI, DO, AI, AO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37965F-2157-47B3-9ADF-5D82C093C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333750"/>
            <a:ext cx="17145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AF6FB"/>
          </a:solidFill>
          <a:ln xmlns:a="http://schemas.openxmlformats.org/drawingml/2006/main" w="9525">
            <a:solidFill>
              <a:srgbClr val="D7E3E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Digital input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A60482-DE5E-4E3F-81D1-0FD597294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85762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A36A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EA5A02-868C-4FC0-954E-E576D0980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85762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AC6CE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36233E-5FA1-44D8-B49A-3E7FA91E1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85762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AC6CE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9080B2-BE0D-497A-9FEA-6DE87FF17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85762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A36A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8C3A02-3609-43AC-96D5-6FD6F474B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385762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AC6CE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BF00A6-13C4-49F5-91B6-CEE8432E2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85762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AC6CE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918F64-ECC6-4CA3-8C10-81020473F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85762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A36A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839267-B678-4D68-A73D-F2C2C253B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85762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AC6CE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F7BCF8-FF43-4022-BE73-466077F9E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333750"/>
            <a:ext cx="17145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AFBF3"/>
          </a:solidFill>
          <a:ln xmlns:a="http://schemas.openxmlformats.org/drawingml/2006/main" w="9525">
            <a:solidFill>
              <a:srgbClr val="D7E3E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Analog value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BD6A1AF-49FB-4286-BBCB-E8535623F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848100"/>
            <a:ext cx="1238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DF2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1A4DCA1-093D-4382-92C8-C8DE8B059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848100"/>
            <a:ext cx="681038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1CA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45DE278-9D10-45BE-AEA6-B866949EF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4105275"/>
            <a:ext cx="1238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DF2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A3CC631-F0D4-4558-A6A8-3BDA49CB3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4105275"/>
            <a:ext cx="34671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1CA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5393F23-9E41-429A-9BCC-F88C20E1C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4362450"/>
            <a:ext cx="1238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DF2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E4D3F22-15DB-4000-A6B1-B5C376984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4362450"/>
            <a:ext cx="91630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1CA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EED0E98-CC5F-41B0-BB46-16E62570A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333750"/>
            <a:ext cx="19050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2EDFF"/>
          </a:solidFill>
          <a:ln xmlns:a="http://schemas.openxmlformats.org/drawingml/2006/main" w="9525">
            <a:solidFill>
              <a:srgbClr val="D7E3E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IO-Link sensor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6DBDF06-A6E4-4D80-8D15-DB8BBE4CA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876675"/>
            <a:ext cx="1619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66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F2933"/>
                </a:solidFill>
                <a:latin typeface="Arial"/>
                <a:ea typeface="Arial"/>
                <a:cs typeface="Arial"/>
              </a:rPr>
              <a:t>Profile 2</a:t>
            </a:r>
          </a:p>
          <a:p xmlns:a="http://schemas.openxmlformats.org/drawingml/2006/main">
            <a:pPr algn="ctr">
              <a:buNone/>
              <a:defRPr sz="120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F2933"/>
                </a:solidFill>
                <a:latin typeface="Arial"/>
                <a:ea typeface="Arial"/>
                <a:cs typeface="Arial"/>
              </a:rPr>
              <a:t>Vibration and temperature</a:t>
            </a:r>
          </a:p>
          <a:p xmlns:a="http://schemas.openxmlformats.org/drawingml/2006/main">
            <a:pPr algn="ctr">
              <a:buNone/>
              <a:defRPr sz="120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F2933"/>
                </a:solidFill>
                <a:latin typeface="Arial"/>
                <a:ea typeface="Arial"/>
                <a:cs typeface="Arial"/>
              </a:rPr>
              <a:t>Parameter read/write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EC6F3B6-DEB6-4B79-9A2E-3087A5BFB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333750"/>
            <a:ext cx="20955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4E8"/>
          </a:solidFill>
          <a:ln xmlns:a="http://schemas.openxmlformats.org/drawingml/2006/main" w="9525">
            <a:solidFill>
              <a:srgbClr val="D7E3E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Parameter storage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DF7A271-268C-4DFD-8F29-0A505E6C7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943350"/>
            <a:ext cx="7429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E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Volatile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E74F7EC-F014-4A05-B862-9A07222D7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943350"/>
            <a:ext cx="9525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E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Non-volatile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88BCFB9-7E38-4DD5-9051-09F095FF3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0482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424"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I/O status and parameter access use the same Motion Server connection.</a:t>
            </a:r>
          </a:p>
        </p:txBody>
      </p:sp>
    </p:spTree>
    <p:extLst>
      <p:ext uri="{BB962C8B-B14F-4D97-AF65-F5344CB8AC3E}">
        <p14:creationId xmlns:p14="http://schemas.microsoft.com/office/powerpoint/2010/main" val="46477795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7E08B0-74E7-4BC4-B1B0-37DDF6DDB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2395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1C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D7BE87-9784-4114-BA6B-F864DF699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314450"/>
            <a:ext cx="381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1C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FAA76C-8836-4E27-AE68-CAC57A5A5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43050"/>
            <a:ext cx="742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Real devices and virtual tests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360AD2-9B43-46F5-8709-98D8DCB6A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750">
                <a:solidFill>
                  <a:srgbClr val="52616B"/>
                </a:solidFill>
                <a:latin typeface="Arial"/>
                <a:ea typeface="Arial"/>
                <a:cs typeface="Arial"/>
              </a:rPr>
              <a:t>Motion Server overview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C5FA4D-9C5D-4B19-A879-C48575940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6438900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750">
                <a:solidFill>
                  <a:srgbClr val="52616B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bf4df4d6034159"/>
          <a:srcRect xmlns:a="http://schemas.openxmlformats.org/drawingml/2006/main" l="0" t="21810" r="0" b="2181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43000" y="2190750"/>
            <a:ext cx="9906000" cy="3143250"/>
          </a:xfrm>
          <a:prstGeom xmlns:a="http://schemas.openxmlformats.org/drawingml/2006/main" prst="roundRect">
            <a:avLst>
              <a:gd name="adj" fmla="val 4848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F4BA77-0372-474F-91E2-E67FC792B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524500"/>
            <a:ext cx="1809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2EDFF"/>
          </a:solidFill>
          <a:ln xmlns:a="http://schemas.openxmlformats.org/drawingml/2006/main" w="9525">
            <a:solidFill>
              <a:srgbClr val="F2EDFF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Virtual device test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26BD5F-B541-4673-AD4E-5E2DCCB7E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5524500"/>
            <a:ext cx="1809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AF6FB"/>
          </a:solidFill>
          <a:ln xmlns:a="http://schemas.openxmlformats.org/drawingml/2006/main" w="9525">
            <a:solidFill>
              <a:srgbClr val="EAF6FB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Same command flow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1A7D08-56E1-4CE7-8BE5-E3C7E7C3E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5524500"/>
            <a:ext cx="20002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AFBF3"/>
          </a:solidFill>
          <a:ln xmlns:a="http://schemas.openxmlformats.org/drawingml/2006/main" w="9525">
            <a:solidFill>
              <a:srgbClr val="EAFBF3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Real EtherCAT system</a:t>
            </a:r>
          </a:p>
        </p:txBody>
      </p:sp>
    </p:spTree>
    <p:extLst>
      <p:ext uri="{BB962C8B-B14F-4D97-AF65-F5344CB8AC3E}">
        <p14:creationId xmlns:p14="http://schemas.microsoft.com/office/powerpoint/2010/main" val="53633501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7B0309-E000-4290-A74A-05FBC550A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2395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1C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D55C57-4E5B-4A0A-87B5-531D1C5F1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314450"/>
            <a:ext cx="381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1C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EB73B6-72C2-443F-98C5-F40A27E40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43050"/>
            <a:ext cx="742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Operating controls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FA71AC-B334-45A6-993F-06196AB34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750">
                <a:solidFill>
                  <a:srgbClr val="52616B"/>
                </a:solidFill>
                <a:latin typeface="Arial"/>
                <a:ea typeface="Arial"/>
                <a:cs typeface="Arial"/>
              </a:rPr>
              <a:t>Motion Server overview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C49B1F-B56F-4537-8905-E0C8F519B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6438900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750">
                <a:solidFill>
                  <a:srgbClr val="52616B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E7814D-6D38-4B8F-9DE0-349847369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524125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1C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AUTH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E71A62-3999-42E2-A38F-C0D1A6CC9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362325"/>
            <a:ext cx="1371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31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Command authority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FE0F73-09F7-46F5-8AF8-F0A2BA33D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524125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A36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2E3BAC-F891-42B4-9FCD-454CF9121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3362325"/>
            <a:ext cx="1371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Live feedback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9F455F-0F5C-4B6B-BF30-17428042D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524125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RST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15FBD3-477B-433E-8CFC-CE3F78958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362325"/>
            <a:ext cx="1371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Fault reset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42BBD7-BDB4-4D53-A017-2C17B4E7B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524125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7B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PAR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C64AC8-5DC9-4DB9-9810-01DB699BE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3362325"/>
            <a:ext cx="1371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491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Parameter access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59E88A-F64F-4A13-9561-3A4ED786E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429125"/>
            <a:ext cx="87630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4E8"/>
          </a:solidFill>
          <a:ln xmlns:a="http://schemas.openxmlformats.org/drawingml/2006/main" w="9525">
            <a:solidFill>
              <a:srgbClr val="D7E3E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Common tasks are available as ready-made commands, so the customer application can stay focused on sequence logic.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74FA49-59DD-4EDB-BDF7-FC02381D2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476875"/>
            <a:ext cx="819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2616B"/>
                </a:solidFill>
                <a:latin typeface="Arial"/>
                <a:ea typeface="Arial"/>
                <a:cs typeface="Arial"/>
              </a:rPr>
              <a:t>Examples: enable, move, stop, fault reset, bus reconnect, I/O read/write</a:t>
            </a:r>
          </a:p>
        </p:txBody>
      </p:sp>
    </p:spTree>
    <p:extLst>
      <p:ext uri="{BB962C8B-B14F-4D97-AF65-F5344CB8AC3E}">
        <p14:creationId xmlns:p14="http://schemas.microsoft.com/office/powerpoint/2010/main" val="140386935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949264-AA9E-465E-A5A7-E6CFD85C5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2395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1C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93E940-1419-4723-880E-32FE95764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314450"/>
            <a:ext cx="381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1C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D64385-ACCC-4E71-B160-BD21C50FB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43050"/>
            <a:ext cx="742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Best fit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FC07E7-D4FB-415F-B630-98322A2F9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750">
                <a:solidFill>
                  <a:srgbClr val="52616B"/>
                </a:solidFill>
                <a:latin typeface="Arial"/>
                <a:ea typeface="Arial"/>
                <a:cs typeface="Arial"/>
              </a:rPr>
              <a:t>Motion Server overview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38DFD7-5C76-46EE-B55C-C2EF5B4EC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6438900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750">
                <a:solidFill>
                  <a:srgbClr val="52616B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BEE582-39B4-4CE9-A408-E78373D4F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71750"/>
            <a:ext cx="26670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AF6FB"/>
          </a:solidFill>
          <a:ln xmlns:a="http://schemas.openxmlformats.org/drawingml/2006/main" w="9525">
            <a:solidFill>
              <a:srgbClr val="D7E3E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Customer demo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Show motion quickly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49197B-E103-42B7-8117-FF98E2214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571750"/>
            <a:ext cx="26670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AFBF3"/>
          </a:solidFill>
          <a:ln xmlns:a="http://schemas.openxmlformats.org/drawingml/2006/main" w="9525">
            <a:solidFill>
              <a:srgbClr val="D7E3E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Lab system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Test devices and sequences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7F2422-BA63-4532-BF1B-8EFB5B0A5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571750"/>
            <a:ext cx="26670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2EDFF"/>
          </a:solidFill>
          <a:ln xmlns:a="http://schemas.openxmlformats.org/drawingml/2006/main" w="9525">
            <a:solidFill>
              <a:srgbClr val="D7E3E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Small machine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Build application logic first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72D386-A791-46E2-A1BF-E5F774C30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971800"/>
            <a:ext cx="66675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7B7E7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B8DB20-B7AA-4A0F-B00D-748CF4943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971800"/>
            <a:ext cx="66675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7B7E7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6B2B00-002C-4D78-95C8-ABE9D44CA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762500"/>
            <a:ext cx="876300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4E8"/>
          </a:solidFill>
          <a:ln xmlns:a="http://schemas.openxmlformats.org/drawingml/2006/main" w="9525">
            <a:solidFill>
              <a:srgbClr val="D7E3E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Next step: connect a device, open the panel, and build the first Node-RED sequence.</a:t>
            </a:r>
          </a:p>
        </p:txBody>
      </p:sp>
    </p:spTree>
    <p:extLst>
      <p:ext uri="{BB962C8B-B14F-4D97-AF65-F5344CB8AC3E}">
        <p14:creationId xmlns:p14="http://schemas.microsoft.com/office/powerpoint/2010/main" val="2110761058"/>
      </p:ext>
    </p:extLst>
  </p:cSld>
</p:sld>
</file>

<file path=ppt/theme/theme1.xml><?xml version="1.0" encoding="utf-8"?>
<a:theme xmlns:a="http://schemas.openxmlformats.org/drawingml/2006/main" name="Festo">
  <a:themeElements>
    <a:clrScheme name="Festo">
      <a:dk1>
        <a:srgbClr val="333333"/>
      </a:dk1>
      <a:lt1>
        <a:srgbClr val="FFFFFF"/>
      </a:lt1>
      <a:dk2>
        <a:srgbClr val="333333"/>
      </a:dk2>
      <a:lt2>
        <a:srgbClr val="FFFFFF"/>
      </a:lt2>
      <a:accent1>
        <a:srgbClr val="717D86"/>
      </a:accent1>
      <a:accent2>
        <a:srgbClr val="B6BEC6"/>
      </a:accent2>
      <a:accent3>
        <a:srgbClr val="E5E8EB"/>
      </a:accent3>
      <a:accent4>
        <a:srgbClr val="0091DC"/>
      </a:accent4>
      <a:accent5>
        <a:srgbClr val="48B9EB"/>
      </a:accent5>
      <a:accent6>
        <a:srgbClr val="C8E6FA"/>
      </a:accent6>
      <a:hlink>
        <a:srgbClr val="333333"/>
      </a:hlink>
      <a:folHlink>
        <a:srgbClr val="717D86"/>
      </a:folHlink>
    </a:clrScheme>
    <a:fontScheme name="Benutzerdefiniert 4">
      <a:majorFont>
        <a:latin typeface="Festo"/>
        <a:ea typeface=""/>
        <a:cs typeface=""/>
      </a:majorFont>
      <a:minorFont>
        <a:latin typeface="Festo"/>
        <a:ea typeface=""/>
        <a:cs typeface=""/>
      </a:minorFont>
    </a:fontScheme>
    <a:fmtScheme name="Festo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2026-09-07T09:27:59.0350000Z</dcterms:created>
  <dcterms:modified xsi:type="dcterms:W3CDTF">2026-09-07T09:27:59.0350000Z</dcterms:modified>
</coreProperties>
</file>