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607998d1dd4032" /><Relationship Type="http://schemas.openxmlformats.org/officeDocument/2006/relationships/extended-properties" Target="/docProps/app.xml" Id="Rac91c366e30b4a2c" /><Relationship Type="http://schemas.openxmlformats.org/officeDocument/2006/relationships/officeDocument" Target="/ppt/presentation.xml" Id="R0272d4e533fd4a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b5c5058af142c3"/>
    <p:sldMasterId xmlns:r="http://schemas.openxmlformats.org/officeDocument/2006/relationships" id="2147483711" r:id="R115442ee239544d1"/>
  </p:sldMasterIdLst>
  <p:notesMasterIdLst>
    <p:notesMasterId xmlns:r="http://schemas.openxmlformats.org/officeDocument/2006/relationships" r:id="R3ac1ef43150c41d2"/>
  </p:notesMasterIdLst>
  <p:sldIdLst>
    <p:sldId xmlns:r="http://schemas.openxmlformats.org/officeDocument/2006/relationships" id="256" r:id="R91ec502d98494fdf"/>
    <p:sldId xmlns:r="http://schemas.openxmlformats.org/officeDocument/2006/relationships" id="257" r:id="R4f17c6c9c0cc455b"/>
    <p:sldId xmlns:r="http://schemas.openxmlformats.org/officeDocument/2006/relationships" id="258" r:id="R8433950be3e94ab0"/>
    <p:sldId xmlns:r="http://schemas.openxmlformats.org/officeDocument/2006/relationships" id="259" r:id="Rbd2929d2228b4f1f"/>
    <p:sldId xmlns:r="http://schemas.openxmlformats.org/officeDocument/2006/relationships" id="260" r:id="R205ffcc41e1d431f"/>
    <p:sldId xmlns:r="http://schemas.openxmlformats.org/officeDocument/2006/relationships" id="261" r:id="R50a3efe8dbf54598"/>
    <p:sldId xmlns:r="http://schemas.openxmlformats.org/officeDocument/2006/relationships" id="262" r:id="R81b54ba5ea5348df"/>
    <p:sldId xmlns:r="http://schemas.openxmlformats.org/officeDocument/2006/relationships" id="263" r:id="Rd06b694d53534ac8"/>
    <p:sldId xmlns:r="http://schemas.openxmlformats.org/officeDocument/2006/relationships" id="264" r:id="Rabcaf396afbb45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c4079423a54b37" /><Relationship Type="http://schemas.openxmlformats.org/officeDocument/2006/relationships/slideMaster" Target="/ppt/slideMasters/slideMaster1.xml" Id="R4db5c5058af142c3" /><Relationship Type="http://schemas.openxmlformats.org/officeDocument/2006/relationships/slideMaster" Target="/ppt/slideMasters/slideMaster2.xml" Id="R115442ee239544d1" /><Relationship Type="http://schemas.openxmlformats.org/officeDocument/2006/relationships/notesMaster" Target="/ppt/notesMasters/notesMaster1.xml" Id="R3ac1ef43150c41d2" /><Relationship Type="http://schemas.openxmlformats.org/officeDocument/2006/relationships/presProps" Target="/ppt/presProps.xml" Id="R46e448037f924cdc" /><Relationship Type="http://schemas.openxmlformats.org/officeDocument/2006/relationships/viewProps" Target="/ppt/viewProps.xml" Id="R62c779b427234dc0" /><Relationship Type="http://schemas.openxmlformats.org/officeDocument/2006/relationships/tableStyles" Target="/ppt/tableStyles.xml" Id="R1a7a11e310dd4986" /><Relationship Type="http://schemas.openxmlformats.org/officeDocument/2006/relationships/slide" Target="/ppt/slides/slide1.xml" Id="R91ec502d98494fdf" /><Relationship Type="http://schemas.openxmlformats.org/officeDocument/2006/relationships/slide" Target="/ppt/slides/slide2.xml" Id="R4f17c6c9c0cc455b" /><Relationship Type="http://schemas.openxmlformats.org/officeDocument/2006/relationships/slide" Target="/ppt/slides/slide3.xml" Id="R8433950be3e94ab0" /><Relationship Type="http://schemas.openxmlformats.org/officeDocument/2006/relationships/slide" Target="/ppt/slides/slide4.xml" Id="Rbd2929d2228b4f1f" /><Relationship Type="http://schemas.openxmlformats.org/officeDocument/2006/relationships/slide" Target="/ppt/slides/slide5.xml" Id="R205ffcc41e1d431f" /><Relationship Type="http://schemas.openxmlformats.org/officeDocument/2006/relationships/slide" Target="/ppt/slides/slide6.xml" Id="R50a3efe8dbf54598" /><Relationship Type="http://schemas.openxmlformats.org/officeDocument/2006/relationships/slide" Target="/ppt/slides/slide7.xml" Id="R81b54ba5ea5348df" /><Relationship Type="http://schemas.openxmlformats.org/officeDocument/2006/relationships/slide" Target="/ppt/slides/slide8.xml" Id="Rd06b694d53534ac8" /><Relationship Type="http://schemas.openxmlformats.org/officeDocument/2006/relationships/slide" Target="/ppt/slides/slide9.xml" Id="Rabcaf396afbb45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7e75f0f3613644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ad3ce6ac9e4e44" /><Relationship Type="http://schemas.openxmlformats.org/officeDocument/2006/relationships/notesMaster" Target="/ppt/notesMasters/notesMaster1.xml" Id="R9a986cddb2e44b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fb607837014b93" /><Relationship Type="http://schemas.openxmlformats.org/officeDocument/2006/relationships/notesMaster" Target="/ppt/notesMasters/notesMaster1.xml" Id="R8da84a0cfbbd4d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5766f74d314fe7" /><Relationship Type="http://schemas.openxmlformats.org/officeDocument/2006/relationships/notesMaster" Target="/ppt/notesMasters/notesMaster1.xml" Id="R33751058185d4a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a4dcd0a606438b" /><Relationship Type="http://schemas.openxmlformats.org/officeDocument/2006/relationships/notesMaster" Target="/ppt/notesMasters/notesMaster1.xml" Id="Re2bd3b21ce2b4e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d552416cb945a7" /><Relationship Type="http://schemas.openxmlformats.org/officeDocument/2006/relationships/notesMaster" Target="/ppt/notesMasters/notesMaster1.xml" Id="Ra0f0aa81e9da40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7594c2190a4871" /><Relationship Type="http://schemas.openxmlformats.org/officeDocument/2006/relationships/notesMaster" Target="/ppt/notesMasters/notesMaster1.xml" Id="R5acd6df602464b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e8bbcdf78b45aa" /><Relationship Type="http://schemas.openxmlformats.org/officeDocument/2006/relationships/notesMaster" Target="/ppt/notesMasters/notesMaster1.xml" Id="Rc762d2e6a81b42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ff2c7d5e214908" /><Relationship Type="http://schemas.openxmlformats.org/officeDocument/2006/relationships/notesMaster" Target="/ppt/notesMasters/notesMaster1.xml" Id="R0cd14f4b49fc44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356240228a4adf" /><Relationship Type="http://schemas.openxmlformats.org/officeDocument/2006/relationships/notesMaster" Target="/ppt/notesMasters/notesMaster1.xml" Id="Rf97dffeb5cbd44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7b6b8e8b0f4b92" /><Relationship Type="http://schemas.openxmlformats.org/officeDocument/2006/relationships/image" Target="/ppt/media/image2.png" Id="Rb7a3714edf494367" /><Relationship Type="http://schemas.openxmlformats.org/officeDocument/2006/relationships/image" Target="/ppt/media/image2.svg" Id="Rbf559fa2fd9a43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165f5ed1fa44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e3c18960b041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371ed455d14f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b0d36e49e4966" /><Relationship Type="http://schemas.openxmlformats.org/officeDocument/2006/relationships/image" Target="/ppt/media/image3.png" Id="Ref38ea2871ff4adb" /><Relationship Type="http://schemas.openxmlformats.org/officeDocument/2006/relationships/image" Target="/ppt/media/image3.svg" Id="R16adfb47c80b45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f7f04171394bc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173b2bc2a42a4" /><Relationship Type="http://schemas.openxmlformats.org/officeDocument/2006/relationships/image" Target="/ppt/media/image3.png" Id="R9b82e5226b1344b1" /><Relationship Type="http://schemas.openxmlformats.org/officeDocument/2006/relationships/image" Target="/ppt/media/image3.svg" Id="R4af1220eb36b459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ba7ad206f24aa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bc431fe03a4618" /><Relationship Type="http://schemas.openxmlformats.org/officeDocument/2006/relationships/image" Target="/ppt/media/image3.png" Id="Re690c7a5b1794657" /><Relationship Type="http://schemas.openxmlformats.org/officeDocument/2006/relationships/image" Target="/ppt/media/image3.svg" Id="R92ee27fe077549f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ff562ab6f0476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a2ec75ca8c4e7e" /><Relationship Type="http://schemas.openxmlformats.org/officeDocument/2006/relationships/image" Target="/ppt/media/image4.png" Id="Rcb4d86db521840d0" /><Relationship Type="http://schemas.openxmlformats.org/officeDocument/2006/relationships/image" Target="/ppt/media/image4.svg" Id="R2fff55d22c5c44f0" /><Relationship Type="http://schemas.openxmlformats.org/officeDocument/2006/relationships/image" Target="/ppt/media/image3.png" Id="R37950ae0007443e2" /><Relationship Type="http://schemas.openxmlformats.org/officeDocument/2006/relationships/image" Target="/ppt/media/image3.svg" Id="R79d845ade5c7478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7ed40e8bd34e1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62562bb634e1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86ed4b96974eb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26a89ae45342f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4bf06ba344c7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330869666b4f3b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6cb90641524ca6" /><Relationship Type="http://schemas.openxmlformats.org/officeDocument/2006/relationships/image" Target="/ppt/media/image5.png" Id="Rdc81d33e1e6441ea" /><Relationship Type="http://schemas.openxmlformats.org/officeDocument/2006/relationships/image" Target="/ppt/media/image5.svg" Id="R583ddb1a5989445a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64f8e8e9524030" /><Relationship Type="http://schemas.openxmlformats.org/officeDocument/2006/relationships/image" Target="/ppt/media/image5.png" Id="Rdca1071271514a05" /><Relationship Type="http://schemas.openxmlformats.org/officeDocument/2006/relationships/image" Target="/ppt/media/image5.svg" Id="R5856a4842b9b4143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cfd56f2bf84d98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23b40da1c54b7c" /><Relationship Type="http://schemas.openxmlformats.org/officeDocument/2006/relationships/image" Target="/ppt/media/image4.png" Id="R21d4916624664815" /><Relationship Type="http://schemas.openxmlformats.org/officeDocument/2006/relationships/image" Target="/ppt/media/image4.svg" Id="R3fb7e2b1d6a74c75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307299c0d2471a" /><Relationship Type="http://schemas.openxmlformats.org/officeDocument/2006/relationships/image" Target="/ppt/media/image4.png" Id="R36a695501fa24d95" /><Relationship Type="http://schemas.openxmlformats.org/officeDocument/2006/relationships/image" Target="/ppt/media/image4.svg" Id="R11e6e67cef2344e7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c2957afd8443ee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3c66ac2ad447ea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77f69c2fff4c80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c484cc3a63429c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3d15b4a91a4473" /><Relationship Type="http://schemas.openxmlformats.org/officeDocument/2006/relationships/image" Target="/ppt/media/image3.png" Id="R0a6d968bb0774239" /><Relationship Type="http://schemas.openxmlformats.org/officeDocument/2006/relationships/image" Target="/ppt/media/image3.svg" Id="Rd28725b3b8404a48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6a47624c9c40cd" /><Relationship Type="http://schemas.openxmlformats.org/officeDocument/2006/relationships/image" Target="/ppt/media/image3.png" Id="Rf4621d764d5b40db" /><Relationship Type="http://schemas.openxmlformats.org/officeDocument/2006/relationships/image" Target="/ppt/media/image3.svg" Id="R83bb565ce2304596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6ad51a60744c47" /><Relationship Type="http://schemas.openxmlformats.org/officeDocument/2006/relationships/image" Target="/ppt/media/image3.png" Id="R3f436487a0d449d3" /><Relationship Type="http://schemas.openxmlformats.org/officeDocument/2006/relationships/image" Target="/ppt/media/image3.svg" Id="R77c24b33778e41d5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a550b913b248e9" /><Relationship Type="http://schemas.openxmlformats.org/officeDocument/2006/relationships/image" Target="/ppt/media/image3.png" Id="Ra4a487e5de8142eb" /><Relationship Type="http://schemas.openxmlformats.org/officeDocument/2006/relationships/image" Target="/ppt/media/image3.svg" Id="R30a0aa3499ab44f2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3a093099774c19" /><Relationship Type="http://schemas.openxmlformats.org/officeDocument/2006/relationships/image" Target="/ppt/media/image3.png" Id="Ree97f618f0aa4f1b" /><Relationship Type="http://schemas.openxmlformats.org/officeDocument/2006/relationships/image" Target="/ppt/media/image3.svg" Id="R18e1a035086848ee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84fe9719014b5a" /><Relationship Type="http://schemas.openxmlformats.org/officeDocument/2006/relationships/image" Target="/ppt/media/image3.png" Id="R2a3a604c5dee41ac" /><Relationship Type="http://schemas.openxmlformats.org/officeDocument/2006/relationships/image" Target="/ppt/media/image3.svg" Id="R4bdb045b2eef4275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04e3da842f404a" /><Relationship Type="http://schemas.openxmlformats.org/officeDocument/2006/relationships/image" Target="/ppt/media/image3.png" Id="Rf75ce0928d094b62" /><Relationship Type="http://schemas.openxmlformats.org/officeDocument/2006/relationships/image" Target="/ppt/media/image3.svg" Id="R3cf29caf47c5428f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04448bfdf64699" /><Relationship Type="http://schemas.openxmlformats.org/officeDocument/2006/relationships/image" Target="/ppt/media/image3.png" Id="R336ac5cdd12649e0" /><Relationship Type="http://schemas.openxmlformats.org/officeDocument/2006/relationships/image" Target="/ppt/media/image3.svg" Id="Rf01cdd8e69334981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d3341b34db4c2e" /><Relationship Type="http://schemas.openxmlformats.org/officeDocument/2006/relationships/image" Target="/ppt/media/image3.png" Id="R08d2bb18fbe84c52" /><Relationship Type="http://schemas.openxmlformats.org/officeDocument/2006/relationships/image" Target="/ppt/media/image3.svg" Id="R48a98de2b2ed4ad6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5370b8a4d14314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a7a2599264d17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e119944ce94661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df6b3fdf774e43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6fdaf2f5b74ff9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bf705197e9460f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ab3db8902f4886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cbd2270474f39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35833b3ef04b61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40daf0097948be" /><Relationship Type="http://schemas.openxmlformats.org/officeDocument/2006/relationships/image" Target="/ppt/media/image3.png" Id="R811035b0617e4cfb" /><Relationship Type="http://schemas.openxmlformats.org/officeDocument/2006/relationships/image" Target="/ppt/media/image3.svg" Id="Rd0d531c05c2e4749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2c597f5759489a" /><Relationship Type="http://schemas.openxmlformats.org/officeDocument/2006/relationships/image" Target="/ppt/media/image3.png" Id="R48439c878666431a" /><Relationship Type="http://schemas.openxmlformats.org/officeDocument/2006/relationships/image" Target="/ppt/media/image3.svg" Id="R94d98470e6c24978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001d0175bc40ca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ed83321e64789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028fe4b6354e12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a8da12a704c50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a45bd96a644dd2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f06d2e25b64fe6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17224240447bb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e8ac0f45764bbe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a20449029b4b0d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2f516b559f4592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693fe3be834896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710f0094fc42a7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0efcda1ec4a27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0db42c85b04a58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e1facbe284153" /><Relationship Type="http://schemas.openxmlformats.org/officeDocument/2006/relationships/image" Target="/ppt/media/image.png" Id="R884086f993b44d7b" /><Relationship Type="http://schemas.openxmlformats.org/officeDocument/2006/relationships/image" Target="/ppt/media/image.svg" Id="R761c466fe59546a7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c95c49eec4e4b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25b0746a03a47cc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4bc4581c77499b" /><Relationship Type="http://schemas.openxmlformats.org/officeDocument/2006/relationships/image" Target="/ppt/media/image2.png" Id="Rdb0bf4af7c47460b" /><Relationship Type="http://schemas.openxmlformats.org/officeDocument/2006/relationships/image" Target="/ppt/media/image2.svg" Id="Ra7587ea04bf64cf0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a5c40bb4354774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2b5310f3224336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2be93787b3243ca" /><Relationship Type="http://schemas.openxmlformats.org/officeDocument/2006/relationships/image" Target="/ppt/media/image3.png" Id="R1ae1979f21934cd8" /><Relationship Type="http://schemas.openxmlformats.org/officeDocument/2006/relationships/image" Target="/ppt/media/image3.svg" Id="R6cc1c6772c7f4220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d6fb560e9084ca1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37bfb6d0eff448a" /><Relationship Type="http://schemas.openxmlformats.org/officeDocument/2006/relationships/image" Target="/ppt/media/image3.png" Id="Red09857a34174306" /><Relationship Type="http://schemas.openxmlformats.org/officeDocument/2006/relationships/image" Target="/ppt/media/image3.svg" Id="R7739de8285de46b1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8747ccfbc5448a8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6c6dcea72a343a0" /><Relationship Type="http://schemas.openxmlformats.org/officeDocument/2006/relationships/image" Target="/ppt/media/image3.png" Id="R0d1539334ad5403d" /><Relationship Type="http://schemas.openxmlformats.org/officeDocument/2006/relationships/image" Target="/ppt/media/image3.svg" Id="R74730e01fc734b4c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968667b52949d5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3b6144eb494a2c" /><Relationship Type="http://schemas.openxmlformats.org/officeDocument/2006/relationships/image" Target="/ppt/media/image4.png" Id="Rc80768c9c2514e9c" /><Relationship Type="http://schemas.openxmlformats.org/officeDocument/2006/relationships/image" Target="/ppt/media/image4.svg" Id="R920011ea25364ea4" /><Relationship Type="http://schemas.openxmlformats.org/officeDocument/2006/relationships/image" Target="/ppt/media/image3.png" Id="Rff5e3c0dff0447f5" /><Relationship Type="http://schemas.openxmlformats.org/officeDocument/2006/relationships/image" Target="/ppt/media/image3.svg" Id="Rad52e65655b24bce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fe62a7b5b24f75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5e753ec13a4a60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3f918437c146bf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1fc112b2c24dbf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1331a6be0ec4489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c62487677b34e31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0e8bebef8384e20" /><Relationship Type="http://schemas.openxmlformats.org/officeDocument/2006/relationships/image" Target="/ppt/media/image5.png" Id="Re03737c8716642cc" /><Relationship Type="http://schemas.openxmlformats.org/officeDocument/2006/relationships/image" Target="/ppt/media/image5.svg" Id="R87a79873fb1f4bc6" /></Relationships>
</file>

<file path=ppt/slideLayouts/_rels/slideLayout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154977257e549c8" /><Relationship Type="http://schemas.openxmlformats.org/officeDocument/2006/relationships/image" Target="/ppt/media/image5.png" Id="R26aa5605502e4613" /><Relationship Type="http://schemas.openxmlformats.org/officeDocument/2006/relationships/image" Target="/ppt/media/image5.svg" Id="R2d2a8c2cfe0647d2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4d78b4476c482e" /></Relationships>
</file>

<file path=ppt/slideLayouts/_rels/slideLayout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5d02729fb3d4f26" /><Relationship Type="http://schemas.openxmlformats.org/officeDocument/2006/relationships/image" Target="/ppt/media/image4.png" Id="R176eb932f93c4d93" /><Relationship Type="http://schemas.openxmlformats.org/officeDocument/2006/relationships/image" Target="/ppt/media/image4.svg" Id="R098c3ac7ec2b4733" /></Relationships>
</file>

<file path=ppt/slideLayouts/_rels/slideLayout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b3e6e76c8b34568" /><Relationship Type="http://schemas.openxmlformats.org/officeDocument/2006/relationships/image" Target="/ppt/media/image4.png" Id="Rb9f3ee6556394b4c" /><Relationship Type="http://schemas.openxmlformats.org/officeDocument/2006/relationships/image" Target="/ppt/media/image4.svg" Id="R8c86391c108c4a2b" /></Relationships>
</file>

<file path=ppt/slideLayouts/_rels/slideLayout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397c09390d4ef1" /></Relationships>
</file>

<file path=ppt/slideLayouts/_rels/slideLayout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2d790db3d554ad3" /></Relationships>
</file>

<file path=ppt/slideLayouts/_rels/slideLayout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70dc7bb15f741ce" /></Relationships>
</file>

<file path=ppt/slideLayouts/_rels/slideLayout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dc1e273de6245ee" /></Relationships>
</file>

<file path=ppt/slideLayouts/_rels/slideLayout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5727db0e34545f6" /><Relationship Type="http://schemas.openxmlformats.org/officeDocument/2006/relationships/image" Target="/ppt/media/image3.png" Id="Ree2763ab1450496b" /><Relationship Type="http://schemas.openxmlformats.org/officeDocument/2006/relationships/image" Target="/ppt/media/image3.svg" Id="R726eb139acc14f3c" /></Relationships>
</file>

<file path=ppt/slideLayouts/_rels/slideLayout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2f7b7c49edf44e0" /><Relationship Type="http://schemas.openxmlformats.org/officeDocument/2006/relationships/image" Target="/ppt/media/image3.png" Id="R7b911a8b518448bc" /><Relationship Type="http://schemas.openxmlformats.org/officeDocument/2006/relationships/image" Target="/ppt/media/image3.svg" Id="Rbc8c33b2da014d87" /></Relationships>
</file>

<file path=ppt/slideLayouts/_rels/slideLayout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3959ba40c84123" /><Relationship Type="http://schemas.openxmlformats.org/officeDocument/2006/relationships/image" Target="/ppt/media/image3.png" Id="Rfad06fcd2b794cbd" /><Relationship Type="http://schemas.openxmlformats.org/officeDocument/2006/relationships/image" Target="/ppt/media/image3.svg" Id="Re1214d7c92eb4f82" /></Relationships>
</file>

<file path=ppt/slideLayouts/_rels/slideLayout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69c2d74a01b4a8f" /><Relationship Type="http://schemas.openxmlformats.org/officeDocument/2006/relationships/image" Target="/ppt/media/image3.png" Id="R872d6455cbba45b2" /><Relationship Type="http://schemas.openxmlformats.org/officeDocument/2006/relationships/image" Target="/ppt/media/image3.svg" Id="R116ea7ddbcec40c6" /></Relationships>
</file>

<file path=ppt/slideLayouts/_rels/slideLayout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7be8294bd6149a9" /><Relationship Type="http://schemas.openxmlformats.org/officeDocument/2006/relationships/image" Target="/ppt/media/image3.png" Id="R47ca8cf06ead47db" /><Relationship Type="http://schemas.openxmlformats.org/officeDocument/2006/relationships/image" Target="/ppt/media/image3.svg" Id="Rc2600ef70cbc4b06" /></Relationships>
</file>

<file path=ppt/slideLayouts/_rels/slideLayout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7228fd13534766" /><Relationship Type="http://schemas.openxmlformats.org/officeDocument/2006/relationships/image" Target="/ppt/media/image3.png" Id="Rdaa419c9be364a06" /><Relationship Type="http://schemas.openxmlformats.org/officeDocument/2006/relationships/image" Target="/ppt/media/image3.svg" Id="R30e39a18c12e4198" /></Relationships>
</file>

<file path=ppt/slideLayouts/_rels/slideLayout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7a101e5af5e4422" /><Relationship Type="http://schemas.openxmlformats.org/officeDocument/2006/relationships/image" Target="/ppt/media/image3.png" Id="R71d6a05a6c0643e2" /><Relationship Type="http://schemas.openxmlformats.org/officeDocument/2006/relationships/image" Target="/ppt/media/image3.svg" Id="R74802153727e4f7b" /></Relationships>
</file>

<file path=ppt/slideLayouts/_rels/slideLayout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6efaa821ac409b" /><Relationship Type="http://schemas.openxmlformats.org/officeDocument/2006/relationships/image" Target="/ppt/media/image3.png" Id="Rc539e02decac46d3" /><Relationship Type="http://schemas.openxmlformats.org/officeDocument/2006/relationships/image" Target="/ppt/media/image3.svg" Id="Rbaa954c636f2472f" /></Relationships>
</file>

<file path=ppt/slideLayouts/_rels/slideLayout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3932642bbaa4034" /><Relationship Type="http://schemas.openxmlformats.org/officeDocument/2006/relationships/image" Target="/ppt/media/image3.png" Id="Rc07001169ef649ec" /><Relationship Type="http://schemas.openxmlformats.org/officeDocument/2006/relationships/image" Target="/ppt/media/image3.svg" Id="R206858329f364c3f" /></Relationships>
</file>

<file path=ppt/slideLayouts/_rels/slideLayout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de7575206d54e7c" /></Relationships>
</file>

<file path=ppt/slideLayouts/_rels/slideLayout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d55df7ddf704f7f" /></Relationships>
</file>

<file path=ppt/slideLayouts/_rels/slideLayout1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44287f5d654e33" /></Relationships>
</file>

<file path=ppt/slideLayouts/_rels/slideLayout1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4f21c840c414789" /></Relationships>
</file>

<file path=ppt/slideLayouts/_rels/slideLayout1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b8b9b0e6074cc3" /></Relationships>
</file>

<file path=ppt/slideLayouts/_rels/slideLayout1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e3e747345f74955" /></Relationships>
</file>

<file path=ppt/slideLayouts/_rels/slideLayout1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a80c63e85a543e7" /></Relationships>
</file>

<file path=ppt/slideLayouts/_rels/slideLayout1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97c710e22194427" /></Relationships>
</file>

<file path=ppt/slideLayouts/_rels/slideLayout1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c3cb64cf834362" /></Relationships>
</file>

<file path=ppt/slideLayouts/_rels/slideLayout1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6927a9be5ff4301" /><Relationship Type="http://schemas.openxmlformats.org/officeDocument/2006/relationships/image" Target="/ppt/media/image3.png" Id="Rd89e92da746345a9" /><Relationship Type="http://schemas.openxmlformats.org/officeDocument/2006/relationships/image" Target="/ppt/media/image3.svg" Id="R6cea3fb0b207471e" /></Relationships>
</file>

<file path=ppt/slideLayouts/_rels/slideLayout1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93a065d30a1400a" /><Relationship Type="http://schemas.openxmlformats.org/officeDocument/2006/relationships/image" Target="/ppt/media/image3.png" Id="R5e4e61dbd72b4bf0" /><Relationship Type="http://schemas.openxmlformats.org/officeDocument/2006/relationships/image" Target="/ppt/media/image3.svg" Id="Ra9f0c20f574947c6" /></Relationships>
</file>

<file path=ppt/slideLayouts/_rels/slideLayout1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4becc1223de4e3a" /></Relationships>
</file>

<file path=ppt/slideLayouts/_rels/slideLayout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e1e384a973b40a4" /></Relationships>
</file>

<file path=ppt/slideLayouts/_rels/slideLayout1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47cd2b502d4937" /></Relationships>
</file>

<file path=ppt/slideLayouts/_rels/slideLayout1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ef2decf9ca24cdf" /></Relationships>
</file>

<file path=ppt/slideLayouts/_rels/slideLayout1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98f36247884f80" /></Relationships>
</file>

<file path=ppt/slideLayouts/_rels/slideLayout1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95ed6bb8b74ff2" /></Relationships>
</file>

<file path=ppt/slideLayouts/_rels/slideLayout1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6b16bc388d4b67" /></Relationships>
</file>

<file path=ppt/slideLayouts/_rels/slideLayout1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dc3412ad52c4227" /></Relationships>
</file>

<file path=ppt/slideLayouts/_rels/slideLayout1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65fd1d222dd413a" /></Relationships>
</file>

<file path=ppt/slideLayouts/_rels/slideLayout1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441b69026b4ff5" /></Relationships>
</file>

<file path=ppt/slideLayouts/_rels/slideLayout1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7039c52910476c" /></Relationships>
</file>

<file path=ppt/slideLayouts/_rels/slideLayout1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311b978d1574b94" /></Relationships>
</file>

<file path=ppt/slideLayouts/_rels/slideLayout1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ba02ee6b4844690" /></Relationships>
</file>

<file path=ppt/slideLayouts/_rels/slideLayout1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c070338dc74788" /></Relationships>
</file>

<file path=ppt/slideLayouts/_rels/slideLayout1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1c34fee0c2e4992" /><Relationship Type="http://schemas.openxmlformats.org/officeDocument/2006/relationships/image" Target="/ppt/media/image.png" Id="Rde4fd946cb0f48c9" /><Relationship Type="http://schemas.openxmlformats.org/officeDocument/2006/relationships/image" Target="/ppt/media/image.svg" Id="Rd145d204bf474d12" /></Relationships>
</file>

<file path=ppt/slideLayouts/slideLayout1.xml><?xml version="1.0" encoding="utf-8"?>
<p:sldLayout xmlns:p="http://schemas.openxmlformats.org/presentationml/2006/main" showMasterSp="0" preserve="1">
  <p:cSld name="Logo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3714edf494367">
            <a:extLst>
              <a:ext uri="{96DAC541-7B7A-43D3-8B79-37D633B846F1}">
                <asvg:svgBlip xmlns:asvg="http://schemas.microsoft.com/office/drawing/2016/SVG/main" r:embed="Rbf559fa2fd9a43f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4039" y="3149583"/>
            <a:ext cx="3083922" cy="558832"/>
          </a:xfrm>
          <a:prstGeom xmlns:a="http://schemas.openxmlformats.org/drawingml/2006/main" prst="rect">
            <a:avLst/>
          </a:prstGeom>
        </p:spPr>
      </p:pic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0FA7AEBB-B69C-AAD8-20FA-DB8761E1DF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65EEE200-7763-292E-E2C8-980814C3A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E8F691CA-EE3F-7A8F-A5A6-1F794D5A95F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.xml><?xml version="1.0" encoding="utf-8"?>
<p:sldLayout xmlns:p="http://schemas.openxmlformats.org/presentationml/2006/main" preserve="1">
  <p:cSld name="Intro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1" y="1888014"/>
            <a:ext cx="11819898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1516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Internal master</a:t>
            </a:r>
            <a:br/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Intro slides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8E99E6B3-1DE5-748B-A56B-C7615EF2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  <p:sp>
        <p:nvSpPr>
          <p:cNvPr id="11" name="Rechteck 10">
            <a:extLst xmlns:a="http://schemas.openxmlformats.org/drawingml/2006/main">
              <a:ext uri="{FF2B5EF4-FFF2-40B4-BE49-F238E27FC236}">
                <a16:creationId xmlns:a16="http://schemas.microsoft.com/office/drawing/2014/main" id="{D034F769-59D0-5FCD-0FF6-F4348DF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</p:spTree>
  </p:cSld>
  <p:hf sldNum="0" hdr="0" ftr="0" dt="0"/>
</p:sldLayout>
</file>

<file path=ppt/slideLayouts/slideLayout3.xml><?xml version="1.0" encoding="utf-8"?>
<p:sldLayout xmlns:p="http://schemas.openxmlformats.org/presentationml/2006/main" preserve="1">
  <p:cSld name="Presentatio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6023198" cy="651178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5" y="1888013"/>
            <a:ext cx="4036497" cy="1540178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3326" y="3502612"/>
            <a:ext cx="403649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3326" y="5557261"/>
            <a:ext cx="403649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0918" y="2094287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B59D4549-0A5B-9C7E-2B0E-BB01F92D7AA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3E2654B-A30C-B827-5997-59190D9D1F1C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871BB6F-EFAE-301F-F208-0B7469EED22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.xml><?xml version="1.0" encoding="utf-8"?>
<p:sldLayout xmlns:p="http://schemas.openxmlformats.org/presentationml/2006/main" preserve="1">
  <p:cSld name="Presentation Title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1888013"/>
            <a:ext cx="6091148" cy="1540178"/>
          </a:xfr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1986701" y="3502612"/>
            <a:ext cx="609114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1986701" y="5557261"/>
            <a:ext cx="609114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 flipV="1">
            <a:off x="21840" y="2094287"/>
            <a:ext cx="178149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3211A596-9844-5263-2842-151460F156A8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10196F3-9686-84CB-572B-D6D9CC7EB0F3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2E1FE7D-954E-AEB3-9C9A-D0BD3800BF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.xml><?xml version="1.0" encoding="utf-8"?>
<p:sldLayout xmlns:p="http://schemas.openxmlformats.org/presentationml/2006/main" preserve="1">
  <p:cSld name="Agenda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8" y="933490"/>
            <a:ext cx="5063822" cy="954522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5063822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2242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675021C-79E6-11F4-F86F-7FB4DDE20A7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609FF12E-3990-4CDE-A99D-15942761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FESTO-Logo">
            <a:extLst xmlns:a="http://schemas.openxmlformats.org/drawingml/2006/main">
              <a:ext uri="{FF2B5EF4-FFF2-40B4-BE49-F238E27FC236}">
                <a16:creationId xmlns:a16="http://schemas.microsoft.com/office/drawing/2014/main" id="{35FFA34E-8FC3-2461-93DD-6CCE57BCBB8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f38ea2871ff4adb">
              <a:extLst>
                <a:ext uri="{96DAC541-7B7A-43D3-8B79-37D633B846F1}">
                  <asvg:svgBlip xmlns:asvg="http://schemas.microsoft.com/office/drawing/2016/SVG/main" r:embed="R16adfb47c80b456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D9320C13-E4DE-CCD8-8385-E2BA3B6122F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5910172C-7934-CDEC-A180-65F173A7617A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0AC871A-78D1-2A57-A451-8BE4A24D5D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.xml><?xml version="1.0" encoding="utf-8"?>
<p:sldLayout xmlns:p="http://schemas.openxmlformats.org/presentationml/2006/main" preserve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7" y="933490"/>
            <a:ext cx="3009172" cy="95452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9173121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b="0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C9A601CA-8D68-400D-9BB6-0883DB7D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A4A13CC5-AAC5-DB9B-795C-96179337FD6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E699CFAE-313F-CD58-4563-B6AA6D388C75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82BCDE9-0F2F-5D9A-810C-54EB157720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7.xml><?xml version="1.0" encoding="utf-8"?>
<p:sldLayout xmlns:p="http://schemas.openxmlformats.org/presentationml/2006/main" preserve="1">
  <p:cSld name="Divider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b82e5226b1344b1">
              <a:extLst>
                <a:ext uri="{96DAC541-7B7A-43D3-8B79-37D633B846F1}">
                  <asvg:svgBlip xmlns:asvg="http://schemas.microsoft.com/office/drawing/2016/SVG/main" r:embed="R4af1220eb36b459c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F708548B-DDCD-C6D3-AB29-51D26DA4DE85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1E174B5A-F8CA-BEC1-1B1D-C026F3742E2C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C02714C1-712C-0774-10FC-3337450E9D9D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688C416-B718-7A03-7534-64C9820B20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8.xml><?xml version="1.0" encoding="utf-8"?>
<p:sldLayout xmlns:p="http://schemas.openxmlformats.org/presentationml/2006/main" preserve="1">
  <p:cSld name="Divider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2893AD1-0AEB-9155-964C-B8501008697A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8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05C8E4B2-E1A4-36FD-9A12-D996C8F6B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0030E4F-B493-F3CE-4974-CD33B4E59B6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956DCFB3-F7CE-14B9-0E15-C2EA7D0BEEBE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7BB901F-700F-BCFD-B953-270AAAD665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9.xml><?xml version="1.0" encoding="utf-8"?>
<p:sldLayout xmlns:p="http://schemas.openxmlformats.org/presentationml/2006/main" preserve="1">
  <p:cSld name="Divider + Fullscreen Picture Gradi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75000">
                <a:schemeClr val="bg1">
                  <a:alpha val="80000"/>
                </a:schemeClr>
              </a:gs>
              <a:gs pos="0">
                <a:schemeClr val="accent1">
                  <a:lumMod val="5000"/>
                  <a:lumOff val="95000"/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690c7a5b1794657">
              <a:extLst>
                <a:ext uri="{96DAC541-7B7A-43D3-8B79-37D633B846F1}">
                  <asvg:svgBlip xmlns:asvg="http://schemas.microsoft.com/office/drawing/2016/SVG/main" r:embed="R92ee27fe077549f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1F9FDFA-2792-D1F3-B9B0-1BCD4430CB93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C0D92F-00A3-8242-B8C3-E7AC3FDDB781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F7737547-95D4-07D2-2448-2F9B2316F33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B36E3A5-28C1-A8ED-6372-BFBC6874BE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0.xml><?xml version="1.0" encoding="utf-8"?>
<p:sldLayout xmlns:p="http://schemas.openxmlformats.org/presentationml/2006/main" preserve="1">
  <p:cSld name="Divider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7051169" cy="6511783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887937"/>
            <a:ext cx="3595914" cy="2569197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108220F0-B277-252D-2EF4-05729507C525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7965" y="2154955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ACBB4B0E-363E-DD67-2047-042641B1C1B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525B947-9CE2-6C5C-C469-B3BD68AC7E68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8D2C0D14-F88E-83FF-9EF1-3A95A94A82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1.xml><?xml version="1.0" encoding="utf-8"?>
<p:sldLayout xmlns:p="http://schemas.openxmlformats.org/presentationml/2006/main" preserve="1">
  <p:cSld name="Single Speaker Intr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23325" y="1"/>
            <a:ext cx="5068675" cy="6511783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1887938"/>
            <a:ext cx="5503543" cy="1541872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F4CA4A-A31E-4CE8-8927-9BD28AD0D640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>
            <a:off x="1" y="2153276"/>
            <a:ext cx="775381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7F63CAC2-3EA9-DD45-BF36-E97C840B72B5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1350" y="4897388"/>
            <a:ext cx="3009172" cy="58707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b4d86db521840d0">
              <a:extLst>
                <a:ext uri="{96DAC541-7B7A-43D3-8B79-37D633B846F1}">
                  <asvg:svgBlip xmlns:asvg="http://schemas.microsoft.com/office/drawing/2016/SVG/main" r:embed="R2fff55d22c5c44f0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rIns="720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  <a:p xmlns:a="http://schemas.openxmlformats.org/drawingml/2006/main">
            <a:pPr lvl="0">
              <a:buNone/>
            </a:pPr>
            <a:r>
              <a:t>Position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27D44B04-3D0B-1955-B8E6-0F61C103999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959376" y="3502612"/>
            <a:ext cx="3009172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B775B275-537D-D0C6-FD5C-607F8DDCD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7950ae0007443e2">
              <a:extLst>
                <a:ext uri="{96DAC541-7B7A-43D3-8B79-37D633B846F1}">
                  <asvg:svgBlip xmlns:asvg="http://schemas.microsoft.com/office/drawing/2016/SVG/main" r:embed="R79d845ade5c7478e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85668AC-A315-7C76-8EA0-316454A8A09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525739B8-F9C0-26CC-530B-8EDCC62A3857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C0BE0AA-F78B-70D0-0E69-562A057B973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2.xml><?xml version="1.0" encoding="utf-8"?>
<p:sldLayout xmlns:p="http://schemas.openxmlformats.org/presentationml/2006/main" preserve="1">
  <p:cSld name="Basic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Basic slides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87669A0C-683E-6D0E-CE86-4E782F00E4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A146F1F3-EC33-6A46-DEF7-C60337263F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8048C61-7BAE-D31C-12EE-311C3A6DE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1AF1F145-F6BB-9F25-6121-9CED5CA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12" name="Rechteck 11">
            <a:extLst xmlns:a="http://schemas.openxmlformats.org/drawingml/2006/main">
              <a:ext uri="{FF2B5EF4-FFF2-40B4-BE49-F238E27FC236}">
                <a16:creationId xmlns:a16="http://schemas.microsoft.com/office/drawing/2014/main" id="{93FA1141-1E53-4DC1-FA7F-C6382524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13.xml><?xml version="1.0" encoding="utf-8"?>
<p:sldLayout xmlns:p="http://schemas.openxmlformats.org/presentationml/2006/main" preserve="1">
  <p:cSld name="Only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Gerader Verbinder 6">
            <a:extLst xmlns:a="http://schemas.openxmlformats.org/drawingml/2006/main">
              <a:ext uri="{FF2B5EF4-FFF2-40B4-BE49-F238E27FC236}">
                <a16:creationId xmlns:a16="http://schemas.microsoft.com/office/drawing/2014/main" id="{FC23EAF0-3608-4524-91D8-18D7397F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971DF951-125C-FFA7-B39B-45C08A09CC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D9B4EB2A-DCB2-81C0-7AC6-110D76C460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C754ABC-A4AC-142B-571C-3091A40737D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4.xml><?xml version="1.0" encoding="utf-8"?>
<p:sldLayout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009"/>
            <a:ext cx="8145797" cy="4036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E896DFC3-C96F-4F54-AB4F-1CD60681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314ECAA-A9DA-C8E7-19FC-B34E168C58CB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E04AF4F-1DC1-7401-063B-D60FC68604A6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5946858-AA21-D05F-D0B4-5BB40EEC50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5.xml><?xml version="1.0" encoding="utf-8"?>
<p:sldLayout xmlns:p="http://schemas.openxmlformats.org/presentationml/2006/main" preserve="1">
  <p:cSld name="Titl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095670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6F104DFA-BA4D-4E23-B95B-AB0E4D8A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645F030C-255E-E957-4FAC-9F8258E133F3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727D534B-C12F-6B05-6B38-2B730F5116C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6D1AF19-F2EC-08C6-F957-33F3771D66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6.xml><?xml version="1.0" encoding="utf-8"?>
<p:sldLayout xmlns:p="http://schemas.openxmlformats.org/presentationml/2006/main" preserve="1">
  <p:cSld name="2x Pictur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68676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93990F0-19EC-5850-56E2-CF3D4AA94378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9378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FC5FEC-BC3E-A386-77D5-1EFBA477D7B8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068676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Gerader Verbinder 10">
            <a:extLst xmlns:a="http://schemas.openxmlformats.org/drawingml/2006/main">
              <a:ext uri="{FF2B5EF4-FFF2-40B4-BE49-F238E27FC236}">
                <a16:creationId xmlns:a16="http://schemas.microsoft.com/office/drawing/2014/main" id="{94435298-144D-4E95-9874-D416BE93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FBDC3B60-FAF1-128B-89D6-06146C6BE337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8016A6D7-46E2-34E0-B5D2-E0C329B9A42C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48F457A-583D-92B8-6151-88E9B36FCC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7.xml><?xml version="1.0" encoding="utf-8"?>
<p:sldLayout xmlns:p="http://schemas.openxmlformats.org/presentationml/2006/main" preserve="1">
  <p:cSld name="3x Picture + 3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937"/>
            <a:ext cx="2421418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4041251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6CAE007-2F2E-F036-FBA8-9ADF7623A0B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7123376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4041250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</a:t>
            </a:r>
            <a:br/>
            <a:r>
              <a:t>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7123376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3" name="Gerader Verbinder 12">
            <a:extLst xmlns:a="http://schemas.openxmlformats.org/drawingml/2006/main">
              <a:ext uri="{FF2B5EF4-FFF2-40B4-BE49-F238E27FC236}">
                <a16:creationId xmlns:a16="http://schemas.microsoft.com/office/drawing/2014/main" id="{D2BA4F30-D543-47DE-982D-F0291871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539CAA46-3ACB-B3B8-BFE8-E505927C10BD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A5FD5E2A-7002-AB47-4D61-38A8F12AA050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DB0AB5D-5A54-A209-82C9-6DCC600350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8.xml><?xml version="1.0" encoding="utf-8"?>
<p:sldLayout xmlns:p="http://schemas.openxmlformats.org/presentationml/2006/main" preserve="1">
  <p:cSld name="4x Bulletpicture + 4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741948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46400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9251080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2C67417D-D1BA-7331-154C-141B24C61F7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c81d33e1e6441ea">
              <a:extLst>
                <a:ext uri="{96DAC541-7B7A-43D3-8B79-37D633B846F1}">
                  <asvg:svgBlip xmlns:asvg="http://schemas.microsoft.com/office/drawing/2016/SVG/main" r:embed="R583ddb1a5989445a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6BB9F258-F5FC-CD95-CC79-98BA9173ED2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741751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c81d33e1e6441ea">
              <a:extLst>
                <a:ext uri="{96DAC541-7B7A-43D3-8B79-37D633B846F1}">
                  <asvg:svgBlip xmlns:asvg="http://schemas.microsoft.com/office/drawing/2016/SVG/main" r:embed="R583ddb1a5989445a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790AE74-4619-2D07-07EC-067B07776DA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64007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c81d33e1e6441ea">
              <a:extLst>
                <a:ext uri="{96DAC541-7B7A-43D3-8B79-37D633B846F1}">
                  <asvg:svgBlip xmlns:asvg="http://schemas.microsoft.com/office/drawing/2016/SVG/main" r:embed="R583ddb1a5989445a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E3119C8-BDA4-D116-9FDD-F41A6666F659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925108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c81d33e1e6441ea">
              <a:extLst>
                <a:ext uri="{96DAC541-7B7A-43D3-8B79-37D633B846F1}">
                  <asvg:svgBlip xmlns:asvg="http://schemas.microsoft.com/office/drawing/2016/SVG/main" r:embed="R583ddb1a5989445a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D9C3CC44-A9D0-4301-BCEB-2598E36F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FCAC5AE1-DD17-81A8-B3CA-501B94C2AA20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2688C00F-7597-7D03-E20D-46B356467C63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B9C1BB8-637F-1441-F76C-578C29AF1F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9.xml><?xml version="1.0" encoding="utf-8"?>
<p:sldLayout xmlns:p="http://schemas.openxmlformats.org/presentationml/2006/main" preserve="1">
  <p:cSld name="5x Bulletpicture + 5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014065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752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7123439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55BA56B-3A41-BFA2-2B64-87DF0C821D53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9178126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19E72B5-5D19-CB33-EFFE-5C00E1C5393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ca1071271514a05">
              <a:extLst>
                <a:ext uri="{96DAC541-7B7A-43D3-8B79-37D633B846F1}">
                  <asvg:svgBlip xmlns:asvg="http://schemas.microsoft.com/office/drawing/2016/SVG/main" r:embed="R5856a4842b9b414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DDC1707-C012-09AA-27B6-7A5EF3856DC2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01936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ca1071271514a05">
              <a:extLst>
                <a:ext uri="{96DAC541-7B7A-43D3-8B79-37D633B846F1}">
                  <asvg:svgBlip xmlns:asvg="http://schemas.microsoft.com/office/drawing/2016/SVG/main" r:embed="R5856a4842b9b414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953A51A-53EF-A551-4AE6-C0CFD0EACE2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06943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ca1071271514a05">
              <a:extLst>
                <a:ext uri="{96DAC541-7B7A-43D3-8B79-37D633B846F1}">
                  <asvg:svgBlip xmlns:asvg="http://schemas.microsoft.com/office/drawing/2016/SVG/main" r:embed="R5856a4842b9b414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1A439ACB-5B1E-ECCF-C1EC-7B965ED53E25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7124058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ca1071271514a05">
              <a:extLst>
                <a:ext uri="{96DAC541-7B7A-43D3-8B79-37D633B846F1}">
                  <asvg:svgBlip xmlns:asvg="http://schemas.microsoft.com/office/drawing/2016/SVG/main" r:embed="R5856a4842b9b414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30376B6-82E2-6D85-A9F4-10CD928C461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917797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ca1071271514a05">
              <a:extLst>
                <a:ext uri="{96DAC541-7B7A-43D3-8B79-37D633B846F1}">
                  <asvg:svgBlip xmlns:asvg="http://schemas.microsoft.com/office/drawing/2016/SVG/main" r:embed="R5856a4842b9b4143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130B1222-FE5F-4621-BBCB-E95DD2F1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D5EA32-7547-91F4-27D2-04FCF311B495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1C55D207-07B7-4A91-A687-9767EA6C6634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3C15237-8C4B-5CE5-1444-3F5B79989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0.xml><?xml version="1.0" encoding="utf-8"?>
<p:sldLayout xmlns:p="http://schemas.openxmlformats.org/presentationml/2006/main" preserve="1">
  <p:cSld name="Key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AB845F91-210D-AF4C-14EF-FF45CBCE3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2480343"/>
            <a:ext cx="7118471" cy="30041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229FAA4B-C448-44D1-83F1-3148E537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" y="2841928"/>
            <a:ext cx="1529885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0FAF8966-13AB-6814-804E-CBAE6EADEC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28E03894-DBF6-56DB-D52B-988AB996DC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B22D338-2DE2-57A7-2315-6398C8000CA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1.xml><?xml version="1.0" encoding="utf-8"?>
<p:sldLayout xmlns:p="http://schemas.openxmlformats.org/presentationml/2006/main" preserve="1">
  <p:cSld name="2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014126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150751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52AC31C9-DC96-8D9F-7335-7C2C9E78DFB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7" y="4566804"/>
            <a:ext cx="1981847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1d4916624664815">
              <a:extLst>
                <a:ext uri="{96DAC541-7B7A-43D3-8B79-37D633B846F1}">
                  <asvg:svgBlip xmlns:asvg="http://schemas.microsoft.com/office/drawing/2016/SVG/main" r:embed="R3fb7e2b1d6a74c75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4EA6C058-B3B6-787F-1746-FD8E668612B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096000" y="4566804"/>
            <a:ext cx="1981848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1d4916624664815">
              <a:extLst>
                <a:ext uri="{96DAC541-7B7A-43D3-8B79-37D633B846F1}">
                  <asvg:svgBlip xmlns:asvg="http://schemas.microsoft.com/office/drawing/2016/SVG/main" r:embed="R3fb7e2b1d6a74c75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A36D7BE8-B86A-450C-8551-6C4B151C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C57F206-E59F-E588-487B-AAF2EE217858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200E090E-6051-4A2B-7EC7-57D5B62A7819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57BF760-D696-AA88-AC7E-917EB456BA8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2.xml><?xml version="1.0" encoding="utf-8"?>
<p:sldLayout xmlns:p="http://schemas.openxmlformats.org/presentationml/2006/main" preserve="1">
  <p:cSld name="3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59124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041351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091B7205-BCF7-E5E6-7696-C5A959CB638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76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370B3FB5-E73F-47E5-6AD6-4664928CC46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5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6a695501fa24d95">
              <a:extLst>
                <a:ext uri="{96DAC541-7B7A-43D3-8B79-37D633B846F1}">
                  <asvg:svgBlip xmlns:asvg="http://schemas.microsoft.com/office/drawing/2016/SVG/main" r:embed="R11e6e67cef2344e7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Names</a:t>
            </a:r>
            <a:endParaRPr/>
          </a:p>
        </p:txBody>
      </p:sp>
      <p:sp>
        <p:nvSpPr>
          <p:cNvPr id="18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AAC5F41-A734-F619-0ADF-17C354FA1D43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041350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6a695501fa24d95">
              <a:extLst>
                <a:ext uri="{96DAC541-7B7A-43D3-8B79-37D633B846F1}">
                  <asvg:svgBlip xmlns:asvg="http://schemas.microsoft.com/office/drawing/2016/SVG/main" r:embed="R11e6e67cef2344e7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9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0D4276E4-5B9A-20A9-6579-BE0440972E1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7129852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6a695501fa24d95">
              <a:extLst>
                <a:ext uri="{96DAC541-7B7A-43D3-8B79-37D633B846F1}">
                  <asvg:svgBlip xmlns:asvg="http://schemas.microsoft.com/office/drawing/2016/SVG/main" r:embed="R11e6e67cef2344e7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113E7F88-69C4-41AF-ADFA-6C834AE3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F383428-C9D0-A961-DBA1-AAE73B77FFD0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1DB38D59-E01D-96E5-B2CF-452A536C038B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12C18C3-8A45-BC5E-BE85-99504F2FA5C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3.xml><?xml version="1.0" encoding="utf-8"?>
<p:sldLayout xmlns:p="http://schemas.openxmlformats.org/presentationml/2006/main" preserve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487D194-296B-4582-CE04-F3DCE2B8F2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FF979EEB-5D10-CB0C-D270-7BA84726C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802ED23-8492-1E0C-8EE1-4A9DF0F6F21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4.xml><?xml version="1.0" encoding="utf-8"?>
<p:sldLayout xmlns:p="http://schemas.openxmlformats.org/presentationml/2006/main" preserve="1">
  <p:cSld name="Content with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88D6C5FE-E0CA-4C22-91F5-C685139960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7" y="2475287"/>
            <a:ext cx="10860521" cy="3344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add</a:t>
            </a:r>
            <a:r>
              <a:t> </a:t>
            </a:r>
            <a:r>
              <a:t>subtitle</a:t>
            </a:r>
            <a:endParaRPr/>
          </a:p>
        </p:txBody>
      </p:sp>
      <p:sp>
        <p:nvSpPr>
          <p:cNvPr id="16" name="Inhaltsplatzhalter 15">
            <a:extLst xmlns:a="http://schemas.openxmlformats.org/drawingml/2006/main">
              <a:ext uri="{FF2B5EF4-FFF2-40B4-BE49-F238E27FC236}">
                <a16:creationId xmlns:a16="http://schemas.microsoft.com/office/drawing/2014/main" id="{6C05FAE4-1526-42D8-AB66-CF45DA831D5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959377" y="2915312"/>
            <a:ext cx="10860522" cy="3596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1B97839-1AA5-E192-9733-54F974DF4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70EF72E3-DED3-4623-9758-D07FE120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F2E1961-3ACB-EE49-C625-E2023F02BB9E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98C87DF9-C015-4A6B-A468-1EDF5497FEB4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D92081D-23F3-008A-A6BE-59611FC474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5.xml><?xml version="1.0" encoding="utf-8"?>
<p:sldLayout xmlns:p="http://schemas.openxmlformats.org/presentationml/2006/main" preserve="1">
  <p:cSld name="Two Contents with Subtitl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363FE73F-F580-44E3-9F69-EE0BFFBC4C8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59375" y="2915313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13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E02B9D96-8EF6-424D-A8D1-A28F6E9768D3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095999" y="2915312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3A539370-5F7F-4100-847E-1CB8FF98CDC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5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 baseline="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8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14B23C41-2AD0-4BAF-9259-8D995355840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5999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78DB9F7D-FC7C-FFDB-E760-24D21DA2B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7E85EF1E-D178-4CA9-8424-ACDE3050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54027E3A-42A7-AD5C-B5D6-191D663CC2BF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B745418C-5301-BA3F-AA62-FF70BF82394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E06E221-51AD-2F07-ACD2-F7DB2366AB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6.xml><?xml version="1.0" encoding="utf-8"?>
<p:sldLayout xmlns:p="http://schemas.openxmlformats.org/presentationml/2006/main" preserve="1">
  <p:cSld name="Content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32E89F53-768E-5096-10A0-2026B721CF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85E83F87-03A0-D8DA-AFB7-80E29C695F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5B093447-2707-A6B9-2DB4-E82BFF1A8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94699513-C0BE-575D-8A35-8F5B048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D6C9319C-4638-77F9-F9DD-D199D9AD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27.xml><?xml version="1.0" encoding="utf-8"?>
<p:sldLayout xmlns:p="http://schemas.openxmlformats.org/presentationml/2006/main" preserve="1">
  <p:cSld name="Text + 2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03649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502C1B-DFC9-B1E3-C029-EF98AD854A42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096000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Gerader Verbinder 4">
            <a:extLst xmlns:a="http://schemas.openxmlformats.org/drawingml/2006/main">
              <a:ext uri="{FF2B5EF4-FFF2-40B4-BE49-F238E27FC236}">
                <a16:creationId xmlns:a16="http://schemas.microsoft.com/office/drawing/2014/main" id="{E6EB0258-F508-4AE7-A554-041ABADB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E910C866-F711-4658-917C-2E4EE77C8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9CB5D1-E114-450A-F803-CE461FAFC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a6d968bb0774239">
              <a:extLst>
                <a:ext uri="{96DAC541-7B7A-43D3-8B79-37D633B846F1}">
                  <asvg:svgBlip xmlns:asvg="http://schemas.microsoft.com/office/drawing/2016/SVG/main" r:embed="Rd28725b3b8404a4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E9EEDC3F-857B-455C-C905-F8015EC2CA84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3A4D36E6-67E9-3C61-2A33-FDDC0C7AD92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298D89E-B220-5C5C-9628-5573A5DC1E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8.xml><?xml version="1.0" encoding="utf-8"?>
<p:sldLayout xmlns:p="http://schemas.openxmlformats.org/presentationml/2006/main" preserve="1">
  <p:cSld name="Text + 3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1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ECA0094A-5B2E-9B9B-5985-A050B3F09396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089458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3500C47F-26E0-1FD6-E5CB-7603A6434007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8665122" y="4089456"/>
            <a:ext cx="3154775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51283582-8275-44F4-8C78-C9486987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3E693FF5-86F0-0CB7-2360-023976592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4621d764d5b40db">
              <a:extLst>
                <a:ext uri="{96DAC541-7B7A-43D3-8B79-37D633B846F1}">
                  <asvg:svgBlip xmlns:asvg="http://schemas.microsoft.com/office/drawing/2016/SVG/main" r:embed="R83bb565ce230459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25591FA-0DFB-9CB7-D3CB-8D35AD0FDF0E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39FDF825-E123-3926-B75B-132592904056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139FEC0-8662-DD38-36B1-29642E891E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9.xml><?xml version="1.0" encoding="utf-8"?>
<p:sldLayout xmlns:p="http://schemas.openxmlformats.org/presentationml/2006/main" preserve="1">
  <p:cSld name="Text + 3x Picture small 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17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095954B1-C1A6-39D2-5860-92BE95AB3E8C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4516595-F442-563E-AF6C-08B3AF082119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1594224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928AD63C-BAC0-4757-BA5F-34C2B77B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9ED3A9A1-7997-28B9-BA9C-255B6B07E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352217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f436487a0d449d3">
              <a:extLst>
                <a:ext uri="{96DAC541-7B7A-43D3-8B79-37D633B846F1}">
                  <asvg:svgBlip xmlns:asvg="http://schemas.microsoft.com/office/drawing/2016/SVG/main" r:embed="R77c24b33778e41d5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422D043-736F-7147-C274-01730F3BEC1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CAB60CC7-FA7E-B2B8-82EC-0F40B5F82E76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E457095-AC0E-3A29-8C65-F151D65E5AC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0.xml><?xml version="1.0" encoding="utf-8"?>
<p:sldLayout xmlns:p="http://schemas.openxmlformats.org/presentationml/2006/main" preserve="1">
  <p:cSld name="Text +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0018414E-8788-FD8B-5A04-4D374EB97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5B877979-2FA7-48EE-ADE7-947ECC6F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2211B0-5C02-7487-0B98-90778C052D7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4a487e5de8142eb">
              <a:extLst>
                <a:ext uri="{96DAC541-7B7A-43D3-8B79-37D633B846F1}">
                  <asvg:svgBlip xmlns:asvg="http://schemas.microsoft.com/office/drawing/2016/SVG/main" r:embed="R30a0aa3499ab44f2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13281DA9-718F-2B02-5AF6-0784B612119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4517B62C-7507-126D-CD7B-0CE5085E526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AE83C04-AC88-496F-C5E9-9607709685D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1.xml><?xml version="1.0" encoding="utf-8"?>
<p:sldLayout xmlns:p="http://schemas.openxmlformats.org/presentationml/2006/main" preserve="1">
  <p:cSld name="Text + 2x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51178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068F23D-857F-9EDC-F626-85FCB927E315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162840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B105B31C-46AB-48A8-9D48-99640791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9D0A4411-EF65-A589-3611-A23096D8B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64DA0D1-3404-4D10-9EFD-C48859A5E9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e97f618f0aa4f1b">
              <a:extLst>
                <a:ext uri="{96DAC541-7B7A-43D3-8B79-37D633B846F1}">
                  <asvg:svgBlip xmlns:asvg="http://schemas.microsoft.com/office/drawing/2016/SVG/main" r:embed="R18e1a035086848ee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71AA828B-34C2-396E-51B2-A19CD1672DE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587CB3-C804-4135-14CB-05D35DECA295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B1FD9D6-C5E0-D6A8-155E-A9AB8CF2AB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2.xml><?xml version="1.0" encoding="utf-8"?>
<p:sldLayout xmlns:p="http://schemas.openxmlformats.org/presentationml/2006/main" preserve="1">
  <p:cSld name="Text + Picture lar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8676" y="1"/>
            <a:ext cx="7123325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28E41E27-863B-49B4-B36D-6A09BA62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BB158F41-943A-CFBE-36CF-6087C048C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2BFDA5E7-188B-AC1B-E193-AEF619366C3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a3a604c5dee41ac">
              <a:extLst>
                <a:ext uri="{96DAC541-7B7A-43D3-8B79-37D633B846F1}">
                  <asvg:svgBlip xmlns:asvg="http://schemas.microsoft.com/office/drawing/2016/SVG/main" r:embed="R4bdb045b2eef4275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48FE03EC-5A92-4F0E-23F8-4C7ACD0D8225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68A8E65-A84D-CD9B-D6D9-B7E8C547B63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089110E-B6FC-8FEE-28DA-532B66BBE9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3.xml><?xml version="1.0" encoding="utf-8"?>
<p:sldLayout xmlns:p="http://schemas.openxmlformats.org/presentationml/2006/main" preserve="1">
  <p:cSld name="Text + 2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6096001" cy="300917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44A3BF86-D92F-43DC-AF2D-2A811D12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B6BCDBE-4D01-DC9C-8B9C-8DC825E77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B348E570-CF8F-7A0E-B5F0-57A10520A97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75ce0928d094b62">
              <a:extLst>
                <a:ext uri="{96DAC541-7B7A-43D3-8B79-37D633B846F1}">
                  <asvg:svgBlip xmlns:asvg="http://schemas.microsoft.com/office/drawing/2016/SVG/main" r:embed="R3cf29caf47c5428f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81F45B9F-FA9C-F134-B7FC-95C32B46A6A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6A1D3803-D027-E786-DD7E-2502413932C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AA392DC9-F96A-D1AB-7AD7-073C73B50C7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4.xml><?xml version="1.0" encoding="utf-8"?>
<p:sldLayout xmlns:p="http://schemas.openxmlformats.org/presentationml/2006/main" preserve="1">
  <p:cSld name="Text + 3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3009172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3"/>
            <a:ext cx="3009172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Gerader Verbinder 13">
            <a:extLst xmlns:a="http://schemas.openxmlformats.org/drawingml/2006/main">
              <a:ext uri="{FF2B5EF4-FFF2-40B4-BE49-F238E27FC236}">
                <a16:creationId xmlns:a16="http://schemas.microsoft.com/office/drawing/2014/main" id="{79832BBA-97F2-4FE7-90D0-5FCAD1B8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itel 14">
            <a:extLst xmlns:a="http://schemas.openxmlformats.org/drawingml/2006/main">
              <a:ext uri="{FF2B5EF4-FFF2-40B4-BE49-F238E27FC236}">
                <a16:creationId xmlns:a16="http://schemas.microsoft.com/office/drawing/2014/main" id="{BBFA9D1B-ACF8-1FC6-462F-845F189AC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50158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83AF95C5-FE62-CB69-A8C1-4988A3D5A73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36ac5cdd12649e0">
              <a:extLst>
                <a:ext uri="{96DAC541-7B7A-43D3-8B79-37D633B846F1}">
                  <asvg:svgBlip xmlns:asvg="http://schemas.microsoft.com/office/drawing/2016/SVG/main" r:embed="Rf01cdd8e69334981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1FB91768-A1B2-0D14-8871-07A2CD7A4A59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494E7144-CA68-4170-1361-3C4D5C79303F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7CA19A7-5D26-A88E-D333-276E8D3E2EF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5.xml><?xml version="1.0" encoding="utf-8"?>
<p:sldLayout xmlns:p="http://schemas.openxmlformats.org/presentationml/2006/main" preserve="1">
  <p:cSld name="Text + 4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036496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4DB24AA2-D834-4AC8-B77B-05B45094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CD4CD80-4000-0786-E31C-544CA273F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5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8394779-4F74-4AF1-79CB-762EA19C1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8d2bb18fbe84c52">
              <a:extLst>
                <a:ext uri="{96DAC541-7B7A-43D3-8B79-37D633B846F1}">
                  <asvg:svgBlip xmlns:asvg="http://schemas.microsoft.com/office/drawing/2016/SVG/main" r:embed="R48a98de2b2ed4ad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E1C60B30-D5B4-F613-659D-9801BF4C372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C143E2BC-4816-4440-ACE5-EEFDD0BC516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A6232AB-3A7E-ECB0-7222-1EB36DAD327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6.xml><?xml version="1.0" encoding="utf-8"?>
<p:sldLayout xmlns:p="http://schemas.openxmlformats.org/presentationml/2006/main" preserve="1">
  <p:cSld name="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1447634"/>
            <a:ext cx="5062930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096000" y="2915312"/>
            <a:ext cx="5062930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3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1603B66-770B-1FE4-52AB-DC5BB194083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C65338A-BD68-3AE6-DC33-9F49BFBAEFF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FAC9520-13F8-5FDB-0587-9080D7A16D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7.xml><?xml version="1.0" encoding="utf-8"?>
<p:sldLayout xmlns:p="http://schemas.openxmlformats.org/presentationml/2006/main" preserve="1">
  <p:cSld name="2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963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3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089455"/>
            <a:ext cx="3010007" cy="1981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F97887FB-D8F6-79F8-8CA8-C4F6C0D39AA9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1" name="Fußzeilenplatzhalter 10">
            <a:extLst xmlns:a="http://schemas.openxmlformats.org/drawingml/2006/main">
              <a:ext uri="{FF2B5EF4-FFF2-40B4-BE49-F238E27FC236}">
                <a16:creationId xmlns:a16="http://schemas.microsoft.com/office/drawing/2014/main" id="{5156F2C2-DF1A-A15A-CE99-2CEAA274B697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CD1AFA8-937A-354A-7AA8-970370B6E48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8.xml><?xml version="1.0" encoding="utf-8"?>
<p:sldLayout xmlns:p="http://schemas.openxmlformats.org/presentationml/2006/main" preserve="1">
  <p:cSld name="3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634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2"/>
          </a:xfrm>
        </p:spPr>
        <p:txBody>
          <a:bodyPr xmlns:a="http://schemas.openxmlformats.org/drawingml/2006/main" lIns="324000" tIns="2052000" rIns="208800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383068"/>
            <a:ext cx="2563924" cy="16875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27A1CA1-A4EA-507E-A168-FC4819D350C1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3014027" y="2181446"/>
            <a:ext cx="2563924" cy="16875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1A00CB7-1F56-223B-5281-17F933426F1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495F7142-B4A3-D310-313C-919B23ED970D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4DF37901-936B-F40D-2FF2-E201B6528B9D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E87324A-3372-09CC-D7F5-1944113FAD2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9.xml><?xml version="1.0" encoding="utf-8"?>
<p:sldLayout xmlns:p="http://schemas.openxmlformats.org/presentationml/2006/main" preserve="1">
  <p:cSld name="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644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651178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2DFF3A7C-F081-6FDF-46ED-106F7817C885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79ABC70-3A92-E994-AA09-46092DF4C5AA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0928E5C-C235-8A42-4E52-9D8AB49C03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0.xml><?xml version="1.0" encoding="utf-8"?>
<p:sldLayout xmlns:p="http://schemas.openxmlformats.org/presentationml/2006/main" preserve="1">
  <p:cSld name="Picture larg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447963"/>
            <a:ext cx="300917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0649" y="2915312"/>
            <a:ext cx="3008394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-1" y="1"/>
            <a:ext cx="7124790" cy="651178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8320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7344B420-545A-62A7-E9BA-614E7AC089C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00ADD3D-62B4-D417-85EB-AC2A4C6FDA6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F1F8642-68C1-00B9-516E-C418C6A39D4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1.xml><?xml version="1.0" encoding="utf-8"?>
<p:sldLayout xmlns:p="http://schemas.openxmlformats.org/presentationml/2006/main" preserve="1">
  <p:cSld name="2 x 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3E05FC7-82BE-0C41-DD16-3357985FC05E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0" y="3502611"/>
            <a:ext cx="6023198" cy="300917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75DEE9CA-150C-0798-4D8D-EAFBCD56B24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27B507-9DED-F539-8DB0-88F5E5DBB362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6152D4A-93EA-73F0-2FEF-2DB9BC1C54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2.xml><?xml version="1.0" encoding="utf-8"?>
<p:sldLayout xmlns:p="http://schemas.openxmlformats.org/presentationml/2006/main" preserve="1">
  <p:cSld name="3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259712A-84DA-91C4-019C-0526D643DE4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3502612"/>
            <a:ext cx="2941223" cy="3009172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3502612"/>
            <a:ext cx="3009172" cy="3009172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009BAB7-4811-A6E6-6686-B29A79B4D17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A9008DF5-53C1-9C6F-A658-90673D97EE06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E751EF08-7871-9322-93EF-917A88E44669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F7EAAF1-BEA8-0E9C-F283-B52C927A4EB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3.xml><?xml version="1.0" encoding="utf-8"?>
<p:sldLayout xmlns:p="http://schemas.openxmlformats.org/presentationml/2006/main" preserve="1">
  <p:cSld name="4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2400866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2475287"/>
            <a:ext cx="2941223" cy="403649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2475288"/>
            <a:ext cx="3009172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874EA88-5D8E-675D-61BF-2ACE9FE3ECD8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3014026" y="4538366"/>
            <a:ext cx="3009172" cy="1973418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9CE7D705-8FF0-6FF9-ECAE-0F176D841A52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2E4EF72C-5140-DBC7-63FC-C6646DF74A1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2303E58F-E4EB-B5DE-1C27-1B00DCE9068B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7BF6DF0-8D04-6447-4652-A0642E05D65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4.xml><?xml version="1.0" encoding="utf-8"?>
<p:sldLayout xmlns:p="http://schemas.openxmlformats.org/presentationml/2006/main" preserve="1">
  <p:cSld name="Wid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2475286"/>
            <a:ext cx="12192000" cy="4036494"/>
          </a:xfrm>
        </p:spPr>
        <p:txBody>
          <a:bodyPr xmlns:a="http://schemas.openxmlformats.org/drawingml/2006/main" tIns="144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7BABBBB0-53BE-4D98-B8E7-686A432F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4F71BC56-37FE-8D6E-57B4-829565CD2C8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802352D-FEA4-6820-B39A-0F49E769CC2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EFB33B2-D079-87F5-71B4-2ADB190DEC4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5.xml><?xml version="1.0" encoding="utf-8"?>
<p:sldLayout xmlns:p="http://schemas.openxmlformats.org/presentationml/2006/main" preserve="1">
  <p:cSld name="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AEE09227-2696-0566-E699-ACBEF8A6D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11035b0617e4cfb">
              <a:extLst>
                <a:ext uri="{96DAC541-7B7A-43D3-8B79-37D633B846F1}">
                  <asvg:svgBlip xmlns:asvg="http://schemas.microsoft.com/office/drawing/2016/SVG/main" r:embed="Rd0d531c05c2e4749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5513393C-F326-211C-7DA3-23BF25559D02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133E06D0-4E3D-D226-3FBE-D4791EA33512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3D261CB-EC76-25EB-DE34-5518003326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6.xml><?xml version="1.0" encoding="utf-8"?>
<p:sldLayout xmlns:p="http://schemas.openxmlformats.org/presentationml/2006/main" preserve="1">
  <p:cSld name="Title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>
            <a:off x="7279" y="1140276"/>
            <a:ext cx="73375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0C715372-2F5A-C8B8-ECE5-9457BD0E3AB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8439c878666431a">
              <a:extLst>
                <a:ext uri="{96DAC541-7B7A-43D3-8B79-37D633B846F1}">
                  <asvg:svgBlip xmlns:asvg="http://schemas.microsoft.com/office/drawing/2016/SVG/main" r:embed="R94d98470e6c2497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A6291560-BFE3-CBB5-CB7F-0C1529365E08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C0CAD68E-BC0B-3EBC-0290-BC6E0B1921AD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8C4DC39-8670-C731-5DE0-D87AB8C6F7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7.xml><?xml version="1.0" encoding="utf-8"?>
<p:sldLayout xmlns:p="http://schemas.openxmlformats.org/presentationml/2006/main" showMasterSp="0" preserve="1">
  <p:cSld name="Fullscreen 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Medienplatzhalter 2">
            <a:extLst xmlns:a="http://schemas.openxmlformats.org/drawingml/2006/main">
              <a:ext uri="{FF2B5EF4-FFF2-40B4-BE49-F238E27FC236}">
                <a16:creationId xmlns:a16="http://schemas.microsoft.com/office/drawing/2014/main" id="{D49860AD-26BB-7C4B-79B2-C791571B20FC}"/>
              </a:ext>
            </a:extLst>
          </p:cNvPr>
          <p:cNvSpPr>
            <a:spLocks xmlns:a="http://schemas.openxmlformats.org/drawingml/2006/main" noGrp="1"/>
          </p:cNvSpPr>
          <p:nvPr>
            <p:ph type="media" idx="13" hasCustomPrompt="1"/>
          </p:nvPr>
        </p:nvSpPr>
        <p:spPr>
          <a:xfrm xmlns:a="http://schemas.openxmlformats.org/drawingml/2006/main">
            <a:off x="-1" y="1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video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video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4B98DAB7-BEE7-226D-5637-B0A7F552F7D0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1AAF9EF-CE98-9AB4-9F25-4A00CD5501C3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E912952A-E1C6-56C8-7F75-622520F49A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8.xml><?xml version="1.0" encoding="utf-8"?>
<p:sldLayout xmlns:p="http://schemas.openxmlformats.org/presentationml/2006/main" preserve="1">
  <p:cSld name="Content Slides dark Imag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 dark images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67C85B7D-8FF0-73B1-FEAA-631A7F8FBA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27D9FE4D-DC87-7F15-D19B-6FC2150A24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1FEF5F6-418C-DEF5-9639-BAC3C7EF3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DAC441EA-5342-2CB5-144C-F86DC501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E2BEB23C-F999-182D-14B0-2EB24037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49.xml><?xml version="1.0" encoding="utf-8"?>
<p:sldLayout xmlns:p="http://schemas.openxmlformats.org/presentationml/2006/main" preserve="1">
  <p:cSld name="Text +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690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CCEC33AA-0D63-AE2A-963E-AD01267B8DA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EF9DD6CF-0081-4676-A592-EB3386E1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itel 11">
            <a:extLst xmlns:a="http://schemas.openxmlformats.org/drawingml/2006/main">
              <a:ext uri="{FF2B5EF4-FFF2-40B4-BE49-F238E27FC236}">
                <a16:creationId xmlns:a16="http://schemas.microsoft.com/office/drawing/2014/main" id="{60BB81BC-F744-EE7C-E9AD-337C4589B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14EFE946-4F96-1B7D-CF71-F733430B13EA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79F3C132-8AEE-9E8C-D683-149A2CB6F5D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CD6A6ED-35E6-09D7-E56F-AFA4A4176D2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0.xml><?xml version="1.0" encoding="utf-8"?>
<p:sldLayout xmlns:p="http://schemas.openxmlformats.org/presentationml/2006/main" preserve="1">
  <p:cSld name="Text + 2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454955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A88B184D-9888-81B0-B54E-441D84D8679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0571ABC-24B4-EDF1-8279-2A2CDA2592E7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6096000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50B85BC3-F081-49BC-B1E6-EB0A8FA9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9872597D-28DE-3CE5-75C3-1987483CF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7055089-C310-FBFB-3110-255C5777B6A2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891979E5-2E49-757A-A3C9-08B33ED8E714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6104DF8-A5AA-8F9E-8DA7-77DA9ED4467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1.xml><?xml version="1.0" encoding="utf-8"?>
<p:sldLayout xmlns:p="http://schemas.openxmlformats.org/presentationml/2006/main" preserve="1">
  <p:cSld name="Text + 3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5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9692F17-DF23-900B-6A29-8DC63BF654E6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8779164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0C1BC1E1-3138-49BD-BEBE-A5B487FA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D21E0D19-5457-16AD-73E8-A5B915CFF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68ABBA91-8E20-CB30-AAD7-A616306865BF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A6525E11-5EC5-6C24-CBAA-CE27869B4BA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CE2B948D-72E4-E7FE-4BD7-3B95572BAE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2.xml><?xml version="1.0" encoding="utf-8"?>
<p:sldLayout xmlns:p="http://schemas.openxmlformats.org/presentationml/2006/main" preserve="1">
  <p:cSld name="Text + 3x Picture small up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5E5DE80-8A34-8A92-A404-B62444893070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1594224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B5903A5A-44C1-4FAD-9BCB-F1690212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0893CB64-CFB0-1E13-65A7-E9999594D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17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2929A475-E4B2-8491-4B6A-3333A4408C4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09ADDC3B-6EF9-44C9-63F5-92092603DE0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0C44354-1542-DBD3-2A2A-92693C264A3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3.xml><?xml version="1.0" encoding="utf-8"?>
<p:sldLayout xmlns:p="http://schemas.openxmlformats.org/presentationml/2006/main" preserve="1">
  <p:cSld name="Text +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A4FEFBE-643B-7CEA-CBE7-2A424743E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BAB8F567-49D7-E9AF-BD1F-6C6AB7B45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DB6E054A-A9FC-4E96-ADC3-953E15BB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0308DEE5-F78B-7950-3365-5C6261FCA25D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9D3EF29-B860-1F30-9675-8A6C2A7032B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76DAF30-5DD9-E102-B624-FF55D8424C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4.xml><?xml version="1.0" encoding="utf-8"?>
<p:sldLayout xmlns:p="http://schemas.openxmlformats.org/presentationml/2006/main" preserve="1">
  <p:cSld name="Text + 2x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DF33D803-4825-6BFE-432E-1F1BCB174CE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D2EC0F7-6E83-72CB-4F2D-F3052F91317F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7B4668F9-79CC-4E15-805F-50074DF8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63915F2E-313B-22E2-B725-D7C7DB6F4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CF198929-C21B-03A7-833C-BC6D923D37F8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4706AD5D-0DB1-9FE4-AB72-2E75409C4B78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626A1A2-FE7A-6A06-5BF4-A97688A3FF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5.xml><?xml version="1.0" encoding="utf-8"?>
<p:sldLayout xmlns:p="http://schemas.openxmlformats.org/presentationml/2006/main" preserve="1">
  <p:cSld name="Text + Picture big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9509" y="1"/>
            <a:ext cx="7122492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7D3C61D8-1A81-C702-27E8-1A7FF48D499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0D8C836E-5142-4F56-82F3-4A1B0594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5E73FE6B-EE21-283F-1C70-928CF491F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93B008C4-1437-8E29-7AFE-DFA190F63A09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D4E6CC33-67C0-F23D-D144-DF5BAB8CE4A3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F6E9490-25D4-89D2-BE60-86751A6ADBE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6.xml><?xml version="1.0" encoding="utf-8"?>
<p:sldLayout xmlns:p="http://schemas.openxmlformats.org/presentationml/2006/main" preserve="1">
  <p:cSld name="Text + 2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6096001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5E280E5-98FE-997D-EB4F-4C85B35CA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3DC1A36-2FE9-37C1-3F75-F214FFA6B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2FD70CDA-9968-4C98-A70D-EF1B5F88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68609EF9-83E1-3551-E8BF-24CDFB5C476E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28145D90-CBE4-8F91-8AFE-E68128A82C6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393E937-D47C-705B-493A-D76A77F6C0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7.xml><?xml version="1.0" encoding="utf-8"?>
<p:sldLayout xmlns:p="http://schemas.openxmlformats.org/presentationml/2006/main" preserve="1">
  <p:cSld name="Text + 3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3009172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3"/>
            <a:ext cx="3009172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263925F-A50E-34A4-DA49-E31FEA8898B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9D284BC-71D1-09A6-C648-222416C6C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7273CCC8-2170-4890-A9FD-BF792ED3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AE6AEAC7-0231-CF96-2049-9071DFC0BF81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53E8478E-68F4-2641-2572-6153C8B1D36D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EF22AA7-4B2F-A4FD-0470-A0B53698D1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8.xml><?xml version="1.0" encoding="utf-8"?>
<p:sldLayout xmlns:p="http://schemas.openxmlformats.org/presentationml/2006/main" preserve="1">
  <p:cSld name="Text + 4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0364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65ECDEA6-1F4E-D3AB-C54B-96F4BE254E1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C13DC7A5-BCD6-48B3-927C-CAC2C418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C9FA7BEE-1185-0DD8-FDCA-70159EC5A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4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F331C2C9-E9C9-526C-C00B-2BD145390832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3DA8DE26-DCFC-D32C-C7A8-876A362D512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713073F-DEA9-EEAF-CDEC-A4FC1C7D5F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9.xml><?xml version="1.0" encoding="utf-8"?>
<p:sldLayout xmlns:p="http://schemas.openxmlformats.org/presentationml/2006/main" preserve="1">
  <p:cSld name="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46EF1C9-86C8-909F-3694-EA418281731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615E655-E562-E8B3-8589-64DEBD35E12F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D47CDD1-217C-2903-3E6D-70E566D1F8DB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F952C66-9275-515B-A11A-7335773C4D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0.xml><?xml version="1.0" encoding="utf-8"?>
<p:sldLayout xmlns:p="http://schemas.openxmlformats.org/presentationml/2006/main" preserve="1">
  <p:cSld name="Title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 flipV="1">
            <a:off x="21840" y="1140276"/>
            <a:ext cx="71919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9AD5E86-3787-BBA5-8001-4AFB34A0A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5B5E1D7B-F321-FAFE-A383-8C6B0CA4E68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6ECCF80-AFF8-B59B-F86C-0D1D34284150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775D87D-0B4A-099C-4511-A739514719A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1.xml><?xml version="1.0" encoding="utf-8"?>
<p:sldLayout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6D8BFDA6-C1DD-43AE-B7D0-EF2F6444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31480"/>
            <a:ext cx="1428871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itel 1">
            <a:extLst xmlns:a="http://schemas.openxmlformats.org/drawingml/2006/main">
              <a:ext uri="{FF2B5EF4-FFF2-40B4-BE49-F238E27FC236}">
                <a16:creationId xmlns:a16="http://schemas.microsoft.com/office/drawing/2014/main" id="{AD1B280D-3B22-2554-7DF5-88C7AEA07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500" y="2474530"/>
            <a:ext cx="8145998" cy="1982604"/>
          </a:xfrm>
        </p:spPr>
        <p:txBody>
          <a:bodyPr xmlns:a="http://schemas.openxmlformats.org/drawingml/2006/main" vert="horz" tIns="288000" anchor="t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7863DDD3-3D46-A4E3-1418-176698F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086f993b44d7b">
            <a:extLst>
              <a:ext uri="{96DAC541-7B7A-43D3-8B79-37D633B846F1}">
                <asvg:svgBlip xmlns:asvg="http://schemas.microsoft.com/office/drawing/2016/SVG/main" r:embed="R761c466fe59546a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4DEC1EF0-FFA3-A8D8-A94C-858711F57A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EC302C7F-68DF-1193-A3DB-B843C7ABF3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9503475-B4EB-E867-B3EE-778A48444B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2.xml><?xml version="1.0" encoding="utf-8"?>
<p:sldLayout xmlns:p="http://schemas.openxmlformats.org/presentationml/2006/main">
  <p:cSld name="MASTER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B838DC5-6D42-4381-B895-71A807A5B0B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090A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63.xml><?xml version="1.0" encoding="utf-8"?>
<p:sldLayout xmlns:p="http://schemas.openxmlformats.org/presentationml/2006/main" preserve="1">
  <p:cSld name="Intro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hteck 10">
            <a:extLst xmlns:a="http://schemas.openxmlformats.org/drawingml/2006/main">
              <a:ext uri="{FF2B5EF4-FFF2-40B4-BE49-F238E27FC236}">
                <a16:creationId xmlns:a16="http://schemas.microsoft.com/office/drawing/2014/main" id="{D034F769-59D0-5FCD-0FF6-F4348DF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" name="Rechteck 2">
            <a:extLst xmlns:a="http://schemas.openxmlformats.org/drawingml/2006/main">
              <a:ext uri="{FF2B5EF4-FFF2-40B4-BE49-F238E27FC236}">
                <a16:creationId xmlns:a16="http://schemas.microsoft.com/office/drawing/2014/main" id="{3C98DB7D-FFAF-C7E0-3815-603A540F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AC675CBC-36B8-651B-A108-75672A61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7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1720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External  master</a:t>
            </a:r>
            <a:br/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Intro slides</a:t>
            </a:r>
          </a:p>
        </p:txBody>
      </p:sp>
    </p:spTree>
  </p:cSld>
</p:sldLayout>
</file>

<file path=ppt/slideLayouts/slideLayout64.xml><?xml version="1.0" encoding="utf-8"?>
<p:sldLayout xmlns:p="http://schemas.openxmlformats.org/presentationml/2006/main" showMasterSp="0" preserve="1">
  <p:cSld name="Logo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bf4af7c47460b">
            <a:extLst>
              <a:ext uri="{96DAC541-7B7A-43D3-8B79-37D633B846F1}">
                <asvg:svgBlip xmlns:asvg="http://schemas.microsoft.com/office/drawing/2016/SVG/main" r:embed="Ra7587ea04bf64cf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4039" y="3149583"/>
            <a:ext cx="3083922" cy="558832"/>
          </a:xfrm>
          <a:prstGeom xmlns:a="http://schemas.openxmlformats.org/drawingml/2006/main" prst="rect">
            <a:avLst/>
          </a:prstGeom>
        </p:spPr>
      </p:pic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0FA7AEBB-B69C-AAD8-20FA-DB8761E1DF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65EEE200-7763-292E-E2C8-980814C3A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52A6CD84-0665-650C-A8EB-9021611968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5.xml><?xml version="1.0" encoding="utf-8"?>
<p:sldLayout xmlns:p="http://schemas.openxmlformats.org/presentationml/2006/main" preserve="1">
  <p:cSld name="Presentatio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6023198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5" y="1888013"/>
            <a:ext cx="4036497" cy="1540178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3326" y="3502612"/>
            <a:ext cx="403649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3326" y="5557261"/>
            <a:ext cx="403649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0918" y="2094287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B59D4549-0A5B-9C7E-2B0E-BB01F92D7AA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3E2654B-A30C-B827-5997-59190D9D1F1C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54380432-9604-C925-2173-EB70486C3F7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6.xml><?xml version="1.0" encoding="utf-8"?>
<p:sldLayout xmlns:p="http://schemas.openxmlformats.org/presentationml/2006/main" preserve="1">
  <p:cSld name="Presentation Title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1888013"/>
            <a:ext cx="6091148" cy="1540178"/>
          </a:xfr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1986701" y="3502612"/>
            <a:ext cx="609114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1986701" y="5557261"/>
            <a:ext cx="609114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 flipV="1">
            <a:off x="21840" y="2094287"/>
            <a:ext cx="178149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3211A596-9844-5263-2842-151460F156A8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10196F3-9686-84CB-572B-D6D9CC7EB0F3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95CE5A49-2ACE-6B15-51E6-938B1FAA2717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7.xml><?xml version="1.0" encoding="utf-8"?>
<p:sldLayout xmlns:p="http://schemas.openxmlformats.org/presentationml/2006/main" preserve="1">
  <p:cSld name="Agenda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8" y="933490"/>
            <a:ext cx="5063822" cy="954522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5063822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2242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675021C-79E6-11F4-F86F-7FB4DDE20A7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EAA40BA8-C4E8-480E-A580-C43D6C2A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FESTO-Logo">
            <a:extLst xmlns:a="http://schemas.openxmlformats.org/drawingml/2006/main">
              <a:ext uri="{FF2B5EF4-FFF2-40B4-BE49-F238E27FC236}">
                <a16:creationId xmlns:a16="http://schemas.microsoft.com/office/drawing/2014/main" id="{35FFA34E-8FC3-2461-93DD-6CCE57BCBB8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ae1979f21934cd8">
              <a:extLst>
                <a:ext uri="{96DAC541-7B7A-43D3-8B79-37D633B846F1}">
                  <asvg:svgBlip xmlns:asvg="http://schemas.microsoft.com/office/drawing/2016/SVG/main" r:embed="R6cc1c6772c7f4220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D9320C13-E4DE-CCD8-8385-E2BA3B6122F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5910172C-7934-CDEC-A180-65F173A7617A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86395ED0-EBC0-52CC-9CEE-CDE19B742B74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8.xml><?xml version="1.0" encoding="utf-8"?>
<p:sldLayout xmlns:p="http://schemas.openxmlformats.org/presentationml/2006/main" preserve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7" y="933490"/>
            <a:ext cx="3009172" cy="95452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9173121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b="0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BF9F080A-50E7-4AAF-867A-05FA3373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A4A13CC5-AAC5-DB9B-795C-96179337FD6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E699CFAE-313F-CD58-4563-B6AA6D388C75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DF52CCBD-5B28-346F-2D75-F25EF36C18EE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9.xml><?xml version="1.0" encoding="utf-8"?>
<p:sldLayout xmlns:p="http://schemas.openxmlformats.org/presentationml/2006/main" preserve="1">
  <p:cSld name="Divider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d09857a34174306">
              <a:extLst>
                <a:ext uri="{96DAC541-7B7A-43D3-8B79-37D633B846F1}">
                  <asvg:svgBlip xmlns:asvg="http://schemas.microsoft.com/office/drawing/2016/SVG/main" r:embed="R7739de8285de46b1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F708548B-DDCD-C6D3-AB29-51D26DA4DE85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1E174B5A-F8CA-BEC1-1B1D-C026F3742E2C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C02714C1-712C-0774-10FC-3337450E9D9D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367D09B0-2E45-B728-AF7F-6BDFD386C573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0.xml><?xml version="1.0" encoding="utf-8"?>
<p:sldLayout xmlns:p="http://schemas.openxmlformats.org/presentationml/2006/main" preserve="1">
  <p:cSld name="Divider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2893AD1-0AEB-9155-964C-B8501008697A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8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05C8E4B2-E1A4-36FD-9A12-D996C8F6B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0030E4F-B493-F3CE-4974-CD33B4E59B6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956DCFB3-F7CE-14B9-0E15-C2EA7D0BEEBE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2F4F3DE1-B64E-5D9B-955A-CF5E0B80F3BA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1.xml><?xml version="1.0" encoding="utf-8"?>
<p:sldLayout xmlns:p="http://schemas.openxmlformats.org/presentationml/2006/main" preserve="1">
  <p:cSld name="Divider + Fullscreen Picture Gradi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75000">
                <a:schemeClr val="bg1">
                  <a:alpha val="80000"/>
                </a:schemeClr>
              </a:gs>
              <a:gs pos="0">
                <a:schemeClr val="accent1">
                  <a:lumMod val="5000"/>
                  <a:lumOff val="95000"/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d1539334ad5403d">
              <a:extLst>
                <a:ext uri="{96DAC541-7B7A-43D3-8B79-37D633B846F1}">
                  <asvg:svgBlip xmlns:asvg="http://schemas.microsoft.com/office/drawing/2016/SVG/main" r:embed="R74730e01fc734b4c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1F9FDFA-2792-D1F3-B9B0-1BCD4430CB93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C0D92F-00A3-8242-B8C3-E7AC3FDDB781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F7737547-95D4-07D2-2448-2F9B2316F33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C2B79A6B-713B-C129-AB21-B132EF559590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2.xml><?xml version="1.0" encoding="utf-8"?>
<p:sldLayout xmlns:p="http://schemas.openxmlformats.org/presentationml/2006/main" preserve="1">
  <p:cSld name="Divider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7051169" cy="6858000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887937"/>
            <a:ext cx="3595914" cy="2569197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108220F0-B277-252D-2EF4-05729507C525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7965" y="2154955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ACBB4B0E-363E-DD67-2047-042641B1C1B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525B947-9CE2-6C5C-C469-B3BD68AC7E68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F30EC9CB-C78C-88BF-499F-971417A04015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3.xml><?xml version="1.0" encoding="utf-8"?>
<p:sldLayout xmlns:p="http://schemas.openxmlformats.org/presentationml/2006/main" preserve="1">
  <p:cSld name="Single Speaker Intr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23325" y="1"/>
            <a:ext cx="5068675" cy="6858000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1887938"/>
            <a:ext cx="5503543" cy="1541872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F4CA4A-A31E-4CE8-8927-9BD28AD0D640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>
            <a:off x="1" y="2153276"/>
            <a:ext cx="775381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7F63CAC2-3EA9-DD45-BF36-E97C840B72B5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1350" y="4897388"/>
            <a:ext cx="3009172" cy="58707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80768c9c2514e9c">
              <a:extLst>
                <a:ext uri="{96DAC541-7B7A-43D3-8B79-37D633B846F1}">
                  <asvg:svgBlip xmlns:asvg="http://schemas.microsoft.com/office/drawing/2016/SVG/main" r:embed="R920011ea25364ea4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rIns="720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  <a:p xmlns:a="http://schemas.openxmlformats.org/drawingml/2006/main">
            <a:pPr lvl="0">
              <a:buNone/>
            </a:pPr>
            <a:r>
              <a:t>Position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27D44B04-3D0B-1955-B8E6-0F61C103999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959376" y="3502612"/>
            <a:ext cx="3009172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B775B275-537D-D0C6-FD5C-607F8DDCD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f5e3c0dff0447f5">
              <a:extLst>
                <a:ext uri="{96DAC541-7B7A-43D3-8B79-37D633B846F1}">
                  <asvg:svgBlip xmlns:asvg="http://schemas.microsoft.com/office/drawing/2016/SVG/main" r:embed="Rad52e65655b24bce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85668AC-A315-7C76-8EA0-316454A8A09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525739B8-F9C0-26CC-530B-8EDCC62A3857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626897B6-5FF0-F5C9-1D60-846D647AA458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4.xml><?xml version="1.0" encoding="utf-8"?>
<p:sldLayout xmlns:p="http://schemas.openxmlformats.org/presentationml/2006/main" preserve="1">
  <p:cSld name="Basic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Basic slides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87669A0C-683E-6D0E-CE86-4E782F00E4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A146F1F3-EC33-6A46-DEF7-C60337263F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8048C61-7BAE-D31C-12EE-311C3A6DE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1AF1F145-F6BB-9F25-6121-9CED5CA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" name="Rechteck 2">
            <a:extLst xmlns:a="http://schemas.openxmlformats.org/drawingml/2006/main">
              <a:ext uri="{FF2B5EF4-FFF2-40B4-BE49-F238E27FC236}">
                <a16:creationId xmlns:a16="http://schemas.microsoft.com/office/drawing/2014/main" id="{9553B833-57AE-D539-DC9F-F2C2D359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75.xml><?xml version="1.0" encoding="utf-8"?>
<p:sldLayout xmlns:p="http://schemas.openxmlformats.org/presentationml/2006/main" preserve="1">
  <p:cSld name="Only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Gerader Verbinder 6">
            <a:extLst xmlns:a="http://schemas.openxmlformats.org/drawingml/2006/main">
              <a:ext uri="{FF2B5EF4-FFF2-40B4-BE49-F238E27FC236}">
                <a16:creationId xmlns:a16="http://schemas.microsoft.com/office/drawing/2014/main" id="{1EFF6683-B249-493B-A84C-F966E547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971DF951-125C-FFA7-B39B-45C08A09CC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D9B4EB2A-DCB2-81C0-7AC6-110D76C460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4B2B5BE-7FE0-0E4E-3BC7-E07C02D4B5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6.xml><?xml version="1.0" encoding="utf-8"?>
<p:sldLayout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009"/>
            <a:ext cx="8145797" cy="4036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E24E31F7-F201-4C9F-A68F-8DC4CA3E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314ECAA-A9DA-C8E7-19FC-B34E168C58CB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E04AF4F-1DC1-7401-063B-D60FC68604A6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47EA4193-CC86-DD26-92E5-CBE7C2F713E3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7.xml><?xml version="1.0" encoding="utf-8"?>
<p:sldLayout xmlns:p="http://schemas.openxmlformats.org/presentationml/2006/main" preserve="1">
  <p:cSld name="Titl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095670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4439F4DF-4284-4E46-92CF-A8E19E7F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645F030C-255E-E957-4FAC-9F8258E133F3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727D534B-C12F-6B05-6B38-2B730F5116C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1" name="Foliennummernplatzhalter 10">
            <a:extLst xmlns:a="http://schemas.openxmlformats.org/drawingml/2006/main">
              <a:ext uri="{FF2B5EF4-FFF2-40B4-BE49-F238E27FC236}">
                <a16:creationId xmlns:a16="http://schemas.microsoft.com/office/drawing/2014/main" id="{20CFBF48-E365-A3FC-3135-DB1978F78FF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8.xml><?xml version="1.0" encoding="utf-8"?>
<p:sldLayout xmlns:p="http://schemas.openxmlformats.org/presentationml/2006/main" preserve="1">
  <p:cSld name="2x Pictur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68676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93990F0-19EC-5850-56E2-CF3D4AA94378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9378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FC5FEC-BC3E-A386-77D5-1EFBA477D7B8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068676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Gerader Verbinder 10">
            <a:extLst xmlns:a="http://schemas.openxmlformats.org/drawingml/2006/main">
              <a:ext uri="{FF2B5EF4-FFF2-40B4-BE49-F238E27FC236}">
                <a16:creationId xmlns:a16="http://schemas.microsoft.com/office/drawing/2014/main" id="{8C6F8B14-875F-46AA-B1C4-426C3031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FBDC3B60-FAF1-128B-89D6-06146C6BE337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8016A6D7-46E2-34E0-B5D2-E0C329B9A42C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7DD511E2-EBC1-ACE3-221F-9BFFB7208994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9.xml><?xml version="1.0" encoding="utf-8"?>
<p:sldLayout xmlns:p="http://schemas.openxmlformats.org/presentationml/2006/main" preserve="1">
  <p:cSld name="3x Picture + 3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937"/>
            <a:ext cx="2421418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4041251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6CAE007-2F2E-F036-FBA8-9ADF7623A0B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7123376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4041250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7123376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3" name="Gerader Verbinder 12">
            <a:extLst xmlns:a="http://schemas.openxmlformats.org/drawingml/2006/main">
              <a:ext uri="{FF2B5EF4-FFF2-40B4-BE49-F238E27FC236}">
                <a16:creationId xmlns:a16="http://schemas.microsoft.com/office/drawing/2014/main" id="{430804F0-AFB4-4A7A-AA4A-372C39DF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539CAA46-3ACB-B3B8-BFE8-E505927C10BD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A5FD5E2A-7002-AB47-4D61-38A8F12AA050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367EF3CB-FA74-F99C-9F34-EFC15B09026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0.xml><?xml version="1.0" encoding="utf-8"?>
<p:sldLayout xmlns:p="http://schemas.openxmlformats.org/presentationml/2006/main" preserve="1">
  <p:cSld name="4x Bulletpicture + 4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741948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46400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9251080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2C67417D-D1BA-7331-154C-141B24C61F7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03737c8716642cc">
              <a:extLst>
                <a:ext uri="{96DAC541-7B7A-43D3-8B79-37D633B846F1}">
                  <asvg:svgBlip xmlns:asvg="http://schemas.microsoft.com/office/drawing/2016/SVG/main" r:embed="R87a79873fb1f4bc6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6BB9F258-F5FC-CD95-CC79-98BA9173ED2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741751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03737c8716642cc">
              <a:extLst>
                <a:ext uri="{96DAC541-7B7A-43D3-8B79-37D633B846F1}">
                  <asvg:svgBlip xmlns:asvg="http://schemas.microsoft.com/office/drawing/2016/SVG/main" r:embed="R87a79873fb1f4bc6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790AE74-4619-2D07-07EC-067B07776DA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64007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03737c8716642cc">
              <a:extLst>
                <a:ext uri="{96DAC541-7B7A-43D3-8B79-37D633B846F1}">
                  <asvg:svgBlip xmlns:asvg="http://schemas.microsoft.com/office/drawing/2016/SVG/main" r:embed="R87a79873fb1f4bc6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E3119C8-BDA4-D116-9FDD-F41A6666F659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925108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03737c8716642cc">
              <a:extLst>
                <a:ext uri="{96DAC541-7B7A-43D3-8B79-37D633B846F1}">
                  <asvg:svgBlip xmlns:asvg="http://schemas.microsoft.com/office/drawing/2016/SVG/main" r:embed="R87a79873fb1f4bc6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9EFD2F47-3F03-422B-899B-23CE41E2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FCAC5AE1-DD17-81A8-B3CA-501B94C2AA20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2688C00F-7597-7D03-E20D-46B356467C63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69515DB7-E267-98F8-A0A7-9F4339CE4664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1.xml><?xml version="1.0" encoding="utf-8"?>
<p:sldLayout xmlns:p="http://schemas.openxmlformats.org/presentationml/2006/main" preserve="1">
  <p:cSld name="5x Bulletpicture + 5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014065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752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7123439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55BA56B-3A41-BFA2-2B64-87DF0C821D53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9178126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19E72B5-5D19-CB33-EFFE-5C00E1C5393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6aa5605502e4613">
              <a:extLst>
                <a:ext uri="{96DAC541-7B7A-43D3-8B79-37D633B846F1}">
                  <asvg:svgBlip xmlns:asvg="http://schemas.microsoft.com/office/drawing/2016/SVG/main" r:embed="R2d2a8c2cfe0647d2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DDC1707-C012-09AA-27B6-7A5EF3856DC2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01936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6aa5605502e4613">
              <a:extLst>
                <a:ext uri="{96DAC541-7B7A-43D3-8B79-37D633B846F1}">
                  <asvg:svgBlip xmlns:asvg="http://schemas.microsoft.com/office/drawing/2016/SVG/main" r:embed="R2d2a8c2cfe0647d2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953A51A-53EF-A551-4AE6-C0CFD0EACE2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06943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6aa5605502e4613">
              <a:extLst>
                <a:ext uri="{96DAC541-7B7A-43D3-8B79-37D633B846F1}">
                  <asvg:svgBlip xmlns:asvg="http://schemas.microsoft.com/office/drawing/2016/SVG/main" r:embed="R2d2a8c2cfe0647d2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1A439ACB-5B1E-ECCF-C1EC-7B965ED53E25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7124058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6aa5605502e4613">
              <a:extLst>
                <a:ext uri="{96DAC541-7B7A-43D3-8B79-37D633B846F1}">
                  <asvg:svgBlip xmlns:asvg="http://schemas.microsoft.com/office/drawing/2016/SVG/main" r:embed="R2d2a8c2cfe0647d2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30376B6-82E2-6D85-A9F4-10CD928C461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917797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6aa5605502e4613">
              <a:extLst>
                <a:ext uri="{96DAC541-7B7A-43D3-8B79-37D633B846F1}">
                  <asvg:svgBlip xmlns:asvg="http://schemas.microsoft.com/office/drawing/2016/SVG/main" r:embed="R2d2a8c2cfe0647d2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44E9A782-E209-4257-8AB2-F6090976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D5EA32-7547-91F4-27D2-04FCF311B495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1C55D207-07B7-4A91-A687-9767EA6C6634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E89C19EB-5D9D-DC1F-4F76-85903C1875F9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2.xml><?xml version="1.0" encoding="utf-8"?>
<p:sldLayout xmlns:p="http://schemas.openxmlformats.org/presentationml/2006/main" preserve="1">
  <p:cSld name="Key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AB845F91-210D-AF4C-14EF-FF45CBCE3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2480343"/>
            <a:ext cx="7118471" cy="30041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9FCF4FF4-28D2-43C0-99DF-A6853894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" y="2841928"/>
            <a:ext cx="1529885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0FAF8966-13AB-6814-804E-CBAE6EADEC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28E03894-DBF6-56DB-D52B-988AB996DC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31F3B9CD-DFDE-15C5-DB6E-42DD1A6540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3.xml><?xml version="1.0" encoding="utf-8"?>
<p:sldLayout xmlns:p="http://schemas.openxmlformats.org/presentationml/2006/main" preserve="1">
  <p:cSld name="2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014126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150751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52AC31C9-DC96-8D9F-7335-7C2C9E78DFB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7" y="4566804"/>
            <a:ext cx="1981847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76eb932f93c4d93">
              <a:extLst>
                <a:ext uri="{96DAC541-7B7A-43D3-8B79-37D633B846F1}">
                  <asvg:svgBlip xmlns:asvg="http://schemas.microsoft.com/office/drawing/2016/SVG/main" r:embed="R098c3ac7ec2b4733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4EA6C058-B3B6-787F-1746-FD8E668612B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096000" y="4566804"/>
            <a:ext cx="1981848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76eb932f93c4d93">
              <a:extLst>
                <a:ext uri="{96DAC541-7B7A-43D3-8B79-37D633B846F1}">
                  <asvg:svgBlip xmlns:asvg="http://schemas.microsoft.com/office/drawing/2016/SVG/main" r:embed="R098c3ac7ec2b4733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09B8DE4C-4E3E-4EA8-9CC3-136C595C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C57F206-E59F-E588-487B-AAF2EE217858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200E090E-6051-4A2B-7EC7-57D5B62A7819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B31969E9-4E72-A6F6-D69F-3F57B4E474C5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4.xml><?xml version="1.0" encoding="utf-8"?>
<p:sldLayout xmlns:p="http://schemas.openxmlformats.org/presentationml/2006/main" preserve="1">
  <p:cSld name="3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59124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041351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091B7205-BCF7-E5E6-7696-C5A959CB638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76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370B3FB5-E73F-47E5-6AD6-4664928CC46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5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9f3ee6556394b4c">
              <a:extLst>
                <a:ext uri="{96DAC541-7B7A-43D3-8B79-37D633B846F1}">
                  <asvg:svgBlip xmlns:asvg="http://schemas.microsoft.com/office/drawing/2016/SVG/main" r:embed="R8c86391c108c4a2b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Names</a:t>
            </a:r>
            <a:endParaRPr/>
          </a:p>
        </p:txBody>
      </p:sp>
      <p:sp>
        <p:nvSpPr>
          <p:cNvPr id="18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AAC5F41-A734-F619-0ADF-17C354FA1D43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041350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9f3ee6556394b4c">
              <a:extLst>
                <a:ext uri="{96DAC541-7B7A-43D3-8B79-37D633B846F1}">
                  <asvg:svgBlip xmlns:asvg="http://schemas.microsoft.com/office/drawing/2016/SVG/main" r:embed="R8c86391c108c4a2b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9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0D4276E4-5B9A-20A9-6579-BE0440972E1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7129852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9f3ee6556394b4c">
              <a:extLst>
                <a:ext uri="{96DAC541-7B7A-43D3-8B79-37D633B846F1}">
                  <asvg:svgBlip xmlns:asvg="http://schemas.microsoft.com/office/drawing/2016/SVG/main" r:embed="R8c86391c108c4a2b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6688AAC7-D24E-4CF0-939D-1EC8C970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F383428-C9D0-A961-DBA1-AAE73B77FFD0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1DB38D59-E01D-96E5-B2CF-452A536C038B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F3CE96E9-3952-BA93-B440-51D726FCA104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5.xml><?xml version="1.0" encoding="utf-8"?>
<p:sldLayout xmlns:p="http://schemas.openxmlformats.org/presentationml/2006/main" preserve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487D194-296B-4582-CE04-F3DCE2B8F2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FF979EEB-5D10-CB0C-D270-7BA84726C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BA9F4787-6D4D-AA03-BB70-DAF7D93C95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6.xml><?xml version="1.0" encoding="utf-8"?>
<p:sldLayout xmlns:p="http://schemas.openxmlformats.org/presentationml/2006/main" preserve="1">
  <p:cSld name="Content with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88D6C5FE-E0CA-4C22-91F5-C685139960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7" y="2475287"/>
            <a:ext cx="10860521" cy="3344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add</a:t>
            </a:r>
            <a:r>
              <a:t> </a:t>
            </a:r>
            <a:r>
              <a:t>subtitle</a:t>
            </a:r>
            <a:endParaRPr/>
          </a:p>
        </p:txBody>
      </p:sp>
      <p:sp>
        <p:nvSpPr>
          <p:cNvPr id="16" name="Inhaltsplatzhalter 15">
            <a:extLst xmlns:a="http://schemas.openxmlformats.org/drawingml/2006/main">
              <a:ext uri="{FF2B5EF4-FFF2-40B4-BE49-F238E27FC236}">
                <a16:creationId xmlns:a16="http://schemas.microsoft.com/office/drawing/2014/main" id="{6C05FAE4-1526-42D8-AB66-CF45DA831D5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959377" y="2915312"/>
            <a:ext cx="10860522" cy="3596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1B97839-1AA5-E192-9733-54F974DF4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DD6F33C4-AF8A-4C4F-970E-D2C183E3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F2E1961-3ACB-EE49-C625-E2023F02BB9E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98C87DF9-C015-4A6B-A468-1EDF5497FEB4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81C3BE43-C224-5323-63FD-5028BC0A799D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7.xml><?xml version="1.0" encoding="utf-8"?>
<p:sldLayout xmlns:p="http://schemas.openxmlformats.org/presentationml/2006/main" preserve="1">
  <p:cSld name="Two Contents with Subtitl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BECD0118-0152-46C3-9239-801D31227E9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59375" y="2915313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13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E3AFD008-DDFB-40E5-B256-03D3631A8C93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095999" y="2915312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F11FC5B9-A4EB-4CE9-98D1-991452203FE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5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 baseline="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8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D3A63857-2318-42B5-97B3-580587A1A54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5999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78DB9F7D-FC7C-FFDB-E760-24D21DA2B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CBE3CEA6-5C50-4F93-9C0C-1096BED5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54027E3A-42A7-AD5C-B5D6-191D663CC2BF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B745418C-5301-BA3F-AA62-FF70BF82394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1" name="Foliennummernplatzhalter 10">
            <a:extLst xmlns:a="http://schemas.openxmlformats.org/drawingml/2006/main">
              <a:ext uri="{FF2B5EF4-FFF2-40B4-BE49-F238E27FC236}">
                <a16:creationId xmlns:a16="http://schemas.microsoft.com/office/drawing/2014/main" id="{638B286B-15FC-7186-6057-C6909685C91D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8.xml><?xml version="1.0" encoding="utf-8"?>
<p:sldLayout xmlns:p="http://schemas.openxmlformats.org/presentationml/2006/main" preserve="1">
  <p:cSld name="Content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32E89F53-768E-5096-10A0-2026B721CF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85E83F87-03A0-D8DA-AFB7-80E29C695F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5B093447-2707-A6B9-2DB4-E82BFF1A8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94699513-C0BE-575D-8A35-8F5B048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DD4880D8-D519-4803-4CBC-2D72999F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89.xml><?xml version="1.0" encoding="utf-8"?>
<p:sldLayout xmlns:p="http://schemas.openxmlformats.org/presentationml/2006/main" preserve="1">
  <p:cSld name="Text + 2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03649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502C1B-DFC9-B1E3-C029-EF98AD854A42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096000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Gerader Verbinder 4">
            <a:extLst xmlns:a="http://schemas.openxmlformats.org/drawingml/2006/main">
              <a:ext uri="{FF2B5EF4-FFF2-40B4-BE49-F238E27FC236}">
                <a16:creationId xmlns:a16="http://schemas.microsoft.com/office/drawing/2014/main" id="{DCDADF58-D6D1-491D-A53B-ED48D937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E910C866-F711-4658-917C-2E4EE77C8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9CB5D1-E114-450A-F803-CE461FAFC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e2763ab1450496b">
              <a:extLst>
                <a:ext uri="{96DAC541-7B7A-43D3-8B79-37D633B846F1}">
                  <asvg:svgBlip xmlns:asvg="http://schemas.microsoft.com/office/drawing/2016/SVG/main" r:embed="R726eb139acc14f3c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E9EEDC3F-857B-455C-C905-F8015EC2CA84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3A4D36E6-67E9-3C61-2A33-FDDC0C7AD92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735F79F1-7EC4-BCDB-C743-7ADE1582A280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0.xml><?xml version="1.0" encoding="utf-8"?>
<p:sldLayout xmlns:p="http://schemas.openxmlformats.org/presentationml/2006/main" preserve="1">
  <p:cSld name="Text + 3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ECA0094A-5B2E-9B9B-5985-A050B3F09396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529938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3500C47F-26E0-1FD6-E5CB-7603A6434007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8665122" y="4529936"/>
            <a:ext cx="3154775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56A49150-D9D7-4037-9CC3-B08F712A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3E693FF5-86F0-0CB7-2360-023976592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b911a8b518448bc">
              <a:extLst>
                <a:ext uri="{96DAC541-7B7A-43D3-8B79-37D633B846F1}">
                  <asvg:svgBlip xmlns:asvg="http://schemas.microsoft.com/office/drawing/2016/SVG/main" r:embed="Rbc8c33b2da014d87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25591FA-0DFB-9CB7-D3CB-8D35AD0FDF0E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39FDF825-E123-3926-B75B-132592904056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0CAEF1A9-D442-4E29-5BA5-E5B13CAE6970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1.xml><?xml version="1.0" encoding="utf-8"?>
<p:sldLayout xmlns:p="http://schemas.openxmlformats.org/presentationml/2006/main" preserve="1">
  <p:cSld name="Text + 3x Picture small 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095954B1-C1A6-39D2-5860-92BE95AB3E8C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4516595-F442-563E-AF6C-08B3AF082119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2034705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86D8DF6B-C6E0-4CCE-A2A2-F82D0DE5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9ED3A9A1-7997-28B9-BA9C-255B6B07E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ad06fcd2b794cbd">
              <a:extLst>
                <a:ext uri="{96DAC541-7B7A-43D3-8B79-37D633B846F1}">
                  <asvg:svgBlip xmlns:asvg="http://schemas.microsoft.com/office/drawing/2016/SVG/main" r:embed="Re1214d7c92eb4f82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422D043-736F-7147-C274-01730F3BEC1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CAB60CC7-FA7E-B2B8-82EC-0F40B5F82E76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D74CF844-F9FC-DFB9-F98C-96A77B3EF250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2.xml><?xml version="1.0" encoding="utf-8"?>
<p:sldLayout xmlns:p="http://schemas.openxmlformats.org/presentationml/2006/main" preserve="1">
  <p:cSld name="Text +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0018414E-8788-FD8B-5A04-4D374EB97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6C9F6C80-DC3A-4F7C-8B21-02704C02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2211B0-5C02-7487-0B98-90778C052D7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72d6455cbba45b2">
              <a:extLst>
                <a:ext uri="{96DAC541-7B7A-43D3-8B79-37D633B846F1}">
                  <asvg:svgBlip xmlns:asvg="http://schemas.microsoft.com/office/drawing/2016/SVG/main" r:embed="R116ea7ddbcec40c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13281DA9-718F-2B02-5AF6-0784B612119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4517B62C-7507-126D-CD7B-0CE5085E526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A7224510-ADDB-7B42-F2AF-E7776D97F963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3.xml><?xml version="1.0" encoding="utf-8"?>
<p:sldLayout xmlns:p="http://schemas.openxmlformats.org/presentationml/2006/main" preserve="1">
  <p:cSld name="Text + 2x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068F23D-857F-9EDC-F626-85FCB927E315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0002E4FC-E53E-461E-9037-5D176FEE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9D0A4411-EF65-A589-3611-A23096D8B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64DA0D1-3404-4D10-9EFD-C48859A5E9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7ca8cf06ead47db">
              <a:extLst>
                <a:ext uri="{96DAC541-7B7A-43D3-8B79-37D633B846F1}">
                  <asvg:svgBlip xmlns:asvg="http://schemas.microsoft.com/office/drawing/2016/SVG/main" r:embed="Rc2600ef70cbc4b0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71AA828B-34C2-396E-51B2-A19CD1672DE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587CB3-C804-4135-14CB-05D35DECA295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1682AE22-A5CE-0823-9E5E-0482DCE2B481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4.xml><?xml version="1.0" encoding="utf-8"?>
<p:sldLayout xmlns:p="http://schemas.openxmlformats.org/presentationml/2006/main" preserve="1">
  <p:cSld name="Text + Picture lar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8676" y="1"/>
            <a:ext cx="712332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A8780BC7-74CD-4A48-BB13-4595D717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BB158F41-943A-CFBE-36CF-6087C048C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2BFDA5E7-188B-AC1B-E193-AEF619366C3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aa419c9be364a06">
              <a:extLst>
                <a:ext uri="{96DAC541-7B7A-43D3-8B79-37D633B846F1}">
                  <asvg:svgBlip xmlns:asvg="http://schemas.microsoft.com/office/drawing/2016/SVG/main" r:embed="R30e39a18c12e419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48FE03EC-5A92-4F0E-23F8-4C7ACD0D8225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68A8E65-A84D-CD9B-D6D9-B7E8C547B63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F7BF2668-42F8-2B50-22FD-EAA5213E11AD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5.xml><?xml version="1.0" encoding="utf-8"?>
<p:sldLayout xmlns:p="http://schemas.openxmlformats.org/presentationml/2006/main" preserve="1">
  <p:cSld name="Text + 2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6096001" cy="3355388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A54A42B6-E989-48E0-B6C3-1FBDA05E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B6BCDBE-4D01-DC9C-8B9C-8DC825E77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B348E570-CF8F-7A0E-B5F0-57A10520A97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1d6a05a6c0643e2">
              <a:extLst>
                <a:ext uri="{96DAC541-7B7A-43D3-8B79-37D633B846F1}">
                  <asvg:svgBlip xmlns:asvg="http://schemas.microsoft.com/office/drawing/2016/SVG/main" r:embed="R74802153727e4f7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81F45B9F-FA9C-F134-B7FC-95C32B46A6A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6A1D3803-D027-E786-DD7E-2502413932C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690F00A3-D857-D898-B470-B8F7B870B54D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6.xml><?xml version="1.0" encoding="utf-8"?>
<p:sldLayout xmlns:p="http://schemas.openxmlformats.org/presentationml/2006/main" preserve="1">
  <p:cSld name="Text + 3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3009172" cy="335538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2"/>
            <a:ext cx="3009172" cy="335538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Gerader Verbinder 13">
            <a:extLst xmlns:a="http://schemas.openxmlformats.org/drawingml/2006/main">
              <a:ext uri="{FF2B5EF4-FFF2-40B4-BE49-F238E27FC236}">
                <a16:creationId xmlns:a16="http://schemas.microsoft.com/office/drawing/2014/main" id="{0CA83F02-BFE3-4BAE-BC80-8AB108C0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itel 14">
            <a:extLst xmlns:a="http://schemas.openxmlformats.org/drawingml/2006/main">
              <a:ext uri="{FF2B5EF4-FFF2-40B4-BE49-F238E27FC236}">
                <a16:creationId xmlns:a16="http://schemas.microsoft.com/office/drawing/2014/main" id="{BBFA9D1B-ACF8-1FC6-462F-845F189AC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50158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83AF95C5-FE62-CB69-A8C1-4988A3D5A73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539e02decac46d3">
              <a:extLst>
                <a:ext uri="{96DAC541-7B7A-43D3-8B79-37D633B846F1}">
                  <asvg:svgBlip xmlns:asvg="http://schemas.microsoft.com/office/drawing/2016/SVG/main" r:embed="Rbaa954c636f2472f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1FB91768-A1B2-0D14-8871-07A2CD7A4A59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494E7144-CA68-4170-1361-3C4D5C79303F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8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FBE9E3A7-190B-B058-4691-06D48DB6E482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7.xml><?xml version="1.0" encoding="utf-8"?>
<p:sldLayout xmlns:p="http://schemas.openxmlformats.org/presentationml/2006/main" preserve="1">
  <p:cSld name="Text + 4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2328065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382715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CD3E377D-CC1B-4624-B775-3CE15BFA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CD4CD80-4000-0786-E31C-544CA273F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5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8394779-4F74-4AF1-79CB-762EA19C1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07001169ef649ec">
              <a:extLst>
                <a:ext uri="{96DAC541-7B7A-43D3-8B79-37D633B846F1}">
                  <asvg:svgBlip xmlns:asvg="http://schemas.microsoft.com/office/drawing/2016/SVG/main" r:embed="R206858329f364c3f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E1C60B30-D5B4-F613-659D-9801BF4C372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C143E2BC-4816-4440-ACE5-EEFDD0BC516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706DA738-8EEF-4966-90D3-3D5616E120F3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8.xml><?xml version="1.0" encoding="utf-8"?>
<p:sldLayout xmlns:p="http://schemas.openxmlformats.org/presentationml/2006/main" preserve="1">
  <p:cSld name="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1447634"/>
            <a:ext cx="5062930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096000" y="2915312"/>
            <a:ext cx="5062930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3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1603B66-770B-1FE4-52AB-DC5BB194083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C65338A-BD68-3AE6-DC33-9F49BFBAEFF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1F25016F-BFD7-6FBC-099F-E96592B5B5B4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9.xml><?xml version="1.0" encoding="utf-8"?>
<p:sldLayout xmlns:p="http://schemas.openxmlformats.org/presentationml/2006/main" preserve="1">
  <p:cSld name="2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963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529937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F97887FB-D8F6-79F8-8CA8-C4F6C0D39AA9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1" name="Fußzeilenplatzhalter 10">
            <a:extLst xmlns:a="http://schemas.openxmlformats.org/drawingml/2006/main">
              <a:ext uri="{FF2B5EF4-FFF2-40B4-BE49-F238E27FC236}">
                <a16:creationId xmlns:a16="http://schemas.microsoft.com/office/drawing/2014/main" id="{5156F2C2-DF1A-A15A-CE99-2CEAA274B697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4868F6AF-17C2-DFEA-01E5-7A5C103A2F2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0.xml><?xml version="1.0" encoding="utf-8"?>
<p:sldLayout xmlns:p="http://schemas.openxmlformats.org/presentationml/2006/main" preserve="1">
  <p:cSld name="3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634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529937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27A1CA1-A4EA-507E-A168-FC4819D350C1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3014026" y="2034705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1A00CB7-1F56-223B-5281-17F933426F1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495F7142-B4A3-D310-313C-919B23ED970D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4DF37901-936B-F40D-2FF2-E201B6528B9D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689F7C6C-DE9E-9A9D-7461-FF6DDDBE3F16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1.xml><?xml version="1.0" encoding="utf-8"?>
<p:sldLayout xmlns:p="http://schemas.openxmlformats.org/presentationml/2006/main" preserve="1">
  <p:cSld name="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644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6858000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2DFF3A7C-F081-6FDF-46ED-106F7817C885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79ABC70-3A92-E994-AA09-46092DF4C5AA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7BDF38E5-1E6C-E485-B42D-E308F87DB89B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2.xml><?xml version="1.0" encoding="utf-8"?>
<p:sldLayout xmlns:p="http://schemas.openxmlformats.org/presentationml/2006/main" preserve="1">
  <p:cSld name="Picture larg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447963"/>
            <a:ext cx="300917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0649" y="2915312"/>
            <a:ext cx="3008394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-1" y="1"/>
            <a:ext cx="7124790" cy="6858000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8320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7344B420-545A-62A7-E9BA-614E7AC089C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00ADD3D-62B4-D417-85EB-AC2A4C6FDA6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FA23951E-B7E5-4D65-8B0C-53DD0C1BEBCB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3.xml><?xml version="1.0" encoding="utf-8"?>
<p:sldLayout xmlns:p="http://schemas.openxmlformats.org/presentationml/2006/main" preserve="1">
  <p:cSld name="2 x 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3E05FC7-82BE-0C41-DD16-3357985FC05E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0" y="3502611"/>
            <a:ext cx="6023198" cy="3355388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75DEE9CA-150C-0798-4D8D-EAFBCD56B24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27B507-9DED-F539-8DB0-88F5E5DBB362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C4D0FFB6-F5ED-AF25-C78D-7BDF86777E68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4.xml><?xml version="1.0" encoding="utf-8"?>
<p:sldLayout xmlns:p="http://schemas.openxmlformats.org/presentationml/2006/main" preserve="1">
  <p:cSld name="3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259712A-84DA-91C4-019C-0526D643DE4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3502612"/>
            <a:ext cx="2941223" cy="3353771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3502612"/>
            <a:ext cx="3009172" cy="3353771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009BAB7-4811-A6E6-6686-B29A79B4D17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A9008DF5-53C1-9C6F-A658-90673D97EE06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E751EF08-7871-9322-93EF-917A88E44669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1F5A93A3-9794-CD1F-505F-3F52A31A0421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5.xml><?xml version="1.0" encoding="utf-8"?>
<p:sldLayout xmlns:p="http://schemas.openxmlformats.org/presentationml/2006/main" preserve="1">
  <p:cSld name="4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2400866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2475287"/>
            <a:ext cx="2941223" cy="4381096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2475288"/>
            <a:ext cx="3009172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874EA88-5D8E-675D-61BF-2ACE9FE3ECD8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3014026" y="4538365"/>
            <a:ext cx="3009172" cy="2318018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9CE7D705-8FF0-6FF9-ECAE-0F176D841A52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2E4EF72C-5140-DBC7-63FC-C6646DF74A1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2303E58F-E4EB-B5DE-1C27-1B00DCE9068B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809D3A6E-6BCB-74E4-F084-41AB30AF624E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6.xml><?xml version="1.0" encoding="utf-8"?>
<p:sldLayout xmlns:p="http://schemas.openxmlformats.org/presentationml/2006/main" preserve="1">
  <p:cSld name="Wid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2475286"/>
            <a:ext cx="12192000" cy="4382714"/>
          </a:xfrm>
        </p:spPr>
        <p:txBody>
          <a:bodyPr xmlns:a="http://schemas.openxmlformats.org/drawingml/2006/main" tIns="144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2DBB1193-92B8-4667-86B8-9ABECE51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4F71BC56-37FE-8D6E-57B4-829565CD2C8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802352D-FEA4-6820-B39A-0F49E769CC2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E7AB0FB5-34EC-B359-8FE5-B4D678F882EE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7.xml><?xml version="1.0" encoding="utf-8"?>
<p:sldLayout xmlns:p="http://schemas.openxmlformats.org/presentationml/2006/main" preserve="1">
  <p:cSld name="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AEE09227-2696-0566-E699-ACBEF8A6D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89e92da746345a9">
              <a:extLst>
                <a:ext uri="{96DAC541-7B7A-43D3-8B79-37D633B846F1}">
                  <asvg:svgBlip xmlns:asvg="http://schemas.microsoft.com/office/drawing/2016/SVG/main" r:embed="R6cea3fb0b207471e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5513393C-F326-211C-7DA3-23BF25559D02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133E06D0-4E3D-D226-3FBE-D4791EA33512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32CF6322-C029-0332-31CD-85B6E572F2EA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8.xml><?xml version="1.0" encoding="utf-8"?>
<p:sldLayout xmlns:p="http://schemas.openxmlformats.org/presentationml/2006/main" preserve="1">
  <p:cSld name="Title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>
            <a:off x="7279" y="1140276"/>
            <a:ext cx="73375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0C715372-2F5A-C8B8-ECE5-9457BD0E3AB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e4e61dbd72b4bf0">
              <a:extLst>
                <a:ext uri="{96DAC541-7B7A-43D3-8B79-37D633B846F1}">
                  <asvg:svgBlip xmlns:asvg="http://schemas.microsoft.com/office/drawing/2016/SVG/main" r:embed="Ra9f0c20f574947c6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A6291560-BFE3-CBB5-CB7F-0C1529365E08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C0CAD68E-BC0B-3EBC-0290-BC6E0B1921AD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FD0400A0-6D60-4166-8ED4-1E3517B73885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9.xml><?xml version="1.0" encoding="utf-8"?>
<p:sldLayout xmlns:p="http://schemas.openxmlformats.org/presentationml/2006/main" showMasterSp="0" preserve="1">
  <p:cSld name="Fullscreen 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Medienplatzhalter 2">
            <a:extLst xmlns:a="http://schemas.openxmlformats.org/drawingml/2006/main">
              <a:ext uri="{FF2B5EF4-FFF2-40B4-BE49-F238E27FC236}">
                <a16:creationId xmlns:a16="http://schemas.microsoft.com/office/drawing/2014/main" id="{D49860AD-26BB-7C4B-79B2-C791571B20FC}"/>
              </a:ext>
            </a:extLst>
          </p:cNvPr>
          <p:cNvSpPr>
            <a:spLocks xmlns:a="http://schemas.openxmlformats.org/drawingml/2006/main" noGrp="1"/>
          </p:cNvSpPr>
          <p:nvPr>
            <p:ph type="media" idx="13" hasCustomPrompt="1"/>
          </p:nvPr>
        </p:nvSpPr>
        <p:spPr>
          <a:xfrm xmlns:a="http://schemas.openxmlformats.org/drawingml/2006/main">
            <a:off x="-1" y="1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video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video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4B98DAB7-BEE7-226D-5637-B0A7F552F7D0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1AAF9EF-CE98-9AB4-9F25-4A00CD5501C3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700DD96C-A8E1-6735-BDED-B21D8C2214B1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0.xml><?xml version="1.0" encoding="utf-8"?>
<p:sldLayout xmlns:p="http://schemas.openxmlformats.org/presentationml/2006/main" preserve="1">
  <p:cSld name="Content Slides dark Imag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 dark images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67C85B7D-8FF0-73B1-FEAA-631A7F8FBA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27D9FE4D-DC87-7F15-D19B-6FC2150A24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1FEF5F6-418C-DEF5-9639-BAC3C7EF3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DAC441EA-5342-2CB5-144C-F86DC501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843F95DC-3173-8BF8-8AC3-411B2478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111.xml><?xml version="1.0" encoding="utf-8"?>
<p:sldLayout xmlns:p="http://schemas.openxmlformats.org/presentationml/2006/main" preserve="1">
  <p:cSld name="Text +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690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CCEC33AA-0D63-AE2A-963E-AD01267B8DA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973D5813-88B7-4762-B6BC-181AE6CA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itel 11">
            <a:extLst xmlns:a="http://schemas.openxmlformats.org/drawingml/2006/main">
              <a:ext uri="{FF2B5EF4-FFF2-40B4-BE49-F238E27FC236}">
                <a16:creationId xmlns:a16="http://schemas.microsoft.com/office/drawing/2014/main" id="{60BB81BC-F744-EE7C-E9AD-337C4589B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14EFE946-4F96-1B7D-CF71-F733430B13EA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79F3C132-8AEE-9E8C-D683-149A2CB6F5D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30FB54EC-06FF-43DD-EDA8-6D0C75AB0064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2.xml><?xml version="1.0" encoding="utf-8"?>
<p:sldLayout xmlns:p="http://schemas.openxmlformats.org/presentationml/2006/main" preserve="1">
  <p:cSld name="Text + 2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454955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A88B184D-9888-81B0-B54E-441D84D8679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0571ABC-24B4-EDF1-8279-2A2CDA2592E7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6096000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ADD813DE-6534-4554-94E9-0F3921D4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9872597D-28DE-3CE5-75C3-1987483CF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7055089-C310-FBFB-3110-255C5777B6A2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891979E5-2E49-757A-A3C9-08B33ED8E714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11E3C149-7B9F-CE3A-8A48-100477BFA515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3.xml><?xml version="1.0" encoding="utf-8"?>
<p:sldLayout xmlns:p="http://schemas.openxmlformats.org/presentationml/2006/main" preserve="1">
  <p:cSld name="Text + 3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9692F17-DF23-900B-6A29-8DC63BF654E6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8779164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4CBD3D8E-065F-4E2C-B789-E252342A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D21E0D19-5457-16AD-73E8-A5B915CFF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68ABBA91-8E20-CB30-AAD7-A616306865BF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A6525E11-5EC5-6C24-CBAA-CE27869B4BA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A349EE42-911D-8DA1-E004-9BD775176D54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4.xml><?xml version="1.0" encoding="utf-8"?>
<p:sldLayout xmlns:p="http://schemas.openxmlformats.org/presentationml/2006/main" preserve="1">
  <p:cSld name="Text + 3x Picture small up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5E5DE80-8A34-8A92-A404-B62444893070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2034705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80859AC9-C59F-4569-B5C2-06C360E0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0893CB64-CFB0-1E13-65A7-E9999594D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2929A475-E4B2-8491-4B6A-3333A4408C4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09ADDC3B-6EF9-44C9-63F5-92092603DE0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8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2224EFD9-3669-EE1D-455B-1E6088208FB0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5.xml><?xml version="1.0" encoding="utf-8"?>
<p:sldLayout xmlns:p="http://schemas.openxmlformats.org/presentationml/2006/main" preserve="1">
  <p:cSld name="Text +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A4FEFBE-643B-7CEA-CBE7-2A424743E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BAB8F567-49D7-E9AF-BD1F-6C6AB7B45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B33F4E9D-4C31-409B-879E-5842559C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0308DEE5-F78B-7950-3365-5C6261FCA25D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9D3EF29-B860-1F30-9675-8A6C2A7032B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1C67694A-2E2A-9E72-9DB8-1B3268ECB1B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6.xml><?xml version="1.0" encoding="utf-8"?>
<p:sldLayout xmlns:p="http://schemas.openxmlformats.org/presentationml/2006/main" preserve="1">
  <p:cSld name="Text + 2x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DF33D803-4825-6BFE-432E-1F1BCB174CE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D2EC0F7-6E83-72CB-4F2D-F3052F91317F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D518D394-94AF-498B-B325-09B55A3F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63915F2E-313B-22E2-B725-D7C7DB6F4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CF198929-C21B-03A7-833C-BC6D923D37F8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4706AD5D-0DB1-9FE4-AB72-2E75409C4B78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B541384F-9BC3-4C0E-83F4-091323833D83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7.xml><?xml version="1.0" encoding="utf-8"?>
<p:sldLayout xmlns:p="http://schemas.openxmlformats.org/presentationml/2006/main" preserve="1">
  <p:cSld name="Text + Picture big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9509" y="1"/>
            <a:ext cx="71224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7D3C61D8-1A81-C702-27E8-1A7FF48D499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12478E3E-95AE-4732-9538-6E3A665A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5E73FE6B-EE21-283F-1C70-928CF491F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93B008C4-1437-8E29-7AFE-DFA190F63A09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D4E6CC33-67C0-F23D-D144-DF5BAB8CE4A3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2F5D2F3B-4E0C-5A62-B648-845A471644BA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8.xml><?xml version="1.0" encoding="utf-8"?>
<p:sldLayout xmlns:p="http://schemas.openxmlformats.org/presentationml/2006/main" preserve="1">
  <p:cSld name="Text + 2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6096001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5E280E5-98FE-997D-EB4F-4C85B35CA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3DC1A36-2FE9-37C1-3F75-F214FFA6B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70D356CD-C286-444A-BF50-0D63CDD5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68609EF9-83E1-3551-E8BF-24CDFB5C476E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28145D90-CBE4-8F91-8AFE-E68128A82C6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BA260330-6286-E040-1B80-F4F374F8C5D0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9.xml><?xml version="1.0" encoding="utf-8"?>
<p:sldLayout xmlns:p="http://schemas.openxmlformats.org/presentationml/2006/main" preserve="1">
  <p:cSld name="Text + 3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3009172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2"/>
            <a:ext cx="3009172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263925F-A50E-34A4-DA49-E31FEA8898B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9D284BC-71D1-09A6-C648-222416C6C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B04861D7-F653-4BFB-8D26-F81B3E57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AE6AEAC7-0231-CF96-2049-9071DFC0BF81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53E8478E-68F4-2641-2572-6153C8B1D36D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23952F03-3D1A-1156-19FB-0ABE36380B8E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0.xml><?xml version="1.0" encoding="utf-8"?>
<p:sldLayout xmlns:p="http://schemas.openxmlformats.org/presentationml/2006/main" preserve="1">
  <p:cSld name="Text + 4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23280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3827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  <a:endParaRPr/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65ECDEA6-1F4E-D3AB-C54B-96F4BE254E1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99A19AF6-8032-4D8E-B0A9-D94CE635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C9FA7BEE-1185-0DD8-FDCA-70159EC5A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4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F331C2C9-E9C9-526C-C00B-2BD145390832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3DA8DE26-DCFC-D32C-C7A8-876A362D512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5DA5D4D9-BF3D-5F0F-F943-5661B61BD72D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1.xml><?xml version="1.0" encoding="utf-8"?>
<p:sldLayout xmlns:p="http://schemas.openxmlformats.org/presentationml/2006/main" preserve="1">
  <p:cSld name="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46EF1C9-86C8-909F-3694-EA418281731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615E655-E562-E8B3-8589-64DEBD35E12F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D47CDD1-217C-2903-3E6D-70E566D1F8DB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8F97F7D4-D36F-1C04-29F6-1CA9AD5E8E52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2.xml><?xml version="1.0" encoding="utf-8"?>
<p:sldLayout xmlns:p="http://schemas.openxmlformats.org/presentationml/2006/main" preserve="1">
  <p:cSld name="Title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 flipV="1">
            <a:off x="21840" y="1140276"/>
            <a:ext cx="71919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9AD5E86-3787-BBA5-8001-4AFB34A0A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5B5E1D7B-F321-FAFE-A383-8C6B0CA4E68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6ECCF80-AFF8-B59B-F86C-0D1D34284150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A62FB87C-37D4-7DB7-21AB-16A9426BE6AF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3.xml><?xml version="1.0" encoding="utf-8"?>
<p:sldLayout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DFE4BBFF-D2B0-41B6-8D92-990E8914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31480"/>
            <a:ext cx="1428871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itel 1">
            <a:extLst xmlns:a="http://schemas.openxmlformats.org/drawingml/2006/main">
              <a:ext uri="{FF2B5EF4-FFF2-40B4-BE49-F238E27FC236}">
                <a16:creationId xmlns:a16="http://schemas.microsoft.com/office/drawing/2014/main" id="{AD1B280D-3B22-2554-7DF5-88C7AEA07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500" y="2474530"/>
            <a:ext cx="8145998" cy="1982604"/>
          </a:xfrm>
        </p:spPr>
        <p:txBody>
          <a:bodyPr xmlns:a="http://schemas.openxmlformats.org/drawingml/2006/main" vert="horz" tIns="288000" anchor="t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7863DDD3-3D46-A4E3-1418-176698F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fd946cb0f48c9">
            <a:extLst>
              <a:ext uri="{96DAC541-7B7A-43D3-8B79-37D633B846F1}">
                <asvg:svgBlip xmlns:asvg="http://schemas.microsoft.com/office/drawing/2016/SVG/main" r:embed="Rd145d204bf474d1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4DEC1EF0-FFA3-A8D8-A94C-858711F57A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EC302C7F-68DF-1193-A3DB-B843C7ABF3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4D44B14B-7DDE-D876-D72A-C422FD1B82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9e01105e077b45d4" /><Relationship Type="http://schemas.openxmlformats.org/officeDocument/2006/relationships/image" Target="/ppt/media/image.svg" Id="R6a158c53e2a941ea" /><Relationship Type="http://schemas.openxmlformats.org/officeDocument/2006/relationships/theme" Target="/ppt/slideMasters/theme/theme2.xml" Id="Rd0d98cf773dd434d" /><Relationship Type="http://schemas.openxmlformats.org/officeDocument/2006/relationships/slideLayout" Target="/ppt/slideLayouts/slideLayout1.xml" Id="Ra0fc3a74750f48a6" /><Relationship Type="http://schemas.openxmlformats.org/officeDocument/2006/relationships/slideLayout" Target="/ppt/slideLayouts/slideLayout2.xml" Id="Rbb0f81c22cbf47ca" /><Relationship Type="http://schemas.openxmlformats.org/officeDocument/2006/relationships/slideLayout" Target="/ppt/slideLayouts/slideLayout3.xml" Id="R964fe2f9535345f6" /><Relationship Type="http://schemas.openxmlformats.org/officeDocument/2006/relationships/slideLayout" Target="/ppt/slideLayouts/slideLayout4.xml" Id="Rd0107f28368d4ac6" /><Relationship Type="http://schemas.openxmlformats.org/officeDocument/2006/relationships/slideLayout" Target="/ppt/slideLayouts/slideLayout5.xml" Id="Ra7ebaa8a25d544f2" /><Relationship Type="http://schemas.openxmlformats.org/officeDocument/2006/relationships/slideLayout" Target="/ppt/slideLayouts/slideLayout6.xml" Id="R1571742672f74431" /><Relationship Type="http://schemas.openxmlformats.org/officeDocument/2006/relationships/slideLayout" Target="/ppt/slideLayouts/slideLayout7.xml" Id="Rdd628fb93e064dc7" /><Relationship Type="http://schemas.openxmlformats.org/officeDocument/2006/relationships/slideLayout" Target="/ppt/slideLayouts/slideLayout8.xml" Id="Rc6ee9f61bb254710" /><Relationship Type="http://schemas.openxmlformats.org/officeDocument/2006/relationships/slideLayout" Target="/ppt/slideLayouts/slideLayout9.xml" Id="R87cbe4c1d7f5452a" /><Relationship Type="http://schemas.openxmlformats.org/officeDocument/2006/relationships/slideLayout" Target="/ppt/slideLayouts/slideLayout10.xml" Id="Rf0d2f1f930ab4af2" /><Relationship Type="http://schemas.openxmlformats.org/officeDocument/2006/relationships/slideLayout" Target="/ppt/slideLayouts/slideLayout11.xml" Id="R9ba77c2ef91a4b99" /><Relationship Type="http://schemas.openxmlformats.org/officeDocument/2006/relationships/slideLayout" Target="/ppt/slideLayouts/slideLayout12.xml" Id="R5d1e2bd3fbea4bad" /><Relationship Type="http://schemas.openxmlformats.org/officeDocument/2006/relationships/slideLayout" Target="/ppt/slideLayouts/slideLayout13.xml" Id="R703bd5c91ef945e3" /><Relationship Type="http://schemas.openxmlformats.org/officeDocument/2006/relationships/slideLayout" Target="/ppt/slideLayouts/slideLayout14.xml" Id="R6e7025fb19e24f43" /><Relationship Type="http://schemas.openxmlformats.org/officeDocument/2006/relationships/slideLayout" Target="/ppt/slideLayouts/slideLayout15.xml" Id="R65ca236845ae4c75" /><Relationship Type="http://schemas.openxmlformats.org/officeDocument/2006/relationships/slideLayout" Target="/ppt/slideLayouts/slideLayout16.xml" Id="R8ca4bbe3d4924b57" /><Relationship Type="http://schemas.openxmlformats.org/officeDocument/2006/relationships/slideLayout" Target="/ppt/slideLayouts/slideLayout17.xml" Id="Rd4fe2717387b4d98" /><Relationship Type="http://schemas.openxmlformats.org/officeDocument/2006/relationships/slideLayout" Target="/ppt/slideLayouts/slideLayout18.xml" Id="R6efb4c9e8c434a35" /><Relationship Type="http://schemas.openxmlformats.org/officeDocument/2006/relationships/slideLayout" Target="/ppt/slideLayouts/slideLayout19.xml" Id="R3683ec49535b4eaa" /><Relationship Type="http://schemas.openxmlformats.org/officeDocument/2006/relationships/slideLayout" Target="/ppt/slideLayouts/slideLayout20.xml" Id="Ra8c9164401d84e09" /><Relationship Type="http://schemas.openxmlformats.org/officeDocument/2006/relationships/slideLayout" Target="/ppt/slideLayouts/slideLayout21.xml" Id="Rf450994be8074c4b" /><Relationship Type="http://schemas.openxmlformats.org/officeDocument/2006/relationships/slideLayout" Target="/ppt/slideLayouts/slideLayout22.xml" Id="R0867ccdf8bcf4002" /><Relationship Type="http://schemas.openxmlformats.org/officeDocument/2006/relationships/slideLayout" Target="/ppt/slideLayouts/slideLayout23.xml" Id="Re12989c73c3748b3" /><Relationship Type="http://schemas.openxmlformats.org/officeDocument/2006/relationships/slideLayout" Target="/ppt/slideLayouts/slideLayout24.xml" Id="Rf1f2dfe7672e4abd" /><Relationship Type="http://schemas.openxmlformats.org/officeDocument/2006/relationships/slideLayout" Target="/ppt/slideLayouts/slideLayout25.xml" Id="R0b22ca8606bc4fa3" /><Relationship Type="http://schemas.openxmlformats.org/officeDocument/2006/relationships/slideLayout" Target="/ppt/slideLayouts/slideLayout26.xml" Id="R62c69c5842ec48f3" /><Relationship Type="http://schemas.openxmlformats.org/officeDocument/2006/relationships/slideLayout" Target="/ppt/slideLayouts/slideLayout27.xml" Id="R66f1fa1a38634bf7" /><Relationship Type="http://schemas.openxmlformats.org/officeDocument/2006/relationships/slideLayout" Target="/ppt/slideLayouts/slideLayout28.xml" Id="R6a525bf621a340b6" /><Relationship Type="http://schemas.openxmlformats.org/officeDocument/2006/relationships/slideLayout" Target="/ppt/slideLayouts/slideLayout29.xml" Id="Rfce25771abd64358" /><Relationship Type="http://schemas.openxmlformats.org/officeDocument/2006/relationships/slideLayout" Target="/ppt/slideLayouts/slideLayout30.xml" Id="R4a04c1fbf7fc47c8" /><Relationship Type="http://schemas.openxmlformats.org/officeDocument/2006/relationships/slideLayout" Target="/ppt/slideLayouts/slideLayout31.xml" Id="R1542177327794cad" /><Relationship Type="http://schemas.openxmlformats.org/officeDocument/2006/relationships/slideLayout" Target="/ppt/slideLayouts/slideLayout32.xml" Id="R6142262e1f7d4526" /><Relationship Type="http://schemas.openxmlformats.org/officeDocument/2006/relationships/slideLayout" Target="/ppt/slideLayouts/slideLayout33.xml" Id="R79236dcae168445d" /><Relationship Type="http://schemas.openxmlformats.org/officeDocument/2006/relationships/slideLayout" Target="/ppt/slideLayouts/slideLayout34.xml" Id="R1ebfb3a8b8004d4b" /><Relationship Type="http://schemas.openxmlformats.org/officeDocument/2006/relationships/slideLayout" Target="/ppt/slideLayouts/slideLayout35.xml" Id="Rfa6df04c36ac4fda" /><Relationship Type="http://schemas.openxmlformats.org/officeDocument/2006/relationships/slideLayout" Target="/ppt/slideLayouts/slideLayout36.xml" Id="R85e77d02494e4bbf" /><Relationship Type="http://schemas.openxmlformats.org/officeDocument/2006/relationships/slideLayout" Target="/ppt/slideLayouts/slideLayout37.xml" Id="R3ed0af96eb064b13" /><Relationship Type="http://schemas.openxmlformats.org/officeDocument/2006/relationships/slideLayout" Target="/ppt/slideLayouts/slideLayout38.xml" Id="Ree922ddb178e467f" /><Relationship Type="http://schemas.openxmlformats.org/officeDocument/2006/relationships/slideLayout" Target="/ppt/slideLayouts/slideLayout39.xml" Id="R379e158b0a8746ec" /><Relationship Type="http://schemas.openxmlformats.org/officeDocument/2006/relationships/slideLayout" Target="/ppt/slideLayouts/slideLayout40.xml" Id="Rd1324e698e8d4da3" /><Relationship Type="http://schemas.openxmlformats.org/officeDocument/2006/relationships/slideLayout" Target="/ppt/slideLayouts/slideLayout41.xml" Id="R35b2077c68da49d1" /><Relationship Type="http://schemas.openxmlformats.org/officeDocument/2006/relationships/slideLayout" Target="/ppt/slideLayouts/slideLayout42.xml" Id="R7f1496eb9393403c" /><Relationship Type="http://schemas.openxmlformats.org/officeDocument/2006/relationships/slideLayout" Target="/ppt/slideLayouts/slideLayout43.xml" Id="R484a7c1af07943b8" /><Relationship Type="http://schemas.openxmlformats.org/officeDocument/2006/relationships/slideLayout" Target="/ppt/slideLayouts/slideLayout44.xml" Id="Rfb389993b2f04ee2" /><Relationship Type="http://schemas.openxmlformats.org/officeDocument/2006/relationships/slideLayout" Target="/ppt/slideLayouts/slideLayout45.xml" Id="Radb1fe448f00412b" /><Relationship Type="http://schemas.openxmlformats.org/officeDocument/2006/relationships/slideLayout" Target="/ppt/slideLayouts/slideLayout46.xml" Id="R47c66cc396d44811" /><Relationship Type="http://schemas.openxmlformats.org/officeDocument/2006/relationships/slideLayout" Target="/ppt/slideLayouts/slideLayout47.xml" Id="R410b0f1c016b4052" /><Relationship Type="http://schemas.openxmlformats.org/officeDocument/2006/relationships/slideLayout" Target="/ppt/slideLayouts/slideLayout48.xml" Id="Ra33ec18c91114ddc" /><Relationship Type="http://schemas.openxmlformats.org/officeDocument/2006/relationships/slideLayout" Target="/ppt/slideLayouts/slideLayout49.xml" Id="Rc1af7e95c0614a70" /><Relationship Type="http://schemas.openxmlformats.org/officeDocument/2006/relationships/slideLayout" Target="/ppt/slideLayouts/slideLayout50.xml" Id="R3d484e0e66e44d26" /><Relationship Type="http://schemas.openxmlformats.org/officeDocument/2006/relationships/slideLayout" Target="/ppt/slideLayouts/slideLayout51.xml" Id="Rbde650f30cee401a" /><Relationship Type="http://schemas.openxmlformats.org/officeDocument/2006/relationships/slideLayout" Target="/ppt/slideLayouts/slideLayout52.xml" Id="Rdbbff7bf8527425b" /><Relationship Type="http://schemas.openxmlformats.org/officeDocument/2006/relationships/slideLayout" Target="/ppt/slideLayouts/slideLayout53.xml" Id="Rea78390f63744c4f" /><Relationship Type="http://schemas.openxmlformats.org/officeDocument/2006/relationships/slideLayout" Target="/ppt/slideLayouts/slideLayout54.xml" Id="R61fdf3fe15d74f04" /><Relationship Type="http://schemas.openxmlformats.org/officeDocument/2006/relationships/slideLayout" Target="/ppt/slideLayouts/slideLayout55.xml" Id="Rae295f0549414de6" /><Relationship Type="http://schemas.openxmlformats.org/officeDocument/2006/relationships/slideLayout" Target="/ppt/slideLayouts/slideLayout56.xml" Id="R91863f194b004495" /><Relationship Type="http://schemas.openxmlformats.org/officeDocument/2006/relationships/slideLayout" Target="/ppt/slideLayouts/slideLayout57.xml" Id="Re1b5716e818a4a76" /><Relationship Type="http://schemas.openxmlformats.org/officeDocument/2006/relationships/slideLayout" Target="/ppt/slideLayouts/slideLayout58.xml" Id="R0790269decef4032" /><Relationship Type="http://schemas.openxmlformats.org/officeDocument/2006/relationships/slideLayout" Target="/ppt/slideLayouts/slideLayout59.xml" Id="R4db2da7be8894897" /><Relationship Type="http://schemas.openxmlformats.org/officeDocument/2006/relationships/slideLayout" Target="/ppt/slideLayouts/slideLayout60.xml" Id="R6d6cfe94bd034b53" /><Relationship Type="http://schemas.openxmlformats.org/officeDocument/2006/relationships/slideLayout" Target="/ppt/slideLayouts/slideLayout61.xml" Id="R1689f1f4b80940cb" /><Relationship Type="http://schemas.openxmlformats.org/officeDocument/2006/relationships/slideLayout" Target="/ppt/slideLayouts/slideLayout62.xml" Id="Rbf3cdffd6876474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4e7c07314a814e2e" /><Relationship Type="http://schemas.openxmlformats.org/officeDocument/2006/relationships/image" Target="/ppt/media/image.svg" Id="Ra723bc6f0a5a4270" /><Relationship Type="http://schemas.openxmlformats.org/officeDocument/2006/relationships/theme" Target="/ppt/slideMasters/theme/theme3.xml" Id="R58f49649efd149aa" /><Relationship Type="http://schemas.openxmlformats.org/officeDocument/2006/relationships/slideLayout" Target="/ppt/slideLayouts/slideLayout63.xml" Id="R103e82128add4cf8" /><Relationship Type="http://schemas.openxmlformats.org/officeDocument/2006/relationships/slideLayout" Target="/ppt/slideLayouts/slideLayout64.xml" Id="R5f586e63838a49a2" /><Relationship Type="http://schemas.openxmlformats.org/officeDocument/2006/relationships/slideLayout" Target="/ppt/slideLayouts/slideLayout65.xml" Id="R2a109ccff40e4cb5" /><Relationship Type="http://schemas.openxmlformats.org/officeDocument/2006/relationships/slideLayout" Target="/ppt/slideLayouts/slideLayout66.xml" Id="Rb6101ab2f418410d" /><Relationship Type="http://schemas.openxmlformats.org/officeDocument/2006/relationships/slideLayout" Target="/ppt/slideLayouts/slideLayout67.xml" Id="R4bd4d3ae512c4b4b" /><Relationship Type="http://schemas.openxmlformats.org/officeDocument/2006/relationships/slideLayout" Target="/ppt/slideLayouts/slideLayout68.xml" Id="R251069602ad942f5" /><Relationship Type="http://schemas.openxmlformats.org/officeDocument/2006/relationships/slideLayout" Target="/ppt/slideLayouts/slideLayout69.xml" Id="Rd07f00ac5a544644" /><Relationship Type="http://schemas.openxmlformats.org/officeDocument/2006/relationships/slideLayout" Target="/ppt/slideLayouts/slideLayout70.xml" Id="R3f074d3cf6e74a86" /><Relationship Type="http://schemas.openxmlformats.org/officeDocument/2006/relationships/slideLayout" Target="/ppt/slideLayouts/slideLayout71.xml" Id="Rf062047445184ed0" /><Relationship Type="http://schemas.openxmlformats.org/officeDocument/2006/relationships/slideLayout" Target="/ppt/slideLayouts/slideLayout72.xml" Id="Rcb3e22f9e9c249da" /><Relationship Type="http://schemas.openxmlformats.org/officeDocument/2006/relationships/slideLayout" Target="/ppt/slideLayouts/slideLayout73.xml" Id="Rbca112730a0448df" /><Relationship Type="http://schemas.openxmlformats.org/officeDocument/2006/relationships/slideLayout" Target="/ppt/slideLayouts/slideLayout74.xml" Id="Ra8daed1270f2401c" /><Relationship Type="http://schemas.openxmlformats.org/officeDocument/2006/relationships/slideLayout" Target="/ppt/slideLayouts/slideLayout75.xml" Id="R8ee5ef00f6584dbd" /><Relationship Type="http://schemas.openxmlformats.org/officeDocument/2006/relationships/slideLayout" Target="/ppt/slideLayouts/slideLayout76.xml" Id="R0ccb179dbe244998" /><Relationship Type="http://schemas.openxmlformats.org/officeDocument/2006/relationships/slideLayout" Target="/ppt/slideLayouts/slideLayout77.xml" Id="R42af78ad34e04b95" /><Relationship Type="http://schemas.openxmlformats.org/officeDocument/2006/relationships/slideLayout" Target="/ppt/slideLayouts/slideLayout78.xml" Id="R5cab504cb76b4bec" /><Relationship Type="http://schemas.openxmlformats.org/officeDocument/2006/relationships/slideLayout" Target="/ppt/slideLayouts/slideLayout79.xml" Id="R6ab362aebb27474f" /><Relationship Type="http://schemas.openxmlformats.org/officeDocument/2006/relationships/slideLayout" Target="/ppt/slideLayouts/slideLayout80.xml" Id="R8d9aaae2518a45f8" /><Relationship Type="http://schemas.openxmlformats.org/officeDocument/2006/relationships/slideLayout" Target="/ppt/slideLayouts/slideLayout81.xml" Id="R9b0b7cc7de1844ab" /><Relationship Type="http://schemas.openxmlformats.org/officeDocument/2006/relationships/slideLayout" Target="/ppt/slideLayouts/slideLayout82.xml" Id="R53978dace8b94668" /><Relationship Type="http://schemas.openxmlformats.org/officeDocument/2006/relationships/slideLayout" Target="/ppt/slideLayouts/slideLayout83.xml" Id="Rc8d31299b3954b9e" /><Relationship Type="http://schemas.openxmlformats.org/officeDocument/2006/relationships/slideLayout" Target="/ppt/slideLayouts/slideLayout84.xml" Id="R1b6dcfc6d3e14e1e" /><Relationship Type="http://schemas.openxmlformats.org/officeDocument/2006/relationships/slideLayout" Target="/ppt/slideLayouts/slideLayout85.xml" Id="R18565f694f2d4220" /><Relationship Type="http://schemas.openxmlformats.org/officeDocument/2006/relationships/slideLayout" Target="/ppt/slideLayouts/slideLayout86.xml" Id="R0d93c166abca4a8b" /><Relationship Type="http://schemas.openxmlformats.org/officeDocument/2006/relationships/slideLayout" Target="/ppt/slideLayouts/slideLayout87.xml" Id="R123e5c40694c4fe6" /><Relationship Type="http://schemas.openxmlformats.org/officeDocument/2006/relationships/slideLayout" Target="/ppt/slideLayouts/slideLayout88.xml" Id="R49bc12a7002342df" /><Relationship Type="http://schemas.openxmlformats.org/officeDocument/2006/relationships/slideLayout" Target="/ppt/slideLayouts/slideLayout89.xml" Id="R365bd8c20fde428f" /><Relationship Type="http://schemas.openxmlformats.org/officeDocument/2006/relationships/slideLayout" Target="/ppt/slideLayouts/slideLayout90.xml" Id="R6886b925831c4c35" /><Relationship Type="http://schemas.openxmlformats.org/officeDocument/2006/relationships/slideLayout" Target="/ppt/slideLayouts/slideLayout91.xml" Id="Rbca3257ccb1d4aad" /><Relationship Type="http://schemas.openxmlformats.org/officeDocument/2006/relationships/slideLayout" Target="/ppt/slideLayouts/slideLayout92.xml" Id="R2e438ed3ad8249c7" /><Relationship Type="http://schemas.openxmlformats.org/officeDocument/2006/relationships/slideLayout" Target="/ppt/slideLayouts/slideLayout93.xml" Id="Rf4606b0b4ae44285" /><Relationship Type="http://schemas.openxmlformats.org/officeDocument/2006/relationships/slideLayout" Target="/ppt/slideLayouts/slideLayout94.xml" Id="R2e3597a32b7a4cea" /><Relationship Type="http://schemas.openxmlformats.org/officeDocument/2006/relationships/slideLayout" Target="/ppt/slideLayouts/slideLayout95.xml" Id="R032ade3f6da042b7" /><Relationship Type="http://schemas.openxmlformats.org/officeDocument/2006/relationships/slideLayout" Target="/ppt/slideLayouts/slideLayout96.xml" Id="Rdf9ce15dd3ba4848" /><Relationship Type="http://schemas.openxmlformats.org/officeDocument/2006/relationships/slideLayout" Target="/ppt/slideLayouts/slideLayout97.xml" Id="Rfb5ec35bf5424801" /><Relationship Type="http://schemas.openxmlformats.org/officeDocument/2006/relationships/slideLayout" Target="/ppt/slideLayouts/slideLayout98.xml" Id="Rd84e11c2f2fa4493" /><Relationship Type="http://schemas.openxmlformats.org/officeDocument/2006/relationships/slideLayout" Target="/ppt/slideLayouts/slideLayout99.xml" Id="R800ccfe52b714ce9" /><Relationship Type="http://schemas.openxmlformats.org/officeDocument/2006/relationships/slideLayout" Target="/ppt/slideLayouts/slideLayout100.xml" Id="Reae48a7ff0ed4053" /><Relationship Type="http://schemas.openxmlformats.org/officeDocument/2006/relationships/slideLayout" Target="/ppt/slideLayouts/slideLayout101.xml" Id="Rf4cf85b59a724dea" /><Relationship Type="http://schemas.openxmlformats.org/officeDocument/2006/relationships/slideLayout" Target="/ppt/slideLayouts/slideLayout102.xml" Id="R7cf1f0d1a38145bf" /><Relationship Type="http://schemas.openxmlformats.org/officeDocument/2006/relationships/slideLayout" Target="/ppt/slideLayouts/slideLayout103.xml" Id="R14bb120fc3f84de5" /><Relationship Type="http://schemas.openxmlformats.org/officeDocument/2006/relationships/slideLayout" Target="/ppt/slideLayouts/slideLayout104.xml" Id="R1f3cc0445b7e4681" /><Relationship Type="http://schemas.openxmlformats.org/officeDocument/2006/relationships/slideLayout" Target="/ppt/slideLayouts/slideLayout105.xml" Id="Rbbf708c1ef2b4da8" /><Relationship Type="http://schemas.openxmlformats.org/officeDocument/2006/relationships/slideLayout" Target="/ppt/slideLayouts/slideLayout106.xml" Id="Reb1e8723482e44c0" /><Relationship Type="http://schemas.openxmlformats.org/officeDocument/2006/relationships/slideLayout" Target="/ppt/slideLayouts/slideLayout107.xml" Id="Rd1d92866debd410c" /><Relationship Type="http://schemas.openxmlformats.org/officeDocument/2006/relationships/slideLayout" Target="/ppt/slideLayouts/slideLayout108.xml" Id="R06d3cf6292ed47ac" /><Relationship Type="http://schemas.openxmlformats.org/officeDocument/2006/relationships/slideLayout" Target="/ppt/slideLayouts/slideLayout109.xml" Id="Rdc5e59b0bd63438b" /><Relationship Type="http://schemas.openxmlformats.org/officeDocument/2006/relationships/slideLayout" Target="/ppt/slideLayouts/slideLayout110.xml" Id="R05fd31859ab44cc2" /><Relationship Type="http://schemas.openxmlformats.org/officeDocument/2006/relationships/slideLayout" Target="/ppt/slideLayouts/slideLayout111.xml" Id="Re144e9b323e84653" /><Relationship Type="http://schemas.openxmlformats.org/officeDocument/2006/relationships/slideLayout" Target="/ppt/slideLayouts/slideLayout112.xml" Id="R4c25389bad0842f9" /><Relationship Type="http://schemas.openxmlformats.org/officeDocument/2006/relationships/slideLayout" Target="/ppt/slideLayouts/slideLayout113.xml" Id="R9345a223872647a3" /><Relationship Type="http://schemas.openxmlformats.org/officeDocument/2006/relationships/slideLayout" Target="/ppt/slideLayouts/slideLayout114.xml" Id="R186916428e0d488a" /><Relationship Type="http://schemas.openxmlformats.org/officeDocument/2006/relationships/slideLayout" Target="/ppt/slideLayouts/slideLayout115.xml" Id="Ref2033c0c9e54ccc" /><Relationship Type="http://schemas.openxmlformats.org/officeDocument/2006/relationships/slideLayout" Target="/ppt/slideLayouts/slideLayout116.xml" Id="Rc97abdd019f44e6d" /><Relationship Type="http://schemas.openxmlformats.org/officeDocument/2006/relationships/slideLayout" Target="/ppt/slideLayouts/slideLayout117.xml" Id="Rc0d843e6ff6b43d1" /><Relationship Type="http://schemas.openxmlformats.org/officeDocument/2006/relationships/slideLayout" Target="/ppt/slideLayouts/slideLayout118.xml" Id="Refacbde10a6f4e35" /><Relationship Type="http://schemas.openxmlformats.org/officeDocument/2006/relationships/slideLayout" Target="/ppt/slideLayouts/slideLayout119.xml" Id="Rd4c2aa7961fc4c4a" /><Relationship Type="http://schemas.openxmlformats.org/officeDocument/2006/relationships/slideLayout" Target="/ppt/slideLayouts/slideLayout120.xml" Id="R29762c0e326245e6" /><Relationship Type="http://schemas.openxmlformats.org/officeDocument/2006/relationships/slideLayout" Target="/ppt/slideLayouts/slideLayout121.xml" Id="R6f3aeedebbdf4ce9" /><Relationship Type="http://schemas.openxmlformats.org/officeDocument/2006/relationships/slideLayout" Target="/ppt/slideLayouts/slideLayout122.xml" Id="Re4014246048c448c" /><Relationship Type="http://schemas.openxmlformats.org/officeDocument/2006/relationships/slideLayout" Target="/ppt/slideLayouts/slideLayout123.xml" Id="R8da9bee5dec243a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9E19FF3D-3158-4473-097E-33C8AE4BE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22682666-2C6C-E5F1-C947-2BE662E5A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9376" y="2475286"/>
            <a:ext cx="8145797" cy="4036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8957A2A-1041-5BB1-E888-C0F721CF07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 flipV="1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73D2941-C5A4-CFD1-083E-302BCD9D29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 flipV="1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1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81EF3CD3-1DAA-0C1A-912E-7C42622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5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1105e077b45d4">
            <a:extLst>
              <a:ext uri="{96DAC541-7B7A-43D3-8B79-37D633B846F1}">
                <asvg:svgBlip xmlns:asvg="http://schemas.microsoft.com/office/drawing/2016/SVG/main" r:embed="R6a158c53e2a941e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09FC892-4FB6-4384-5C29-EC6C9D8D3D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13" name="FESTO_NAME">
            <a:extLst xmlns:a="http://schemas.openxmlformats.org/drawingml/2006/main">
              <a:ext uri="{FF2B5EF4-FFF2-40B4-BE49-F238E27FC236}">
                <a16:creationId xmlns:a16="http://schemas.microsoft.com/office/drawing/2014/main" id="{6EC665EC-A235-0384-0096-D065C7B8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15" y="6620687"/>
            <a:ext cx="189309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713">
                <a:latin typeface="+mn-lt"/>
                <a:ea typeface="+mn-lt"/>
                <a:cs typeface="+mn-lt"/>
              </a:rPr>
              <a:t> </a:t>
            </a: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4" name="FESTO_TITEL">
            <a:extLst xmlns:a="http://schemas.openxmlformats.org/drawingml/2006/main">
              <a:ext uri="{FF2B5EF4-FFF2-40B4-BE49-F238E27FC236}">
                <a16:creationId xmlns:a16="http://schemas.microsoft.com/office/drawing/2014/main" id="{96C49CE7-0E00-1C58-B84E-BEE8B7AF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955" y="6620687"/>
            <a:ext cx="389258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931779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713" kern="1200">
              <a:solidFill>
                <a:schemeClr val="tx1"/>
              </a:solidFill>
              <a:latin typeface="MetaPlusLF"/>
              <a:ea typeface="MetaPlusLF"/>
              <a:cs typeface="MetaPlusLF"/>
            </a:endParaRPr>
          </a:p>
        </p:txBody>
      </p:sp>
      <p:sp>
        <p:nvSpPr>
          <p:cNvPr id="15" name="FESTO_ERSTELLT">
            <a:extLst xmlns:a="http://schemas.openxmlformats.org/drawingml/2006/main">
              <a:ext uri="{FF2B5EF4-FFF2-40B4-BE49-F238E27FC236}">
                <a16:creationId xmlns:a16="http://schemas.microsoft.com/office/drawing/2014/main" id="{8A181814-15C0-D7EB-E88A-88203F7E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586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6" name="FESTO_GEAENDERT">
            <a:extLst xmlns:a="http://schemas.openxmlformats.org/drawingml/2006/main">
              <a:ext uri="{FF2B5EF4-FFF2-40B4-BE49-F238E27FC236}">
                <a16:creationId xmlns:a16="http://schemas.microsoft.com/office/drawing/2014/main" id="{232C6D20-7FE3-3DA3-1644-C5221DA6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707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7" name="FESTO_STATUS1">
            <a:extLst xmlns:a="http://schemas.openxmlformats.org/drawingml/2006/main">
              <a:ext uri="{FF2B5EF4-FFF2-40B4-BE49-F238E27FC236}">
                <a16:creationId xmlns:a16="http://schemas.microsoft.com/office/drawing/2014/main" id="{E1373306-72B0-D218-F9A0-E86118B4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828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8" name="FESTO_VERTRAULICH1">
            <a:extLst xmlns:a="http://schemas.openxmlformats.org/drawingml/2006/main">
              <a:ext uri="{FF2B5EF4-FFF2-40B4-BE49-F238E27FC236}">
                <a16:creationId xmlns:a16="http://schemas.microsoft.com/office/drawing/2014/main" id="{DAF87E19-1DF2-9A79-CBA3-AEAA559B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949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fc3a74750f48a6"/>
    <p:sldLayoutId xmlns:r="http://schemas.openxmlformats.org/officeDocument/2006/relationships" id="2147483650" r:id="Rbb0f81c22cbf47ca"/>
    <p:sldLayoutId xmlns:r="http://schemas.openxmlformats.org/officeDocument/2006/relationships" id="2147483651" r:id="R964fe2f9535345f6"/>
    <p:sldLayoutId xmlns:r="http://schemas.openxmlformats.org/officeDocument/2006/relationships" id="2147483652" r:id="Rd0107f28368d4ac6"/>
    <p:sldLayoutId xmlns:r="http://schemas.openxmlformats.org/officeDocument/2006/relationships" id="2147483653" r:id="Ra7ebaa8a25d544f2"/>
    <p:sldLayoutId xmlns:r="http://schemas.openxmlformats.org/officeDocument/2006/relationships" id="2147483654" r:id="R1571742672f74431"/>
    <p:sldLayoutId xmlns:r="http://schemas.openxmlformats.org/officeDocument/2006/relationships" id="2147483655" r:id="Rdd628fb93e064dc7"/>
    <p:sldLayoutId xmlns:r="http://schemas.openxmlformats.org/officeDocument/2006/relationships" id="2147483656" r:id="Rc6ee9f61bb254710"/>
    <p:sldLayoutId xmlns:r="http://schemas.openxmlformats.org/officeDocument/2006/relationships" id="2147483657" r:id="R87cbe4c1d7f5452a"/>
    <p:sldLayoutId xmlns:r="http://schemas.openxmlformats.org/officeDocument/2006/relationships" id="2147483658" r:id="Rf0d2f1f930ab4af2"/>
    <p:sldLayoutId xmlns:r="http://schemas.openxmlformats.org/officeDocument/2006/relationships" id="2147483659" r:id="R9ba77c2ef91a4b99"/>
    <p:sldLayoutId xmlns:r="http://schemas.openxmlformats.org/officeDocument/2006/relationships" id="2147483660" r:id="R5d1e2bd3fbea4bad"/>
    <p:sldLayoutId xmlns:r="http://schemas.openxmlformats.org/officeDocument/2006/relationships" id="2147483661" r:id="R703bd5c91ef945e3"/>
    <p:sldLayoutId xmlns:r="http://schemas.openxmlformats.org/officeDocument/2006/relationships" id="2147483662" r:id="R6e7025fb19e24f43"/>
    <p:sldLayoutId xmlns:r="http://schemas.openxmlformats.org/officeDocument/2006/relationships" id="2147483663" r:id="R65ca236845ae4c75"/>
    <p:sldLayoutId xmlns:r="http://schemas.openxmlformats.org/officeDocument/2006/relationships" id="2147483664" r:id="R8ca4bbe3d4924b57"/>
    <p:sldLayoutId xmlns:r="http://schemas.openxmlformats.org/officeDocument/2006/relationships" id="2147483665" r:id="Rd4fe2717387b4d98"/>
    <p:sldLayoutId xmlns:r="http://schemas.openxmlformats.org/officeDocument/2006/relationships" id="2147483666" r:id="R6efb4c9e8c434a35"/>
    <p:sldLayoutId xmlns:r="http://schemas.openxmlformats.org/officeDocument/2006/relationships" id="2147483667" r:id="R3683ec49535b4eaa"/>
    <p:sldLayoutId xmlns:r="http://schemas.openxmlformats.org/officeDocument/2006/relationships" id="2147483668" r:id="Ra8c9164401d84e09"/>
    <p:sldLayoutId xmlns:r="http://schemas.openxmlformats.org/officeDocument/2006/relationships" id="2147483669" r:id="Rf450994be8074c4b"/>
    <p:sldLayoutId xmlns:r="http://schemas.openxmlformats.org/officeDocument/2006/relationships" id="2147483670" r:id="R0867ccdf8bcf4002"/>
    <p:sldLayoutId xmlns:r="http://schemas.openxmlformats.org/officeDocument/2006/relationships" id="2147483671" r:id="Re12989c73c3748b3"/>
    <p:sldLayoutId xmlns:r="http://schemas.openxmlformats.org/officeDocument/2006/relationships" id="2147483672" r:id="Rf1f2dfe7672e4abd"/>
    <p:sldLayoutId xmlns:r="http://schemas.openxmlformats.org/officeDocument/2006/relationships" id="2147483673" r:id="R0b22ca8606bc4fa3"/>
    <p:sldLayoutId xmlns:r="http://schemas.openxmlformats.org/officeDocument/2006/relationships" id="2147483674" r:id="R62c69c5842ec48f3"/>
    <p:sldLayoutId xmlns:r="http://schemas.openxmlformats.org/officeDocument/2006/relationships" id="2147483675" r:id="R66f1fa1a38634bf7"/>
    <p:sldLayoutId xmlns:r="http://schemas.openxmlformats.org/officeDocument/2006/relationships" id="2147483676" r:id="R6a525bf621a340b6"/>
    <p:sldLayoutId xmlns:r="http://schemas.openxmlformats.org/officeDocument/2006/relationships" id="2147483677" r:id="Rfce25771abd64358"/>
    <p:sldLayoutId xmlns:r="http://schemas.openxmlformats.org/officeDocument/2006/relationships" id="2147483678" r:id="R4a04c1fbf7fc47c8"/>
    <p:sldLayoutId xmlns:r="http://schemas.openxmlformats.org/officeDocument/2006/relationships" id="2147483679" r:id="R1542177327794cad"/>
    <p:sldLayoutId xmlns:r="http://schemas.openxmlformats.org/officeDocument/2006/relationships" id="2147483680" r:id="R6142262e1f7d4526"/>
    <p:sldLayoutId xmlns:r="http://schemas.openxmlformats.org/officeDocument/2006/relationships" id="2147483681" r:id="R79236dcae168445d"/>
    <p:sldLayoutId xmlns:r="http://schemas.openxmlformats.org/officeDocument/2006/relationships" id="2147483682" r:id="R1ebfb3a8b8004d4b"/>
    <p:sldLayoutId xmlns:r="http://schemas.openxmlformats.org/officeDocument/2006/relationships" id="2147483683" r:id="Rfa6df04c36ac4fda"/>
    <p:sldLayoutId xmlns:r="http://schemas.openxmlformats.org/officeDocument/2006/relationships" id="2147483684" r:id="R85e77d02494e4bbf"/>
    <p:sldLayoutId xmlns:r="http://schemas.openxmlformats.org/officeDocument/2006/relationships" id="2147483685" r:id="R3ed0af96eb064b13"/>
    <p:sldLayoutId xmlns:r="http://schemas.openxmlformats.org/officeDocument/2006/relationships" id="2147483686" r:id="Ree922ddb178e467f"/>
    <p:sldLayoutId xmlns:r="http://schemas.openxmlformats.org/officeDocument/2006/relationships" id="2147483687" r:id="R379e158b0a8746ec"/>
    <p:sldLayoutId xmlns:r="http://schemas.openxmlformats.org/officeDocument/2006/relationships" id="2147483688" r:id="Rd1324e698e8d4da3"/>
    <p:sldLayoutId xmlns:r="http://schemas.openxmlformats.org/officeDocument/2006/relationships" id="2147483689" r:id="R35b2077c68da49d1"/>
    <p:sldLayoutId xmlns:r="http://schemas.openxmlformats.org/officeDocument/2006/relationships" id="2147483690" r:id="R7f1496eb9393403c"/>
    <p:sldLayoutId xmlns:r="http://schemas.openxmlformats.org/officeDocument/2006/relationships" id="2147483691" r:id="R484a7c1af07943b8"/>
    <p:sldLayoutId xmlns:r="http://schemas.openxmlformats.org/officeDocument/2006/relationships" id="2147483692" r:id="Rfb389993b2f04ee2"/>
    <p:sldLayoutId xmlns:r="http://schemas.openxmlformats.org/officeDocument/2006/relationships" id="2147483693" r:id="Radb1fe448f00412b"/>
    <p:sldLayoutId xmlns:r="http://schemas.openxmlformats.org/officeDocument/2006/relationships" id="2147483694" r:id="R47c66cc396d44811"/>
    <p:sldLayoutId xmlns:r="http://schemas.openxmlformats.org/officeDocument/2006/relationships" id="2147483695" r:id="R410b0f1c016b4052"/>
    <p:sldLayoutId xmlns:r="http://schemas.openxmlformats.org/officeDocument/2006/relationships" id="2147483696" r:id="Ra33ec18c91114ddc"/>
    <p:sldLayoutId xmlns:r="http://schemas.openxmlformats.org/officeDocument/2006/relationships" id="2147483697" r:id="Rc1af7e95c0614a70"/>
    <p:sldLayoutId xmlns:r="http://schemas.openxmlformats.org/officeDocument/2006/relationships" id="2147483698" r:id="R3d484e0e66e44d26"/>
    <p:sldLayoutId xmlns:r="http://schemas.openxmlformats.org/officeDocument/2006/relationships" id="2147483699" r:id="Rbde650f30cee401a"/>
    <p:sldLayoutId xmlns:r="http://schemas.openxmlformats.org/officeDocument/2006/relationships" id="2147483700" r:id="Rdbbff7bf8527425b"/>
    <p:sldLayoutId xmlns:r="http://schemas.openxmlformats.org/officeDocument/2006/relationships" id="2147483701" r:id="Rea78390f63744c4f"/>
    <p:sldLayoutId xmlns:r="http://schemas.openxmlformats.org/officeDocument/2006/relationships" id="2147483702" r:id="R61fdf3fe15d74f04"/>
    <p:sldLayoutId xmlns:r="http://schemas.openxmlformats.org/officeDocument/2006/relationships" id="2147483703" r:id="Rae295f0549414de6"/>
    <p:sldLayoutId xmlns:r="http://schemas.openxmlformats.org/officeDocument/2006/relationships" id="2147483704" r:id="R91863f194b004495"/>
    <p:sldLayoutId xmlns:r="http://schemas.openxmlformats.org/officeDocument/2006/relationships" id="2147483705" r:id="Re1b5716e818a4a76"/>
    <p:sldLayoutId xmlns:r="http://schemas.openxmlformats.org/officeDocument/2006/relationships" id="2147483706" r:id="R0790269decef4032"/>
    <p:sldLayoutId xmlns:r="http://schemas.openxmlformats.org/officeDocument/2006/relationships" id="2147483707" r:id="R4db2da7be8894897"/>
    <p:sldLayoutId xmlns:r="http://schemas.openxmlformats.org/officeDocument/2006/relationships" id="2147483708" r:id="R6d6cfe94bd034b53"/>
    <p:sldLayoutId xmlns:r="http://schemas.openxmlformats.org/officeDocument/2006/relationships" id="2147483709" r:id="R1689f1f4b80940cb"/>
    <p:sldLayoutId xmlns:r="http://schemas.openxmlformats.org/officeDocument/2006/relationships" id="2147483710" r:id="Rbf3cdffd68764741"/>
  </p:sldLayoutIdLst>
  <p:hf sldNum="0" hdr="0" ftr="0" dt="0"/>
  <p:txStyles>
    <p:titleStyle>
      <a:lvl1pPr xmlns:a="http://schemas.openxmlformats.org/drawingml/2006/main" algn="l" defTabSz="931865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31865">
        <a:lnSpc>
          <a:spcPct val="100000"/>
        </a:lnSpc>
        <a:spcBef>
          <a:spcPts val="611"/>
        </a:spcBef>
        <a:spcAft>
          <a:spcPts val="611"/>
        </a:spcAft>
        <a:buFont typeface="Arial"/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+mj-lt"/>
        <a:buAutoNum type="arabi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+mj-lt"/>
        <a:buAutoNum type="alphaL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0" algn="l" defTabSz="931865">
        <a:lnSpc>
          <a:spcPct val="100000"/>
        </a:lnSpc>
        <a:spcBef>
          <a:spcPts val="1223"/>
        </a:spcBef>
        <a:spcAft>
          <a:spcPts val="1223"/>
        </a:spcAft>
        <a:buFont typeface="Arial"/>
        <a:buNone/>
        <a:defRPr sz="2242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6593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3186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9779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6373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2966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9559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6152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72746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20">
          <p15:clr>
            <a:srgbClr xmlns:a="http://schemas.openxmlformats.org/drawingml/2006/main" val="A4A3A4"/>
          </p15:clr>
        </p15:guide>
        <p15:guide id="2" pos="3768">
          <p15:clr>
            <a:srgbClr xmlns:a="http://schemas.openxmlformats.org/drawingml/2006/main" val="A4A3A4"/>
          </p15:clr>
        </p15:guide>
        <p15:guide id="3" orient="horz" pos="2165">
          <p15:clr>
            <a:srgbClr xmlns:a="http://schemas.openxmlformats.org/drawingml/2006/main" val="A4A3A4"/>
          </p15:clr>
        </p15:guide>
        <p15:guide id="4" orient="horz" pos="2755">
          <p15:clr>
            <a:srgbClr xmlns:a="http://schemas.openxmlformats.org/drawingml/2006/main" val="A4A3A4"/>
          </p15:clr>
        </p15:guide>
        <p15:guide id="5" orient="horz" pos="2800">
          <p15:clr>
            <a:srgbClr xmlns:a="http://schemas.openxmlformats.org/drawingml/2006/main" val="A4A3A4"/>
          </p15:clr>
        </p15:guide>
        <p15:guide id="6" orient="horz" pos="3390">
          <p15:clr>
            <a:srgbClr xmlns:a="http://schemas.openxmlformats.org/drawingml/2006/main" val="A4A3A4"/>
          </p15:clr>
        </p15:guide>
        <p15:guide id="7" orient="horz" pos="3435">
          <p15:clr>
            <a:srgbClr xmlns:a="http://schemas.openxmlformats.org/drawingml/2006/main" val="A4A3A4"/>
          </p15:clr>
        </p15:guide>
        <p15:guide id="8" orient="horz" pos="4025">
          <p15:clr>
            <a:srgbClr xmlns:a="http://schemas.openxmlformats.org/drawingml/2006/main" val="5ACBF0"/>
          </p15:clr>
        </p15:guide>
        <p15:guide id="9" orient="horz" pos="1530">
          <p15:clr>
            <a:srgbClr xmlns:a="http://schemas.openxmlformats.org/drawingml/2006/main" val="A4A3A4"/>
          </p15:clr>
        </p15:guide>
        <p15:guide id="10" orient="horz" pos="1484">
          <p15:clr>
            <a:srgbClr xmlns:a="http://schemas.openxmlformats.org/drawingml/2006/main" val="A4A3A4"/>
          </p15:clr>
        </p15:guide>
        <p15:guide id="11" orient="horz" pos="895">
          <p15:clr>
            <a:srgbClr xmlns:a="http://schemas.openxmlformats.org/drawingml/2006/main" val="A4A3A4"/>
          </p15:clr>
        </p15:guide>
        <p15:guide id="12" orient="horz" pos="849">
          <p15:clr>
            <a:srgbClr xmlns:a="http://schemas.openxmlformats.org/drawingml/2006/main" val="A4A3A4"/>
          </p15:clr>
        </p15:guide>
        <p15:guide id="13" orient="horz" pos="260">
          <p15:clr>
            <a:srgbClr xmlns:a="http://schemas.openxmlformats.org/drawingml/2006/main" val="5ACBF0"/>
          </p15:clr>
        </p15:guide>
        <p15:guide id="14" pos="3723">
          <p15:clr>
            <a:srgbClr xmlns:a="http://schemas.openxmlformats.org/drawingml/2006/main" val="A4A3A4"/>
          </p15:clr>
        </p15:guide>
        <p15:guide id="15" pos="3133">
          <p15:clr>
            <a:srgbClr xmlns:a="http://schemas.openxmlformats.org/drawingml/2006/main" val="A4A3A4"/>
          </p15:clr>
        </p15:guide>
        <p15:guide id="16" pos="2453">
          <p15:clr>
            <a:srgbClr xmlns:a="http://schemas.openxmlformats.org/drawingml/2006/main" val="A4A3A4"/>
          </p15:clr>
        </p15:guide>
        <p15:guide id="17" pos="2498">
          <p15:clr>
            <a:srgbClr xmlns:a="http://schemas.openxmlformats.org/drawingml/2006/main" val="A4A3A4"/>
          </p15:clr>
        </p15:guide>
        <p15:guide id="18" pos="3088">
          <p15:clr>
            <a:srgbClr xmlns:a="http://schemas.openxmlformats.org/drawingml/2006/main" val="A4A3A4"/>
          </p15:clr>
        </p15:guide>
        <p15:guide id="19" pos="1863">
          <p15:clr>
            <a:srgbClr xmlns:a="http://schemas.openxmlformats.org/drawingml/2006/main" val="A4A3A4"/>
          </p15:clr>
        </p15:guide>
        <p15:guide id="20" pos="1818">
          <p15:clr>
            <a:srgbClr xmlns:a="http://schemas.openxmlformats.org/drawingml/2006/main" val="A4A3A4"/>
          </p15:clr>
        </p15:guide>
        <p15:guide id="21" pos="1228">
          <p15:clr>
            <a:srgbClr xmlns:a="http://schemas.openxmlformats.org/drawingml/2006/main" val="A4A3A4"/>
          </p15:clr>
        </p15:guide>
        <p15:guide id="22" pos="1183">
          <p15:clr>
            <a:srgbClr xmlns:a="http://schemas.openxmlformats.org/drawingml/2006/main" val="A4A3A4"/>
          </p15:clr>
        </p15:guide>
        <p15:guide id="23" pos="593">
          <p15:clr>
            <a:srgbClr xmlns:a="http://schemas.openxmlformats.org/drawingml/2006/main" val="A4A3A4"/>
          </p15:clr>
        </p15:guide>
        <p15:guide id="24" pos="547">
          <p15:clr>
            <a:srgbClr xmlns:a="http://schemas.openxmlformats.org/drawingml/2006/main" val="A4A3A4"/>
          </p15:clr>
        </p15:guide>
        <p15:guide id="25" pos="4358">
          <p15:clr>
            <a:srgbClr xmlns:a="http://schemas.openxmlformats.org/drawingml/2006/main" val="A4A3A4"/>
          </p15:clr>
        </p15:guide>
        <p15:guide id="26" pos="4403">
          <p15:clr>
            <a:srgbClr xmlns:a="http://schemas.openxmlformats.org/drawingml/2006/main" val="A4A3A4"/>
          </p15:clr>
        </p15:guide>
        <p15:guide id="27" pos="4993">
          <p15:clr>
            <a:srgbClr xmlns:a="http://schemas.openxmlformats.org/drawingml/2006/main" val="A4A3A4"/>
          </p15:clr>
        </p15:guide>
        <p15:guide id="28" pos="5038">
          <p15:clr>
            <a:srgbClr xmlns:a="http://schemas.openxmlformats.org/drawingml/2006/main" val="A4A3A4"/>
          </p15:clr>
        </p15:guide>
        <p15:guide id="29" pos="5673">
          <p15:clr>
            <a:srgbClr xmlns:a="http://schemas.openxmlformats.org/drawingml/2006/main" val="A4A3A4"/>
          </p15:clr>
        </p15:guide>
        <p15:guide id="30" pos="5628">
          <p15:clr>
            <a:srgbClr xmlns:a="http://schemas.openxmlformats.org/drawingml/2006/main" val="A4A3A4"/>
          </p15:clr>
        </p15:guide>
        <p15:guide id="31" pos="6263">
          <p15:clr>
            <a:srgbClr xmlns:a="http://schemas.openxmlformats.org/drawingml/2006/main" val="A4A3A4"/>
          </p15:clr>
        </p15:guide>
        <p15:guide id="32" pos="6308">
          <p15:clr>
            <a:srgbClr xmlns:a="http://schemas.openxmlformats.org/drawingml/2006/main" val="A4A3A4"/>
          </p15:clr>
        </p15:guide>
        <p15:guide id="33" pos="6898">
          <p15:clr>
            <a:srgbClr xmlns:a="http://schemas.openxmlformats.org/drawingml/2006/main" val="A4A3A4"/>
          </p15:clr>
        </p15:guide>
        <p15:guide id="34" pos="6943">
          <p15:clr>
            <a:srgbClr xmlns:a="http://schemas.openxmlformats.org/drawingml/2006/main" val="A4A3A4"/>
          </p15:clr>
        </p15:guide>
        <p15:guide id="35" pos="230">
          <p15:clr>
            <a:srgbClr xmlns:a="http://schemas.openxmlformats.org/drawingml/2006/main" val="5ACBF0"/>
          </p15:clr>
        </p15:guide>
        <p15:guide id="36" pos="7306">
          <p15:clr>
            <a:srgbClr xmlns:a="http://schemas.openxmlformats.org/drawingml/2006/main" val="5ACBF0"/>
          </p15:clr>
        </p15:guide>
        <p15:guide id="37" orient="horz" pos="577">
          <p15:clr>
            <a:srgbClr xmlns:a="http://schemas.openxmlformats.org/drawingml/2006/main" val="5ACBF0"/>
          </p15:clr>
        </p15:guide>
        <p15:guide id="38" orient="horz" pos="1167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9E19FF3D-3158-4473-097E-33C8AE4BE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22682666-2C6C-E5F1-C947-2BE662E5A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9376" y="2475286"/>
            <a:ext cx="8145797" cy="4036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8957A2A-1041-5BB1-E888-C0F721CF07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73D2941-C5A4-CFD1-083E-302BCD9D29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1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4E108AD6-599B-9F4F-EAE6-AAFAF4783E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81EF3CD3-1DAA-0C1A-912E-7C42622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16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c07314a814e2e">
            <a:extLst>
              <a:ext uri="{96DAC541-7B7A-43D3-8B79-37D633B846F1}">
                <asvg:svgBlip xmlns:asvg="http://schemas.microsoft.com/office/drawing/2016/SVG/main" r:embed="Ra723bc6f0a5a427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12" r:id="R103e82128add4cf8"/>
    <p:sldLayoutId xmlns:r="http://schemas.openxmlformats.org/officeDocument/2006/relationships" id="2147483713" r:id="R5f586e63838a49a2"/>
    <p:sldLayoutId xmlns:r="http://schemas.openxmlformats.org/officeDocument/2006/relationships" id="2147483714" r:id="R2a109ccff40e4cb5"/>
    <p:sldLayoutId xmlns:r="http://schemas.openxmlformats.org/officeDocument/2006/relationships" id="2147483715" r:id="Rb6101ab2f418410d"/>
    <p:sldLayoutId xmlns:r="http://schemas.openxmlformats.org/officeDocument/2006/relationships" id="2147483716" r:id="R4bd4d3ae512c4b4b"/>
    <p:sldLayoutId xmlns:r="http://schemas.openxmlformats.org/officeDocument/2006/relationships" id="2147483717" r:id="R251069602ad942f5"/>
    <p:sldLayoutId xmlns:r="http://schemas.openxmlformats.org/officeDocument/2006/relationships" id="2147483718" r:id="Rd07f00ac5a544644"/>
    <p:sldLayoutId xmlns:r="http://schemas.openxmlformats.org/officeDocument/2006/relationships" id="2147483719" r:id="R3f074d3cf6e74a86"/>
    <p:sldLayoutId xmlns:r="http://schemas.openxmlformats.org/officeDocument/2006/relationships" id="2147483720" r:id="Rf062047445184ed0"/>
    <p:sldLayoutId xmlns:r="http://schemas.openxmlformats.org/officeDocument/2006/relationships" id="2147483721" r:id="Rcb3e22f9e9c249da"/>
    <p:sldLayoutId xmlns:r="http://schemas.openxmlformats.org/officeDocument/2006/relationships" id="2147483722" r:id="Rbca112730a0448df"/>
    <p:sldLayoutId xmlns:r="http://schemas.openxmlformats.org/officeDocument/2006/relationships" id="2147483723" r:id="Ra8daed1270f2401c"/>
    <p:sldLayoutId xmlns:r="http://schemas.openxmlformats.org/officeDocument/2006/relationships" id="2147483724" r:id="R8ee5ef00f6584dbd"/>
    <p:sldLayoutId xmlns:r="http://schemas.openxmlformats.org/officeDocument/2006/relationships" id="2147483725" r:id="R0ccb179dbe244998"/>
    <p:sldLayoutId xmlns:r="http://schemas.openxmlformats.org/officeDocument/2006/relationships" id="2147483726" r:id="R42af78ad34e04b95"/>
    <p:sldLayoutId xmlns:r="http://schemas.openxmlformats.org/officeDocument/2006/relationships" id="2147483727" r:id="R5cab504cb76b4bec"/>
    <p:sldLayoutId xmlns:r="http://schemas.openxmlformats.org/officeDocument/2006/relationships" id="2147483728" r:id="R6ab362aebb27474f"/>
    <p:sldLayoutId xmlns:r="http://schemas.openxmlformats.org/officeDocument/2006/relationships" id="2147483729" r:id="R8d9aaae2518a45f8"/>
    <p:sldLayoutId xmlns:r="http://schemas.openxmlformats.org/officeDocument/2006/relationships" id="2147483730" r:id="R9b0b7cc7de1844ab"/>
    <p:sldLayoutId xmlns:r="http://schemas.openxmlformats.org/officeDocument/2006/relationships" id="2147483731" r:id="R53978dace8b94668"/>
    <p:sldLayoutId xmlns:r="http://schemas.openxmlformats.org/officeDocument/2006/relationships" id="2147483732" r:id="Rc8d31299b3954b9e"/>
    <p:sldLayoutId xmlns:r="http://schemas.openxmlformats.org/officeDocument/2006/relationships" id="2147483733" r:id="R1b6dcfc6d3e14e1e"/>
    <p:sldLayoutId xmlns:r="http://schemas.openxmlformats.org/officeDocument/2006/relationships" id="2147483734" r:id="R18565f694f2d4220"/>
    <p:sldLayoutId xmlns:r="http://schemas.openxmlformats.org/officeDocument/2006/relationships" id="2147483735" r:id="R0d93c166abca4a8b"/>
    <p:sldLayoutId xmlns:r="http://schemas.openxmlformats.org/officeDocument/2006/relationships" id="2147483736" r:id="R123e5c40694c4fe6"/>
    <p:sldLayoutId xmlns:r="http://schemas.openxmlformats.org/officeDocument/2006/relationships" id="2147483737" r:id="R49bc12a7002342df"/>
    <p:sldLayoutId xmlns:r="http://schemas.openxmlformats.org/officeDocument/2006/relationships" id="2147483738" r:id="R365bd8c20fde428f"/>
    <p:sldLayoutId xmlns:r="http://schemas.openxmlformats.org/officeDocument/2006/relationships" id="2147483739" r:id="R6886b925831c4c35"/>
    <p:sldLayoutId xmlns:r="http://schemas.openxmlformats.org/officeDocument/2006/relationships" id="2147483740" r:id="Rbca3257ccb1d4aad"/>
    <p:sldLayoutId xmlns:r="http://schemas.openxmlformats.org/officeDocument/2006/relationships" id="2147483741" r:id="R2e438ed3ad8249c7"/>
    <p:sldLayoutId xmlns:r="http://schemas.openxmlformats.org/officeDocument/2006/relationships" id="2147483742" r:id="Rf4606b0b4ae44285"/>
    <p:sldLayoutId xmlns:r="http://schemas.openxmlformats.org/officeDocument/2006/relationships" id="2147483743" r:id="R2e3597a32b7a4cea"/>
    <p:sldLayoutId xmlns:r="http://schemas.openxmlformats.org/officeDocument/2006/relationships" id="2147483744" r:id="R032ade3f6da042b7"/>
    <p:sldLayoutId xmlns:r="http://schemas.openxmlformats.org/officeDocument/2006/relationships" id="2147483745" r:id="Rdf9ce15dd3ba4848"/>
    <p:sldLayoutId xmlns:r="http://schemas.openxmlformats.org/officeDocument/2006/relationships" id="2147483746" r:id="Rfb5ec35bf5424801"/>
    <p:sldLayoutId xmlns:r="http://schemas.openxmlformats.org/officeDocument/2006/relationships" id="2147483747" r:id="Rd84e11c2f2fa4493"/>
    <p:sldLayoutId xmlns:r="http://schemas.openxmlformats.org/officeDocument/2006/relationships" id="2147483748" r:id="R800ccfe52b714ce9"/>
    <p:sldLayoutId xmlns:r="http://schemas.openxmlformats.org/officeDocument/2006/relationships" id="2147483749" r:id="Reae48a7ff0ed4053"/>
    <p:sldLayoutId xmlns:r="http://schemas.openxmlformats.org/officeDocument/2006/relationships" id="2147483750" r:id="Rf4cf85b59a724dea"/>
    <p:sldLayoutId xmlns:r="http://schemas.openxmlformats.org/officeDocument/2006/relationships" id="2147483751" r:id="R7cf1f0d1a38145bf"/>
    <p:sldLayoutId xmlns:r="http://schemas.openxmlformats.org/officeDocument/2006/relationships" id="2147483752" r:id="R14bb120fc3f84de5"/>
    <p:sldLayoutId xmlns:r="http://schemas.openxmlformats.org/officeDocument/2006/relationships" id="2147483753" r:id="R1f3cc0445b7e4681"/>
    <p:sldLayoutId xmlns:r="http://schemas.openxmlformats.org/officeDocument/2006/relationships" id="2147483754" r:id="Rbbf708c1ef2b4da8"/>
    <p:sldLayoutId xmlns:r="http://schemas.openxmlformats.org/officeDocument/2006/relationships" id="2147483755" r:id="Reb1e8723482e44c0"/>
    <p:sldLayoutId xmlns:r="http://schemas.openxmlformats.org/officeDocument/2006/relationships" id="2147483756" r:id="Rd1d92866debd410c"/>
    <p:sldLayoutId xmlns:r="http://schemas.openxmlformats.org/officeDocument/2006/relationships" id="2147483757" r:id="R06d3cf6292ed47ac"/>
    <p:sldLayoutId xmlns:r="http://schemas.openxmlformats.org/officeDocument/2006/relationships" id="2147483758" r:id="Rdc5e59b0bd63438b"/>
    <p:sldLayoutId xmlns:r="http://schemas.openxmlformats.org/officeDocument/2006/relationships" id="2147483759" r:id="R05fd31859ab44cc2"/>
    <p:sldLayoutId xmlns:r="http://schemas.openxmlformats.org/officeDocument/2006/relationships" id="2147483760" r:id="Re144e9b323e84653"/>
    <p:sldLayoutId xmlns:r="http://schemas.openxmlformats.org/officeDocument/2006/relationships" id="2147483761" r:id="R4c25389bad0842f9"/>
    <p:sldLayoutId xmlns:r="http://schemas.openxmlformats.org/officeDocument/2006/relationships" id="2147483762" r:id="R9345a223872647a3"/>
    <p:sldLayoutId xmlns:r="http://schemas.openxmlformats.org/officeDocument/2006/relationships" id="2147483763" r:id="R186916428e0d488a"/>
    <p:sldLayoutId xmlns:r="http://schemas.openxmlformats.org/officeDocument/2006/relationships" id="2147483764" r:id="Ref2033c0c9e54ccc"/>
    <p:sldLayoutId xmlns:r="http://schemas.openxmlformats.org/officeDocument/2006/relationships" id="2147483765" r:id="Rc97abdd019f44e6d"/>
    <p:sldLayoutId xmlns:r="http://schemas.openxmlformats.org/officeDocument/2006/relationships" id="2147483766" r:id="Rc0d843e6ff6b43d1"/>
    <p:sldLayoutId xmlns:r="http://schemas.openxmlformats.org/officeDocument/2006/relationships" id="2147483767" r:id="Refacbde10a6f4e35"/>
    <p:sldLayoutId xmlns:r="http://schemas.openxmlformats.org/officeDocument/2006/relationships" id="2147483768" r:id="Rd4c2aa7961fc4c4a"/>
    <p:sldLayoutId xmlns:r="http://schemas.openxmlformats.org/officeDocument/2006/relationships" id="2147483769" r:id="R29762c0e326245e6"/>
    <p:sldLayoutId xmlns:r="http://schemas.openxmlformats.org/officeDocument/2006/relationships" id="2147483770" r:id="R6f3aeedebbdf4ce9"/>
    <p:sldLayoutId xmlns:r="http://schemas.openxmlformats.org/officeDocument/2006/relationships" id="2147483771" r:id="Re4014246048c448c"/>
    <p:sldLayoutId xmlns:r="http://schemas.openxmlformats.org/officeDocument/2006/relationships" id="2147483772" r:id="R8da9bee5dec243ae"/>
  </p:sldLayoutIdLst>
  <p:hf sldNum="0" hdr="0" ftr="0" dt="0"/>
  <p:txStyles>
    <p:titleStyle>
      <a:lvl1pPr xmlns:a="http://schemas.openxmlformats.org/drawingml/2006/main" algn="l" defTabSz="931865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31865">
        <a:lnSpc>
          <a:spcPct val="100000"/>
        </a:lnSpc>
        <a:spcBef>
          <a:spcPts val="611"/>
        </a:spcBef>
        <a:spcAft>
          <a:spcPts val="611"/>
        </a:spcAft>
        <a:buFont typeface="Arial"/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+mj-lt"/>
        <a:buAutoNum type="arabi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+mj-lt"/>
        <a:buAutoNum type="alphaL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0" algn="l" defTabSz="931865">
        <a:lnSpc>
          <a:spcPct val="100000"/>
        </a:lnSpc>
        <a:spcBef>
          <a:spcPts val="1223"/>
        </a:spcBef>
        <a:spcAft>
          <a:spcPts val="1223"/>
        </a:spcAft>
        <a:buFont typeface="Arial"/>
        <a:buNone/>
        <a:defRPr sz="2242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6593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3186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9779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6373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2966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9559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6152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72746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20">
          <p15:clr>
            <a:srgbClr xmlns:a="http://schemas.openxmlformats.org/drawingml/2006/main" val="A4A3A4"/>
          </p15:clr>
        </p15:guide>
        <p15:guide id="2" pos="3768">
          <p15:clr>
            <a:srgbClr xmlns:a="http://schemas.openxmlformats.org/drawingml/2006/main" val="A4A3A4"/>
          </p15:clr>
        </p15:guide>
        <p15:guide id="3" orient="horz" pos="2165">
          <p15:clr>
            <a:srgbClr xmlns:a="http://schemas.openxmlformats.org/drawingml/2006/main" val="A4A3A4"/>
          </p15:clr>
        </p15:guide>
        <p15:guide id="4" orient="horz" pos="2755">
          <p15:clr>
            <a:srgbClr xmlns:a="http://schemas.openxmlformats.org/drawingml/2006/main" val="A4A3A4"/>
          </p15:clr>
        </p15:guide>
        <p15:guide id="5" orient="horz" pos="2800">
          <p15:clr>
            <a:srgbClr xmlns:a="http://schemas.openxmlformats.org/drawingml/2006/main" val="A4A3A4"/>
          </p15:clr>
        </p15:guide>
        <p15:guide id="6" orient="horz" pos="3390">
          <p15:clr>
            <a:srgbClr xmlns:a="http://schemas.openxmlformats.org/drawingml/2006/main" val="A4A3A4"/>
          </p15:clr>
        </p15:guide>
        <p15:guide id="7" orient="horz" pos="3435">
          <p15:clr>
            <a:srgbClr xmlns:a="http://schemas.openxmlformats.org/drawingml/2006/main" val="A4A3A4"/>
          </p15:clr>
        </p15:guide>
        <p15:guide id="8" orient="horz" pos="4025">
          <p15:clr>
            <a:srgbClr xmlns:a="http://schemas.openxmlformats.org/drawingml/2006/main" val="5ACBF0"/>
          </p15:clr>
        </p15:guide>
        <p15:guide id="9" orient="horz" pos="1530">
          <p15:clr>
            <a:srgbClr xmlns:a="http://schemas.openxmlformats.org/drawingml/2006/main" val="A4A3A4"/>
          </p15:clr>
        </p15:guide>
        <p15:guide id="10" orient="horz" pos="1484">
          <p15:clr>
            <a:srgbClr xmlns:a="http://schemas.openxmlformats.org/drawingml/2006/main" val="A4A3A4"/>
          </p15:clr>
        </p15:guide>
        <p15:guide id="11" orient="horz" pos="895">
          <p15:clr>
            <a:srgbClr xmlns:a="http://schemas.openxmlformats.org/drawingml/2006/main" val="A4A3A4"/>
          </p15:clr>
        </p15:guide>
        <p15:guide id="12" orient="horz" pos="849">
          <p15:clr>
            <a:srgbClr xmlns:a="http://schemas.openxmlformats.org/drawingml/2006/main" val="A4A3A4"/>
          </p15:clr>
        </p15:guide>
        <p15:guide id="13" orient="horz" pos="260">
          <p15:clr>
            <a:srgbClr xmlns:a="http://schemas.openxmlformats.org/drawingml/2006/main" val="5ACBF0"/>
          </p15:clr>
        </p15:guide>
        <p15:guide id="14" pos="3723">
          <p15:clr>
            <a:srgbClr xmlns:a="http://schemas.openxmlformats.org/drawingml/2006/main" val="A4A3A4"/>
          </p15:clr>
        </p15:guide>
        <p15:guide id="15" pos="3133">
          <p15:clr>
            <a:srgbClr xmlns:a="http://schemas.openxmlformats.org/drawingml/2006/main" val="A4A3A4"/>
          </p15:clr>
        </p15:guide>
        <p15:guide id="16" pos="2453">
          <p15:clr>
            <a:srgbClr xmlns:a="http://schemas.openxmlformats.org/drawingml/2006/main" val="A4A3A4"/>
          </p15:clr>
        </p15:guide>
        <p15:guide id="17" pos="2498">
          <p15:clr>
            <a:srgbClr xmlns:a="http://schemas.openxmlformats.org/drawingml/2006/main" val="A4A3A4"/>
          </p15:clr>
        </p15:guide>
        <p15:guide id="18" pos="3088">
          <p15:clr>
            <a:srgbClr xmlns:a="http://schemas.openxmlformats.org/drawingml/2006/main" val="A4A3A4"/>
          </p15:clr>
        </p15:guide>
        <p15:guide id="19" pos="1863">
          <p15:clr>
            <a:srgbClr xmlns:a="http://schemas.openxmlformats.org/drawingml/2006/main" val="A4A3A4"/>
          </p15:clr>
        </p15:guide>
        <p15:guide id="20" pos="1818">
          <p15:clr>
            <a:srgbClr xmlns:a="http://schemas.openxmlformats.org/drawingml/2006/main" val="A4A3A4"/>
          </p15:clr>
        </p15:guide>
        <p15:guide id="21" pos="1228">
          <p15:clr>
            <a:srgbClr xmlns:a="http://schemas.openxmlformats.org/drawingml/2006/main" val="A4A3A4"/>
          </p15:clr>
        </p15:guide>
        <p15:guide id="22" pos="1183">
          <p15:clr>
            <a:srgbClr xmlns:a="http://schemas.openxmlformats.org/drawingml/2006/main" val="A4A3A4"/>
          </p15:clr>
        </p15:guide>
        <p15:guide id="23" pos="593">
          <p15:clr>
            <a:srgbClr xmlns:a="http://schemas.openxmlformats.org/drawingml/2006/main" val="A4A3A4"/>
          </p15:clr>
        </p15:guide>
        <p15:guide id="24" pos="547">
          <p15:clr>
            <a:srgbClr xmlns:a="http://schemas.openxmlformats.org/drawingml/2006/main" val="A4A3A4"/>
          </p15:clr>
        </p15:guide>
        <p15:guide id="25" pos="4358">
          <p15:clr>
            <a:srgbClr xmlns:a="http://schemas.openxmlformats.org/drawingml/2006/main" val="A4A3A4"/>
          </p15:clr>
        </p15:guide>
        <p15:guide id="26" pos="4403">
          <p15:clr>
            <a:srgbClr xmlns:a="http://schemas.openxmlformats.org/drawingml/2006/main" val="A4A3A4"/>
          </p15:clr>
        </p15:guide>
        <p15:guide id="27" pos="4993">
          <p15:clr>
            <a:srgbClr xmlns:a="http://schemas.openxmlformats.org/drawingml/2006/main" val="A4A3A4"/>
          </p15:clr>
        </p15:guide>
        <p15:guide id="28" pos="5038">
          <p15:clr>
            <a:srgbClr xmlns:a="http://schemas.openxmlformats.org/drawingml/2006/main" val="A4A3A4"/>
          </p15:clr>
        </p15:guide>
        <p15:guide id="29" pos="5673">
          <p15:clr>
            <a:srgbClr xmlns:a="http://schemas.openxmlformats.org/drawingml/2006/main" val="A4A3A4"/>
          </p15:clr>
        </p15:guide>
        <p15:guide id="30" pos="5628">
          <p15:clr>
            <a:srgbClr xmlns:a="http://schemas.openxmlformats.org/drawingml/2006/main" val="A4A3A4"/>
          </p15:clr>
        </p15:guide>
        <p15:guide id="31" pos="6263">
          <p15:clr>
            <a:srgbClr xmlns:a="http://schemas.openxmlformats.org/drawingml/2006/main" val="A4A3A4"/>
          </p15:clr>
        </p15:guide>
        <p15:guide id="32" pos="6308">
          <p15:clr>
            <a:srgbClr xmlns:a="http://schemas.openxmlformats.org/drawingml/2006/main" val="A4A3A4"/>
          </p15:clr>
        </p15:guide>
        <p15:guide id="33" pos="6898">
          <p15:clr>
            <a:srgbClr xmlns:a="http://schemas.openxmlformats.org/drawingml/2006/main" val="A4A3A4"/>
          </p15:clr>
        </p15:guide>
        <p15:guide id="34" pos="6943">
          <p15:clr>
            <a:srgbClr xmlns:a="http://schemas.openxmlformats.org/drawingml/2006/main" val="A4A3A4"/>
          </p15:clr>
        </p15:guide>
        <p15:guide id="35" pos="230">
          <p15:clr>
            <a:srgbClr xmlns:a="http://schemas.openxmlformats.org/drawingml/2006/main" val="5ACBF0"/>
          </p15:clr>
        </p15:guide>
        <p15:guide id="36" pos="7306">
          <p15:clr>
            <a:srgbClr xmlns:a="http://schemas.openxmlformats.org/drawingml/2006/main" val="5ACBF0"/>
          </p15:clr>
        </p15:guide>
        <p15:guide id="37" orient="horz" pos="577">
          <p15:clr>
            <a:srgbClr xmlns:a="http://schemas.openxmlformats.org/drawingml/2006/main" val="5ACBF0"/>
          </p15:clr>
        </p15:guide>
        <p15:guide id="38" orient="horz" pos="1167">
          <p15:clr>
            <a:srgbClr xmlns:a="http://schemas.openxmlformats.org/drawingml/2006/main" val="5ACBF0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esto - external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1c630b3cf294c6a" /><Relationship Type="http://schemas.openxmlformats.org/officeDocument/2006/relationships/image" Target="/ppt/media/image6.png" Id="R572084e685a54925" /><Relationship Type="http://schemas.openxmlformats.org/officeDocument/2006/relationships/notesSlide" Target="/ppt/notesSlides/notesSlide1.xml" Id="R9426ce0ab2d74b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da9a1a913ff4e37" /><Relationship Type="http://schemas.openxmlformats.org/officeDocument/2006/relationships/image" Target="/ppt/media/image7.png" Id="R63314efb7d344a6c" /><Relationship Type="http://schemas.openxmlformats.org/officeDocument/2006/relationships/notesSlide" Target="/ppt/notesSlides/notesSlide2.xml" Id="R683d421bec304d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18b1dc2b3ae40c9" /><Relationship Type="http://schemas.openxmlformats.org/officeDocument/2006/relationships/notesSlide" Target="/ppt/notesSlides/notesSlide3.xml" Id="R19cf12e5f87b41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b98851f41a2422a" /><Relationship Type="http://schemas.openxmlformats.org/officeDocument/2006/relationships/notesSlide" Target="/ppt/notesSlides/notesSlide4.xml" Id="R152c66d54f3148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742dbae8f6f478f" /><Relationship Type="http://schemas.openxmlformats.org/officeDocument/2006/relationships/notesSlide" Target="/ppt/notesSlides/notesSlide5.xml" Id="R8efd3a08bcc946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30968843a284b67" /><Relationship Type="http://schemas.openxmlformats.org/officeDocument/2006/relationships/notesSlide" Target="/ppt/notesSlides/notesSlide6.xml" Id="Ref5f907ec8f344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3287e2ded504cda" /><Relationship Type="http://schemas.openxmlformats.org/officeDocument/2006/relationships/image" Target="/ppt/media/image8.png" Id="Rdb5c6be546e247b8" /><Relationship Type="http://schemas.openxmlformats.org/officeDocument/2006/relationships/notesSlide" Target="/ppt/notesSlides/notesSlide7.xml" Id="R22e67cb22e814c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c9607125de049cc" /><Relationship Type="http://schemas.openxmlformats.org/officeDocument/2006/relationships/notesSlide" Target="/ppt/notesSlides/notesSlide8.xml" Id="R5023eba6eeec44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8c842b7c39f47a0" /><Relationship Type="http://schemas.openxmlformats.org/officeDocument/2006/relationships/notesSlide" Target="/ppt/notesSlides/notesSlide9.xml" Id="R01ed42d383304c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B77EF-FC97-4860-8AEC-0B3B5428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765C6-492A-40DA-AD73-73A75353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2616B"/>
                </a:solidFill>
                <a:latin typeface="Arial"/>
                <a:ea typeface="Arial"/>
                <a:cs typeface="Arial"/>
              </a:rPr>
              <a:t>복잡한 모션 제어를 간단한 앱으로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CD8E6-255B-4038-802C-D0CD0DC8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190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 dedicated controller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5258A-A3CA-4048-A32F-151009B1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Low-code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204BD-1059-4B02-AE59-BE520724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286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and virtual devices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084e685a54925"/>
          <a:srcRect xmlns:a="http://schemas.openxmlformats.org/drawingml/2006/main" l="3770" t="0" r="37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333500"/>
            <a:ext cx="657225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140F0-2664-4087-BC5C-1199C687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Customer overview</a:t>
            </a:r>
          </a:p>
        </p:txBody>
      </p:sp>
    </p:spTree>
    <p:extLst>
      <p:ext uri="{BB962C8B-B14F-4D97-AF65-F5344CB8AC3E}">
        <p14:creationId xmlns:p14="http://schemas.microsoft.com/office/powerpoint/2010/main" val="13184448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3179E-1F6B-4416-B415-FFF4B216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9429E-3682-463D-8716-6AE113C2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C8131-FB8F-40AF-931F-C3080BB1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CBE12-98A7-45EE-B65F-CB2CCB82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76F63-9EA2-4C07-9D89-2918BF79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FE731-ACC1-41D1-B554-E6614578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69"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reduces custom control work between the application and the devices.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E2950-BFA4-4A8C-BDD8-3516CA48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B4283-4B28-46A3-8E40-FB09B13D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PC 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4D0AD-AE9E-475D-BB15-478785D5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4330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96994-878C-4AE2-A031-E127A4E5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C5712-D2F1-4EAE-8C77-565B5D6E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CC349-A01F-46B9-AE2C-3D7A435A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4330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C60A6-8B9F-45E2-8292-F081BCAB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D472A-B2DD-4594-8FD6-655F94D1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and I/O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14efb7d344a6c"/>
          <a:stretch xmlns:a="http://schemas.openxmlformats.org/drawingml/2006/main"/>
        </p:blipFill>
        <p:spPr>
          <a:xfrm xmlns:a="http://schemas.openxmlformats.org/drawingml/2006/main">
            <a:off x="7667625" y="2047875"/>
            <a:ext cx="2857500" cy="28575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9C6C2-79A2-4534-9843-AB534469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95875"/>
            <a:ext cx="3905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84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Build the sequence.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Let the server handle motion commands, feedback, and recovery.</a:t>
            </a:r>
          </a:p>
        </p:txBody>
      </p:sp>
    </p:spTree>
    <p:extLst>
      <p:ext uri="{BB962C8B-B14F-4D97-AF65-F5344CB8AC3E}">
        <p14:creationId xmlns:p14="http://schemas.microsoft.com/office/powerpoint/2010/main" val="17276911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A3951C-C934-44D5-9D3E-7C603FD0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C666F-F6EE-4E6F-ACFE-61093579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645EC-BFA0-45DC-A312-49275602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operation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3247C-BC50-4375-B749-7517FFC9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47078-66A3-4FB4-A322-8BB3845E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9B63B-1D09-48AB-98A3-8900B8FF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1917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E57C4-7C5A-4A7E-85E3-07C46509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000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67E16-A002-487F-B1C6-07D6FC62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Control Panel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3988F-6FBB-4AD6-8E3A-A9A32AD4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6220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9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Request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22FB3-549C-4ECD-A604-EE859373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622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975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Bus Reconnect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8DCDC-48D7-487E-A977-A779DADE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62200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Fault Reset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B9A23-551C-47C5-9DB3-2438150D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622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A36A"/>
            </a:solidFill>
          </a:ln>
        </p:spPr>
        <p:txBody>
          <a:bodyPr xmlns:a="http://schemas.openxmlformats.org/drawingml/2006/main" anchor="ctr">
            <a:normAutofit fontScale="975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A3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A36A"/>
                </a:solidFill>
                <a:latin typeface="Arial"/>
                <a:ea typeface="Arial"/>
                <a:cs typeface="Arial"/>
              </a:rPr>
              <a:t>Disconnect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D6508-1DEB-49B8-84CD-AFB6BBA4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16B"/>
                </a:solidFill>
                <a:latin typeface="Arial"/>
                <a:ea typeface="Arial"/>
                <a:cs typeface="Arial"/>
              </a:rPr>
              <a:t>Server: normal   Initialized: yes   Process data valid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89223-5998-4E48-BFF5-4100D424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0396F-6039-4ABB-8770-8504D4DD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Authority available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B3C4A3-4BDA-4422-BA07-F20F2B06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1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DA926-B7A2-4F65-A18D-9687AACF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Connected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F76686-5956-4883-9B05-5295A4A3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0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36EEE9-AE97-4A86-AD42-5E47639A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1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2E0F7C-B0E1-4796-BFBF-493798C6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2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4953B2-849A-4745-A1BB-A6D2A70F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3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1241EA-E937-4B94-A471-A4A7C8E5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4CFB5D-5E20-4B07-949E-EF37E4E6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62363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43E5C2-4DAC-43CA-AEEB-7C4E05AF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90975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B86232-2DB3-48A7-B1F3-54F85463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19588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32748F-3E3A-4717-B424-AB8FB307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66616"/>
            <a:ext cx="161925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C0099D-18CC-4D03-A27C-50CF324A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2024"/>
            <a:ext cx="161925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FF004D-5CF7-4B60-9253-043A43FF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63746"/>
            <a:ext cx="161925" cy="4320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9984E3-ED15-41EE-9C65-5B4EB0CD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816858"/>
            <a:ext cx="161925" cy="678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F214F6-6E63-4074-BCA5-09700EE6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30015"/>
            <a:ext cx="161925" cy="5657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76F346-D67E-44D6-9AE7-8B26EAF9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652266"/>
            <a:ext cx="161925" cy="8435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E2090A-6876-41DB-85D7-CAC5C53C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Position / velocity feedback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E48898-E695-48FF-AE88-F4F6FCDF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58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Manual setup and commissioning can start from a ready-made panel.</a:t>
            </a:r>
          </a:p>
        </p:txBody>
      </p:sp>
    </p:spTree>
    <p:extLst>
      <p:ext uri="{BB962C8B-B14F-4D97-AF65-F5344CB8AC3E}">
        <p14:creationId xmlns:p14="http://schemas.microsoft.com/office/powerpoint/2010/main" val="19073230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D51890-BD20-4343-93B9-E539EB73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06239-2229-4183-8734-69630829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7C0B6-B829-4CE6-AD06-210D76A0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Visual motion sequence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C1683-A06C-4F94-A5EE-FA44AFF7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61841-55D5-415B-97E5-148C021B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BE43A-E1D2-49CF-A4F9-DF8CEA05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038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8D998-3FC0-4EBA-B5BB-1B23BC0F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019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8D62B-D4A5-4302-BA1C-30566416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Node-RED reference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88DF7-C8A6-471A-BF38-B5D8A1F7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AAFF1-76A5-4CBB-A636-070A4DC9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Move axes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0, 1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5EE69-B1D3-45F0-96E7-7700C01F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Move axes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2, 3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30A83-2C87-4C40-BB43-F412E0EA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Set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3CA86-DCBA-4CEF-8CD7-DE8BC9F2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Wait 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D552D-F411-4240-8C6D-380B1BBA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05150"/>
            <a:ext cx="1219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Finish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640F1-63F7-4AE8-A068-1FE8F03A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6CC85-5DF9-409D-85BD-B86E2EDF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DF93F3-3AA3-4BA8-9355-1CA3465C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1F4766-7883-48F8-B58B-137FC395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4111C5-37B7-44BF-986F-BED77F7C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38475"/>
            <a:ext cx="285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7105BF-4576-4CED-B283-B416E711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5775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Prebuilt nodes make a sequence easy to assemble and modify.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4908A-C201-4125-B225-C0084EFA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62500"/>
            <a:ext cx="2667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70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 PLC-style motion code required</a:t>
            </a:r>
          </a:p>
        </p:txBody>
      </p:sp>
    </p:spTree>
    <p:extLst>
      <p:ext uri="{BB962C8B-B14F-4D97-AF65-F5344CB8AC3E}">
        <p14:creationId xmlns:p14="http://schemas.microsoft.com/office/powerpoint/2010/main" val="9272553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91AC09-E2BC-4800-BFAA-EE64A8B1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0EA36-9F63-45C7-A088-9F364057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2DBCD-358D-48CA-BC62-14C4A8FF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Node-RED reference examples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773AD-A656-47A1-B24B-C7CE9F18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5BD52-84B2-43B9-9AFD-052F843E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BB215-753D-47E0-9277-69C9FD41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2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16B"/>
                </a:solidFill>
                <a:latin typeface="Arial"/>
                <a:ea typeface="Arial"/>
                <a:cs typeface="Arial"/>
              </a:rPr>
              <a:t>The package already includes ready-to-import flows for server control, axis control, I/O control, virtual I/O and a sample sequence.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6E8DA-790B-435D-BC71-DD68EC4B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2286000" cy="2619375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5A884-A0F7-4AF8-8238-DB875F4F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Example flows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AE1EB-6126-4B75-9AB5-2F93EE6E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01 Server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682D5-2CD4-4B10-AC98-6D6FF9A6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7187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02 Axis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C2D86-8BDE-4012-A88F-D9C89E17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03 IO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4D383-9424-4522-BC9A-A91EF5ED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1482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04 Virtual IO Simulation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23D53-290B-4253-9D6E-8780362C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FF4E8"/>
            </a:solidFill>
          </a:ln>
        </p:spPr>
        <p:txBody>
          <a:bodyPr xmlns:a="http://schemas.openxmlformats.org/drawingml/2006/main" anchor="ctr">
            <a:normAutofit fontScale="945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05 Sample Motion Sequence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15A85-9897-4718-AC6C-3848CA17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76200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B9FBA-AEF9-4480-92B1-D211A4C5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81300"/>
            <a:ext cx="7429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1165E-F62E-4572-8AC5-89397920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384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05 Sample Motion 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C3E78-1CF4-4326-9BF1-A0A33A9F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819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Start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213317-FBF6-4923-A9C1-45D85225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28950"/>
            <a:ext cx="1190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Stage 1: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Move Axes 0 and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A95FC0-1525-4277-9210-ED93BDCF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1257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19050">
            <a:solidFill>
              <a:srgbClr val="0091C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Existing Motion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Server Request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A5CB90-B24E-4D72-8DE3-948F23C1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1200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Process Command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0B62B2-A46C-4FA2-BD65-E889AA2A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57525"/>
            <a:ext cx="285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BEC583-1CCD-47A2-859E-EAAE02C2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57525"/>
            <a:ext cx="285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93FF96-02DB-4412-9B0B-F211171C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57525"/>
            <a:ext cx="285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E3AEBD-848C-4183-BDCE-2BF2DEB6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52875"/>
            <a:ext cx="10668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19050">
            <a:solidFill>
              <a:srgbClr val="0091C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Existing System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D47EA0-F871-4849-BF03-8C7B01C0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52875"/>
            <a:ext cx="10668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Store Latest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F7325D-5B03-48FB-83C4-DE7A1033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Stage 1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Complete?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3346A6-9F09-4FE2-AB4C-70625D0D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Stage 2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Complete?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A1440B-A4BA-4FBE-BBD6-5EDAF88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1123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DI and AI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Conditions Met?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494AFF-A86C-4F93-BC44-DFA410A5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338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Stage 3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Complete?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D9E0D8-664C-406F-B1F1-00DC72F0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17195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Stage 4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Complete?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4B2817-34F9-464E-A73C-DC4D8EF2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01D39B-6094-432C-8DCB-286EC98F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3860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A85B02-315A-4277-9FF1-E6A03D60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3860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6873A0-6984-4288-9CC6-7111A8D8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3860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3A6E47-5898-41D7-9AEA-77C1A021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10125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63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sample flow file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05_sample_motion_sequence.json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0CCBD8-1581-42B1-BE3B-3060BC06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012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63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Dashboard path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/dashboard/sequence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9E50C3-A882-4EDF-8DBE-5384C674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6737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Customers can start from an actual example and edit the stage nodes for their own machine.</a:t>
            </a:r>
          </a:p>
        </p:txBody>
      </p:sp>
    </p:spTree>
    <p:extLst>
      <p:ext uri="{BB962C8B-B14F-4D97-AF65-F5344CB8AC3E}">
        <p14:creationId xmlns:p14="http://schemas.microsoft.com/office/powerpoint/2010/main" val="6506518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1D63C3-3AB5-4E2A-87A6-43CCDEDD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9D283-3034-4075-A537-6CAAC5E8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E299A-24A7-4B81-BDBF-4C57DF7E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I/O operation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E8F4C-94B0-45EF-ACA0-2AC93FB7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AC32F-BF32-43C2-8A61-20FAC36C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33FDC-6219-4196-AF39-7B67C4C4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0191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237EF-A74D-4DE8-8B73-739734B0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1000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831CE-C95F-4565-9656-D22E717C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IO Control Panel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7E1B7-66CF-490C-B946-4CE70E2E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16B"/>
                </a:solidFill>
                <a:latin typeface="Arial"/>
                <a:ea typeface="Arial"/>
                <a:cs typeface="Arial"/>
              </a:rPr>
              <a:t>CPX-AP-I-EC   Modules: IOL, DI, DO, AI, AO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1642A-2380-47E4-848A-6B8B5B93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Digital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D37F7-F4D8-464B-8002-E1F97E27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14513-79E9-4B29-84D6-3670D5E1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65F40-FE0E-4909-8ED4-BDC80681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8A29B-018A-4C25-A9C5-0354EF79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BA7D8-7AA3-4691-91CB-15545D78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E89B5-1820-4849-B34B-AD382440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00E986-C410-43D2-A47E-8C9066C5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E4BAF0-9116-43F2-BEE4-18AC2AC3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4EF26-C8D8-4972-93FD-86501F96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337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Analog value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28CE3C-0C31-497E-8F7E-CDA41F58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4810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819B32-1F99-493F-9661-4C8E8989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48100"/>
            <a:ext cx="6810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1EAA1C-4F5A-4B2D-87DC-46FF7383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0527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38D4B4-AAED-4117-AE68-6E9C4393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05275"/>
            <a:ext cx="34671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B8B346-EB81-4042-B89C-7497BC9A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687237-7920-49DC-B57F-29F0A1AA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91630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5FE1DC-F6B6-4CB7-A521-4879498A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1905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IO-Link sensor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083F16-BC81-4D58-93F2-6E0AC813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76675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Profile 2</a:t>
            </a:r>
          </a:p>
          <a:p xmlns:a="http://schemas.openxmlformats.org/drawingml/2006/main">
            <a:pPr algn="ctr">
              <a:buNone/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Vibration and temperature</a:t>
            </a:r>
          </a:p>
          <a:p xmlns:a="http://schemas.openxmlformats.org/drawingml/2006/main">
            <a:pPr algn="ctr">
              <a:buNone/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read/write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EB50CC-BAFA-4D69-AF5E-BC0ACC96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storage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BEC33F-E6EC-452B-B40C-7BBF5280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Volatile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145990-6A4E-485B-99F5-6A581E02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43350"/>
            <a:ext cx="95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Non-volatile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F0F79E-DF8E-41F9-AAB6-284EECE7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48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I/O status and parameter access use the same Motion Server connection.</a:t>
            </a:r>
          </a:p>
        </p:txBody>
      </p:sp>
    </p:spTree>
    <p:extLst>
      <p:ext uri="{BB962C8B-B14F-4D97-AF65-F5344CB8AC3E}">
        <p14:creationId xmlns:p14="http://schemas.microsoft.com/office/powerpoint/2010/main" val="2851072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F03D0-048E-440A-9685-554755CB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311B7-E5D5-4837-8D88-220D438A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68D31-E370-436F-913D-FB8F637B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devices and virtual tests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E4FAC-777F-4C0F-A95C-76ECDBBB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0F901-D0D4-4EDB-B2BE-1019A129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c6be546e247b8"/>
          <a:srcRect xmlns:a="http://schemas.openxmlformats.org/drawingml/2006/main" l="0" t="21810" r="0" b="218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" y="2190750"/>
            <a:ext cx="990600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63E20-9054-4B7B-BEC0-1C7FC509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Virtual device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41F09-2513-481E-8D8F-625753BF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5245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Same command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ED2DD-2F59-4582-859F-EB5B08A3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2450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EtherCAT system</a:t>
            </a:r>
          </a:p>
        </p:txBody>
      </p:sp>
    </p:spTree>
    <p:extLst>
      <p:ext uri="{BB962C8B-B14F-4D97-AF65-F5344CB8AC3E}">
        <p14:creationId xmlns:p14="http://schemas.microsoft.com/office/powerpoint/2010/main" val="7610744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0BFAF-0998-4AEC-9A9B-5FDC1EF6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114D2-FF03-480C-8D25-B6836953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E8460-2A68-4DFC-BB56-3CE6D412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Operating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FD847-B348-4E75-B7C0-47EEF5EB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5A4A5-E1E6-4FCC-95A9-47633EB7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D29FE-17BD-4753-8DA3-03B617D6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9B87A-576A-406A-AD98-B5DD0F35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Command authority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4EBB2-5CEF-4DE3-995D-C8E96DBB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02090-7257-4C07-ACB9-6EBB62E4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Live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EE6B6-9C8D-4505-B73F-32817C94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6D304-C671-423B-B4A9-1143B806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Fault reset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4D9A3-3F00-4974-8677-9B5B9BFE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90F6E-7F2D-41C2-B9F7-C0B72EC8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72455-B666-4266-AAF0-C624E616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8763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Common tasks are available as ready-made commands, so the customer application can stay focused on sequence logic.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E3155-B629-4583-8286-7EA89399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768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16B"/>
                </a:solidFill>
                <a:latin typeface="Arial"/>
                <a:ea typeface="Arial"/>
                <a:cs typeface="Arial"/>
              </a:rPr>
              <a:t>Examples: enable, move, stop, fault reset, bus reconnect, I/O read/write</a:t>
            </a:r>
          </a:p>
        </p:txBody>
      </p:sp>
    </p:spTree>
    <p:extLst>
      <p:ext uri="{BB962C8B-B14F-4D97-AF65-F5344CB8AC3E}">
        <p14:creationId xmlns:p14="http://schemas.microsoft.com/office/powerpoint/2010/main" val="18907124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EAEEB-C650-41BE-BA66-01B41919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1EAE6-01B6-41FD-86E5-36C13AFF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168C3-8D3B-43CA-AE88-5906075D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Best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FEED0-9B7B-403D-84EB-5DE6DE57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2C98E-6EFB-4965-A7DB-485EBB8C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4BF6B-776A-479A-A3D9-CFAFEC3E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 demo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Show motion quickly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DC906-04A7-426B-9071-36C62D64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Lab system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Test devices and sequences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18C50-BCBA-4DD5-8E7A-3FB1E66C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Small machine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Build application logic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19667-F012-43E6-A79A-6BC14CFB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718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983D0-F4DB-4073-893A-5E89E009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1BE90-89EF-47DB-8197-293B7ECB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Next step: connect a device, open the panel, and build the first Node-RED sequence.</a:t>
            </a:r>
          </a:p>
        </p:txBody>
      </p:sp>
    </p:spTree>
    <p:extLst>
      <p:ext uri="{BB962C8B-B14F-4D97-AF65-F5344CB8AC3E}">
        <p14:creationId xmlns:p14="http://schemas.microsoft.com/office/powerpoint/2010/main" val="1598307844"/>
      </p:ext>
    </p:extLst>
  </p:cSld>
</p:sld>
</file>

<file path=ppt/theme/theme1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2026-09-07T09:38:03.8290000Z</dcterms:created>
  <dcterms:modified xsi:type="dcterms:W3CDTF">2026-09-07T09:38:03.8300000Z</dcterms:modified>
</coreProperties>
</file>