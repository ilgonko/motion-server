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c182c87f224128" /><Relationship Type="http://schemas.openxmlformats.org/officeDocument/2006/relationships/extended-properties" Target="/docProps/app.xml" Id="Rdd00dc1c38c545e3" /><Relationship Type="http://schemas.openxmlformats.org/officeDocument/2006/relationships/officeDocument" Target="/ppt/presentation.xml" Id="Rc1bfe1717dad40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1cb1ad6f2546ad"/>
    <p:sldMasterId xmlns:r="http://schemas.openxmlformats.org/officeDocument/2006/relationships" id="2147483711" r:id="R5d41a8116c434990"/>
  </p:sldMasterIdLst>
  <p:notesMasterIdLst>
    <p:notesMasterId xmlns:r="http://schemas.openxmlformats.org/officeDocument/2006/relationships" r:id="Re4636545fa9b4484"/>
  </p:notesMasterIdLst>
  <p:sldIdLst>
    <p:sldId xmlns:r="http://schemas.openxmlformats.org/officeDocument/2006/relationships" id="256" r:id="Rfcbb44714946477f"/>
    <p:sldId xmlns:r="http://schemas.openxmlformats.org/officeDocument/2006/relationships" id="257" r:id="Rb2385dab747a43d6"/>
    <p:sldId xmlns:r="http://schemas.openxmlformats.org/officeDocument/2006/relationships" id="258" r:id="Rb564d783bc5a4fdf"/>
    <p:sldId xmlns:r="http://schemas.openxmlformats.org/officeDocument/2006/relationships" id="259" r:id="Rb9e1a45d19624c5b"/>
    <p:sldId xmlns:r="http://schemas.openxmlformats.org/officeDocument/2006/relationships" id="260" r:id="R874ddf3453c148f7"/>
    <p:sldId xmlns:r="http://schemas.openxmlformats.org/officeDocument/2006/relationships" id="261" r:id="R0f6a63c4e18f443f"/>
    <p:sldId xmlns:r="http://schemas.openxmlformats.org/officeDocument/2006/relationships" id="262" r:id="R9605f1e779ca4ae3"/>
    <p:sldId xmlns:r="http://schemas.openxmlformats.org/officeDocument/2006/relationships" id="263" r:id="R16c7b4c9f6604e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9ae1a4a68d4866" /><Relationship Type="http://schemas.openxmlformats.org/officeDocument/2006/relationships/slideMaster" Target="/ppt/slideMasters/slideMaster1.xml" Id="R331cb1ad6f2546ad" /><Relationship Type="http://schemas.openxmlformats.org/officeDocument/2006/relationships/slideMaster" Target="/ppt/slideMasters/slideMaster2.xml" Id="R5d41a8116c434990" /><Relationship Type="http://schemas.openxmlformats.org/officeDocument/2006/relationships/notesMaster" Target="/ppt/notesMasters/notesMaster1.xml" Id="Re4636545fa9b4484" /><Relationship Type="http://schemas.openxmlformats.org/officeDocument/2006/relationships/presProps" Target="/ppt/presProps.xml" Id="R40ed0dcb8cca4052" /><Relationship Type="http://schemas.openxmlformats.org/officeDocument/2006/relationships/viewProps" Target="/ppt/viewProps.xml" Id="R11578bdb303947dd" /><Relationship Type="http://schemas.openxmlformats.org/officeDocument/2006/relationships/tableStyles" Target="/ppt/tableStyles.xml" Id="R9357f6e0d42a48eb" /><Relationship Type="http://schemas.openxmlformats.org/officeDocument/2006/relationships/slide" Target="/ppt/slides/slide1.xml" Id="Rfcbb44714946477f" /><Relationship Type="http://schemas.openxmlformats.org/officeDocument/2006/relationships/slide" Target="/ppt/slides/slide2.xml" Id="Rb2385dab747a43d6" /><Relationship Type="http://schemas.openxmlformats.org/officeDocument/2006/relationships/slide" Target="/ppt/slides/slide3.xml" Id="Rb564d783bc5a4fdf" /><Relationship Type="http://schemas.openxmlformats.org/officeDocument/2006/relationships/slide" Target="/ppt/slides/slide4.xml" Id="Rb9e1a45d19624c5b" /><Relationship Type="http://schemas.openxmlformats.org/officeDocument/2006/relationships/slide" Target="/ppt/slides/slide5.xml" Id="R874ddf3453c148f7" /><Relationship Type="http://schemas.openxmlformats.org/officeDocument/2006/relationships/slide" Target="/ppt/slides/slide6.xml" Id="R0f6a63c4e18f443f" /><Relationship Type="http://schemas.openxmlformats.org/officeDocument/2006/relationships/slide" Target="/ppt/slides/slide7.xml" Id="R9605f1e779ca4ae3" /><Relationship Type="http://schemas.openxmlformats.org/officeDocument/2006/relationships/slide" Target="/ppt/slides/slide8.xml" Id="R16c7b4c9f6604e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39a1ef12b2d46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b1ef7ab13a4a9e" /><Relationship Type="http://schemas.openxmlformats.org/officeDocument/2006/relationships/notesMaster" Target="/ppt/notesMasters/notesMaster1.xml" Id="Recf3498047ac4c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257385021b4821" /><Relationship Type="http://schemas.openxmlformats.org/officeDocument/2006/relationships/notesMaster" Target="/ppt/notesMasters/notesMaster1.xml" Id="Rbf28ac9329bb4b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0b4194cca04ea6" /><Relationship Type="http://schemas.openxmlformats.org/officeDocument/2006/relationships/notesMaster" Target="/ppt/notesMasters/notesMaster1.xml" Id="R1c4d7e0d34c048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162e6fe21544bf" /><Relationship Type="http://schemas.openxmlformats.org/officeDocument/2006/relationships/notesMaster" Target="/ppt/notesMasters/notesMaster1.xml" Id="R03a534d1926943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dfb40ea24e448e" /><Relationship Type="http://schemas.openxmlformats.org/officeDocument/2006/relationships/notesMaster" Target="/ppt/notesMasters/notesMaster1.xml" Id="R524e3f001cf84a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8b85e282504902" /><Relationship Type="http://schemas.openxmlformats.org/officeDocument/2006/relationships/notesMaster" Target="/ppt/notesMasters/notesMaster1.xml" Id="Rabc1cea1325d4d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950c62a2b942c8" /><Relationship Type="http://schemas.openxmlformats.org/officeDocument/2006/relationships/notesMaster" Target="/ppt/notesMasters/notesMaster1.xml" Id="Refab34906af54e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ef65d373f94b4a" /><Relationship Type="http://schemas.openxmlformats.org/officeDocument/2006/relationships/notesMaster" Target="/ppt/notesMasters/notesMaster1.xml" Id="R1649a5fc852b4c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6d0d2846c405b" /><Relationship Type="http://schemas.openxmlformats.org/officeDocument/2006/relationships/image" Target="/ppt/media/image2.png" Id="Ra4d5affc3d424820" /><Relationship Type="http://schemas.openxmlformats.org/officeDocument/2006/relationships/image" Target="/ppt/media/image2.svg" Id="Ra5a47bc48a6941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520b1a403043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92daba44b4d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3073c61ee4c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1bc73d1314735" /><Relationship Type="http://schemas.openxmlformats.org/officeDocument/2006/relationships/image" Target="/ppt/media/image3.png" Id="R28d91b37bed04be8" /><Relationship Type="http://schemas.openxmlformats.org/officeDocument/2006/relationships/image" Target="/ppt/media/image3.svg" Id="R024b07f2e3584a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e97a98a82406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b4f9b4e0844cb" /><Relationship Type="http://schemas.openxmlformats.org/officeDocument/2006/relationships/image" Target="/ppt/media/image3.png" Id="Rc91027314d524196" /><Relationship Type="http://schemas.openxmlformats.org/officeDocument/2006/relationships/image" Target="/ppt/media/image3.svg" Id="R54edd8ad00d04c2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84ab384e1405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b8e75d14447bd" /><Relationship Type="http://schemas.openxmlformats.org/officeDocument/2006/relationships/image" Target="/ppt/media/image3.png" Id="R327dfffcc8eb4009" /><Relationship Type="http://schemas.openxmlformats.org/officeDocument/2006/relationships/image" Target="/ppt/media/image3.svg" Id="Rfb8b6d095d454cd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335ae92dd45f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713d96cd14295" /><Relationship Type="http://schemas.openxmlformats.org/officeDocument/2006/relationships/image" Target="/ppt/media/image4.png" Id="Ra756529dbc004d3e" /><Relationship Type="http://schemas.openxmlformats.org/officeDocument/2006/relationships/image" Target="/ppt/media/image4.svg" Id="R874802c020b54217" /><Relationship Type="http://schemas.openxmlformats.org/officeDocument/2006/relationships/image" Target="/ppt/media/image3.png" Id="Raa823d857c144bca" /><Relationship Type="http://schemas.openxmlformats.org/officeDocument/2006/relationships/image" Target="/ppt/media/image3.svg" Id="Raabcfcaf4306447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c2c35d501481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fbcec34806469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6f3fb3b71462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1ad41dbf04527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511a05dda4d1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316dcf0c6450a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b35d10ed1465b" /><Relationship Type="http://schemas.openxmlformats.org/officeDocument/2006/relationships/image" Target="/ppt/media/image5.png" Id="Rdd9012f49a5c4008" /><Relationship Type="http://schemas.openxmlformats.org/officeDocument/2006/relationships/image" Target="/ppt/media/image5.svg" Id="Rfc290a7d785b4fcb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967e2120a4c8c" /><Relationship Type="http://schemas.openxmlformats.org/officeDocument/2006/relationships/image" Target="/ppt/media/image5.png" Id="R5ae32fbc77974fa5" /><Relationship Type="http://schemas.openxmlformats.org/officeDocument/2006/relationships/image" Target="/ppt/media/image5.svg" Id="R35d8af85ffce432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381e0776b481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afa7a09bc4261" /><Relationship Type="http://schemas.openxmlformats.org/officeDocument/2006/relationships/image" Target="/ppt/media/image4.png" Id="R48c64eea3ee94c28" /><Relationship Type="http://schemas.openxmlformats.org/officeDocument/2006/relationships/image" Target="/ppt/media/image4.svg" Id="Ra9c1c72cf1154fd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ef0743a634d12" /><Relationship Type="http://schemas.openxmlformats.org/officeDocument/2006/relationships/image" Target="/ppt/media/image4.png" Id="R60ac173455ca406a" /><Relationship Type="http://schemas.openxmlformats.org/officeDocument/2006/relationships/image" Target="/ppt/media/image4.svg" Id="R34c36bb5eef34af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5c6f4430b49b8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39489449444e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f0a90fc6f4924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13d243bae41ca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900f69bd84346" /><Relationship Type="http://schemas.openxmlformats.org/officeDocument/2006/relationships/image" Target="/ppt/media/image3.png" Id="R84087a57d1064e93" /><Relationship Type="http://schemas.openxmlformats.org/officeDocument/2006/relationships/image" Target="/ppt/media/image3.svg" Id="Rc00ab85fd1814bcd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2b7b8d90b4686" /><Relationship Type="http://schemas.openxmlformats.org/officeDocument/2006/relationships/image" Target="/ppt/media/image3.png" Id="R904bacefeaab447f" /><Relationship Type="http://schemas.openxmlformats.org/officeDocument/2006/relationships/image" Target="/ppt/media/image3.svg" Id="Rf1abb66b5bbb403c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064af08984c9a" /><Relationship Type="http://schemas.openxmlformats.org/officeDocument/2006/relationships/image" Target="/ppt/media/image3.png" Id="R245f374033f842d0" /><Relationship Type="http://schemas.openxmlformats.org/officeDocument/2006/relationships/image" Target="/ppt/media/image3.svg" Id="Rbec1ced34ad04034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63eb47296482d" /><Relationship Type="http://schemas.openxmlformats.org/officeDocument/2006/relationships/image" Target="/ppt/media/image3.png" Id="Rd55aad05f0ef43cc" /><Relationship Type="http://schemas.openxmlformats.org/officeDocument/2006/relationships/image" Target="/ppt/media/image3.svg" Id="Re9ea688eb7474f7c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63088799a48e0" /><Relationship Type="http://schemas.openxmlformats.org/officeDocument/2006/relationships/image" Target="/ppt/media/image3.png" Id="R434ae2cfdf0a4e94" /><Relationship Type="http://schemas.openxmlformats.org/officeDocument/2006/relationships/image" Target="/ppt/media/image3.svg" Id="R9a4f59c290864601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3ff45fb3548e4" /><Relationship Type="http://schemas.openxmlformats.org/officeDocument/2006/relationships/image" Target="/ppt/media/image3.png" Id="Rb6ea2b18f05d4f0c" /><Relationship Type="http://schemas.openxmlformats.org/officeDocument/2006/relationships/image" Target="/ppt/media/image3.svg" Id="R3decdf44ae4245da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76cf950c14e30" /><Relationship Type="http://schemas.openxmlformats.org/officeDocument/2006/relationships/image" Target="/ppt/media/image3.png" Id="R727cccd37a3545f3" /><Relationship Type="http://schemas.openxmlformats.org/officeDocument/2006/relationships/image" Target="/ppt/media/image3.svg" Id="R50fd8b0129454923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7ee0ae9754c70" /><Relationship Type="http://schemas.openxmlformats.org/officeDocument/2006/relationships/image" Target="/ppt/media/image3.png" Id="Rd9481ed60ee74f7d" /><Relationship Type="http://schemas.openxmlformats.org/officeDocument/2006/relationships/image" Target="/ppt/media/image3.svg" Id="Rc4f07d02fc374baf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6f7d31f9d4874" /><Relationship Type="http://schemas.openxmlformats.org/officeDocument/2006/relationships/image" Target="/ppt/media/image3.png" Id="R313310c1d345498c" /><Relationship Type="http://schemas.openxmlformats.org/officeDocument/2006/relationships/image" Target="/ppt/media/image3.svg" Id="R1796cbe5b3104751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f16ce88744781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1dff1b43a44e6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1ed18eace4d24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b4fd270894dd9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57931c4614086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b4b85ff1043f9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4f412824dc4f43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bf41b84d14c8f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6a2e681d04614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819822ce74a76" /><Relationship Type="http://schemas.openxmlformats.org/officeDocument/2006/relationships/image" Target="/ppt/media/image3.png" Id="Rb80d4a5a298e4b55" /><Relationship Type="http://schemas.openxmlformats.org/officeDocument/2006/relationships/image" Target="/ppt/media/image3.svg" Id="Rf424ac0fa5d24128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bf8dce1ae436a" /><Relationship Type="http://schemas.openxmlformats.org/officeDocument/2006/relationships/image" Target="/ppt/media/image3.png" Id="Rc8086fdc98124c2f" /><Relationship Type="http://schemas.openxmlformats.org/officeDocument/2006/relationships/image" Target="/ppt/media/image3.svg" Id="R3ee5f7dea479463e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e95a5a8224787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60c9264e7436f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070c6a55e4dfa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20e78c3c04bb7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963cd608f4c32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6c33a43f54f77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6f5e104384d66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56519d35d4863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8428cfa6a47e8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ee9130dd741e5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d65f91c884e68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7e695512b4bba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7f410500145e8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99e1cd32b4b8d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043c7a2d84b8b" /><Relationship Type="http://schemas.openxmlformats.org/officeDocument/2006/relationships/image" Target="/ppt/media/image.png" Id="R45ef98c6b9dc4446" /><Relationship Type="http://schemas.openxmlformats.org/officeDocument/2006/relationships/image" Target="/ppt/media/image.svg" Id="Rdc4408887ab04932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30449c71245cf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679031f1374b5b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aad5b8845149bd" /><Relationship Type="http://schemas.openxmlformats.org/officeDocument/2006/relationships/image" Target="/ppt/media/image2.png" Id="Rded1faa1c5df48e4" /><Relationship Type="http://schemas.openxmlformats.org/officeDocument/2006/relationships/image" Target="/ppt/media/image2.svg" Id="Ra94acb37af0f48cf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aa19d91e8e4492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d6fe680b6d457a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2702577278446a" /><Relationship Type="http://schemas.openxmlformats.org/officeDocument/2006/relationships/image" Target="/ppt/media/image3.png" Id="Rccc76a4bb21e4bd8" /><Relationship Type="http://schemas.openxmlformats.org/officeDocument/2006/relationships/image" Target="/ppt/media/image3.svg" Id="R3225b03e898b44b0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62d65b928a48a0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e8c7696db747fd" /><Relationship Type="http://schemas.openxmlformats.org/officeDocument/2006/relationships/image" Target="/ppt/media/image3.png" Id="Rc7c37befae784c3b" /><Relationship Type="http://schemas.openxmlformats.org/officeDocument/2006/relationships/image" Target="/ppt/media/image3.svg" Id="R45fb8990e5bb4248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307e2267284dad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fa45316ab240c6" /><Relationship Type="http://schemas.openxmlformats.org/officeDocument/2006/relationships/image" Target="/ppt/media/image3.png" Id="Ra0bcf89829824fc4" /><Relationship Type="http://schemas.openxmlformats.org/officeDocument/2006/relationships/image" Target="/ppt/media/image3.svg" Id="Rcc5026f80f7d4387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aec1521b6a446d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c7fbfec9c84f70" /><Relationship Type="http://schemas.openxmlformats.org/officeDocument/2006/relationships/image" Target="/ppt/media/image4.png" Id="Rd936bef83ff44194" /><Relationship Type="http://schemas.openxmlformats.org/officeDocument/2006/relationships/image" Target="/ppt/media/image4.svg" Id="R1bed4b13d42e4bc6" /><Relationship Type="http://schemas.openxmlformats.org/officeDocument/2006/relationships/image" Target="/ppt/media/image3.png" Id="R12debb4e57004483" /><Relationship Type="http://schemas.openxmlformats.org/officeDocument/2006/relationships/image" Target="/ppt/media/image3.svg" Id="R6b7715736b57425d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dfe626a90a4af1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b0ea072bbc436e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7c07b3b0ab4fcb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3b498f754f4b02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8cec2f9116400a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d613cf48fa45fd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4f42828b22464b" /><Relationship Type="http://schemas.openxmlformats.org/officeDocument/2006/relationships/image" Target="/ppt/media/image5.png" Id="Rea9f509de51842d0" /><Relationship Type="http://schemas.openxmlformats.org/officeDocument/2006/relationships/image" Target="/ppt/media/image5.svg" Id="Rf3182aca9c384245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eed08437044b4e" /><Relationship Type="http://schemas.openxmlformats.org/officeDocument/2006/relationships/image" Target="/ppt/media/image5.png" Id="Rf494bb5e5d1a422f" /><Relationship Type="http://schemas.openxmlformats.org/officeDocument/2006/relationships/image" Target="/ppt/media/image5.svg" Id="R631ee674bc95431c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16715a989b4183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050f39f9c04745" /><Relationship Type="http://schemas.openxmlformats.org/officeDocument/2006/relationships/image" Target="/ppt/media/image4.png" Id="R4a4279b4aab64d55" /><Relationship Type="http://schemas.openxmlformats.org/officeDocument/2006/relationships/image" Target="/ppt/media/image4.svg" Id="R028fb2d778c644f9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5e984129c64d9e" /><Relationship Type="http://schemas.openxmlformats.org/officeDocument/2006/relationships/image" Target="/ppt/media/image4.png" Id="Rc1c719c3f3784ae9" /><Relationship Type="http://schemas.openxmlformats.org/officeDocument/2006/relationships/image" Target="/ppt/media/image4.svg" Id="Ra607ab71be49429f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044d165acb4bdd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2d8b7fce9246a2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3f1bf7c16341e4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d3f92586c94912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c841f42b424b54" /><Relationship Type="http://schemas.openxmlformats.org/officeDocument/2006/relationships/image" Target="/ppt/media/image3.png" Id="R61bf21bf78ab4e59" /><Relationship Type="http://schemas.openxmlformats.org/officeDocument/2006/relationships/image" Target="/ppt/media/image3.svg" Id="R7775b9481f48422b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d229966f904a4e" /><Relationship Type="http://schemas.openxmlformats.org/officeDocument/2006/relationships/image" Target="/ppt/media/image3.png" Id="R4041f4f7066f4cf2" /><Relationship Type="http://schemas.openxmlformats.org/officeDocument/2006/relationships/image" Target="/ppt/media/image3.svg" Id="Rd02a89d45c3146af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aea51560a34a8c" /><Relationship Type="http://schemas.openxmlformats.org/officeDocument/2006/relationships/image" Target="/ppt/media/image3.png" Id="Rbe31ee7c8c154d0c" /><Relationship Type="http://schemas.openxmlformats.org/officeDocument/2006/relationships/image" Target="/ppt/media/image3.svg" Id="R3fa9783dd9f647c6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cfb0227072482e" /><Relationship Type="http://schemas.openxmlformats.org/officeDocument/2006/relationships/image" Target="/ppt/media/image3.png" Id="R3c78835cb8614e01" /><Relationship Type="http://schemas.openxmlformats.org/officeDocument/2006/relationships/image" Target="/ppt/media/image3.svg" Id="R8c8e611cd6db418b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8b22aebec574721" /><Relationship Type="http://schemas.openxmlformats.org/officeDocument/2006/relationships/image" Target="/ppt/media/image3.png" Id="R180b13876dbe49cb" /><Relationship Type="http://schemas.openxmlformats.org/officeDocument/2006/relationships/image" Target="/ppt/media/image3.svg" Id="Rcafbf6b7831442aa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2f0a94d8db47b8" /><Relationship Type="http://schemas.openxmlformats.org/officeDocument/2006/relationships/image" Target="/ppt/media/image3.png" Id="Rb175c44cbe214176" /><Relationship Type="http://schemas.openxmlformats.org/officeDocument/2006/relationships/image" Target="/ppt/media/image3.svg" Id="Rd29a43a6f04845dc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91b000ab8840e3" /><Relationship Type="http://schemas.openxmlformats.org/officeDocument/2006/relationships/image" Target="/ppt/media/image3.png" Id="Rff3eadb242954705" /><Relationship Type="http://schemas.openxmlformats.org/officeDocument/2006/relationships/image" Target="/ppt/media/image3.svg" Id="R392069ae4e34464b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90fdbddae6484c" /><Relationship Type="http://schemas.openxmlformats.org/officeDocument/2006/relationships/image" Target="/ppt/media/image3.png" Id="R9cb140b75bea48dc" /><Relationship Type="http://schemas.openxmlformats.org/officeDocument/2006/relationships/image" Target="/ppt/media/image3.svg" Id="R021a2e2048e94b9b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4f62cb3fca64a0b" /><Relationship Type="http://schemas.openxmlformats.org/officeDocument/2006/relationships/image" Target="/ppt/media/image3.png" Id="R9003326d5f264a92" /><Relationship Type="http://schemas.openxmlformats.org/officeDocument/2006/relationships/image" Target="/ppt/media/image3.svg" Id="Rcf2103e61e534730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7f6e13d0944532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71ab59036f4ded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e5fc67de834967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c08934662d444f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3adf8e415d4c3f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a55228952f4651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b7c1f1feb24b05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9cc5693c9c4e3b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755d2d5cdd4e86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50c3f9845f4fe7" /><Relationship Type="http://schemas.openxmlformats.org/officeDocument/2006/relationships/image" Target="/ppt/media/image3.png" Id="Rac41a891ab464289" /><Relationship Type="http://schemas.openxmlformats.org/officeDocument/2006/relationships/image" Target="/ppt/media/image3.svg" Id="Rd2bb8471563143e7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f56744ae8747ce" /><Relationship Type="http://schemas.openxmlformats.org/officeDocument/2006/relationships/image" Target="/ppt/media/image3.png" Id="R630c1bbae51f4233" /><Relationship Type="http://schemas.openxmlformats.org/officeDocument/2006/relationships/image" Target="/ppt/media/image3.svg" Id="R3b46dc27245440ba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0fa5afb406406e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fa947f9a154526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40ff1f6b1e4dba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8e78330fe04295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5783dd8bac84d66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97ef5d48aa4c61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d073c348d54fbd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abb8206b6e4b73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d711d3c59a4044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d98be0bf864a02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7b784b902c4cb5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1431a9eb604cf8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e9d7d55cbd409d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a414af927941b7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8ee3e75524434a" /><Relationship Type="http://schemas.openxmlformats.org/officeDocument/2006/relationships/image" Target="/ppt/media/image.png" Id="Rdc327b7649564357" /><Relationship Type="http://schemas.openxmlformats.org/officeDocument/2006/relationships/image" Target="/ppt/media/image.svg" Id="Rb1a9a43b213e4610" /></Relationships>
</file>

<file path=ppt/slideLayouts/slideLayout1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5affc3d424820">
            <a:extLst>
              <a:ext uri="{96DAC541-7B7A-43D3-8B79-37D633B846F1}">
                <asvg:svgBlip xmlns:asvg="http://schemas.microsoft.com/office/drawing/2016/SVG/main" r:embed="Ra5a47bc48a6941b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8F691CA-EE3F-7A8F-A5A6-1F794D5A95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1" y="1888014"/>
            <a:ext cx="11819898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516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Internal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8E99E6B3-1DE5-748B-A56B-C7615EF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</p:spTree>
  </p:cSld>
  <p:hf sldNum="0" hdr="0" ftr="0" dt="0"/>
</p:sldLayout>
</file>

<file path=ppt/slideLayouts/slideLayout3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871BB6F-EFAE-301F-F208-0B7469EED2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2E1FE7D-954E-AEB3-9C9A-D0BD3800BF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263D801C-188C-44C5-B2BC-C7DFB719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8d91b37bed04be8">
              <a:extLst>
                <a:ext uri="{96DAC541-7B7A-43D3-8B79-37D633B846F1}">
                  <asvg:svgBlip xmlns:asvg="http://schemas.microsoft.com/office/drawing/2016/SVG/main" r:embed="R024b07f2e3584a9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0AC871A-78D1-2A57-A451-8BE4A24D5D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29A9E342-384D-43CF-BCC3-B363D6D7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82BCDE9-0F2F-5D9A-810C-54EB157720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7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91027314d524196">
              <a:extLst>
                <a:ext uri="{96DAC541-7B7A-43D3-8B79-37D633B846F1}">
                  <asvg:svgBlip xmlns:asvg="http://schemas.microsoft.com/office/drawing/2016/SVG/main" r:embed="R54edd8ad00d04c2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688C416-B718-7A03-7534-64C9820B20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8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BB901F-700F-BCFD-B953-270AAAD665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9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27dfffcc8eb4009">
              <a:extLst>
                <a:ext uri="{96DAC541-7B7A-43D3-8B79-37D633B846F1}">
                  <asvg:svgBlip xmlns:asvg="http://schemas.microsoft.com/office/drawing/2016/SVG/main" r:embed="Rfb8b6d095d454cd3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B36E3A5-28C1-A8ED-6372-BFBC6874BE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0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8D2C0D14-F88E-83FF-9EF1-3A95A94A82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1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756529dbc004d3e">
              <a:extLst>
                <a:ext uri="{96DAC541-7B7A-43D3-8B79-37D633B846F1}">
                  <asvg:svgBlip xmlns:asvg="http://schemas.microsoft.com/office/drawing/2016/SVG/main" r:embed="R874802c020b54217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a823d857c144bca">
              <a:extLst>
                <a:ext uri="{96DAC541-7B7A-43D3-8B79-37D633B846F1}">
                  <asvg:svgBlip xmlns:asvg="http://schemas.microsoft.com/office/drawing/2016/SVG/main" r:embed="Raabcfcaf4306447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C0BE0AA-F78B-70D0-0E69-562A057B973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2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93FA1141-1E53-4DC1-FA7F-C638252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13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38245E42-D35E-485A-B39F-80C9F86D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C754ABC-A4AC-142B-571C-3091A40737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4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36BC487F-57D9-4FC2-B87E-B6261893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5946858-AA21-D05F-D0B4-5BB40EEC50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5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2F753980-5DBC-4849-BDB4-218B353E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6D1AF19-F2EC-08C6-F957-33F3771D66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6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10B63787-528B-4D8E-BC93-7F774189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48F457A-583D-92B8-6151-88E9B36FCC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7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</a:t>
            </a:r>
            <a:br/>
            <a:r>
              <a:t>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450DE90C-0404-4115-A93B-A0EB63F7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DB0AB5D-5A54-A209-82C9-6DCC600350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8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d9012f49a5c4008">
              <a:extLst>
                <a:ext uri="{96DAC541-7B7A-43D3-8B79-37D633B846F1}">
                  <asvg:svgBlip xmlns:asvg="http://schemas.microsoft.com/office/drawing/2016/SVG/main" r:embed="Rfc290a7d785b4fcb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d9012f49a5c4008">
              <a:extLst>
                <a:ext uri="{96DAC541-7B7A-43D3-8B79-37D633B846F1}">
                  <asvg:svgBlip xmlns:asvg="http://schemas.microsoft.com/office/drawing/2016/SVG/main" r:embed="Rfc290a7d785b4fcb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d9012f49a5c4008">
              <a:extLst>
                <a:ext uri="{96DAC541-7B7A-43D3-8B79-37D633B846F1}">
                  <asvg:svgBlip xmlns:asvg="http://schemas.microsoft.com/office/drawing/2016/SVG/main" r:embed="Rfc290a7d785b4fcb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d9012f49a5c4008">
              <a:extLst>
                <a:ext uri="{96DAC541-7B7A-43D3-8B79-37D633B846F1}">
                  <asvg:svgBlip xmlns:asvg="http://schemas.microsoft.com/office/drawing/2016/SVG/main" r:embed="Rfc290a7d785b4fcb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DB46B028-2BF5-4D22-94C3-8E44C38D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B9C1BB8-637F-1441-F76C-578C29AF1F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9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ae32fbc77974fa5">
              <a:extLst>
                <a:ext uri="{96DAC541-7B7A-43D3-8B79-37D633B846F1}">
                  <asvg:svgBlip xmlns:asvg="http://schemas.microsoft.com/office/drawing/2016/SVG/main" r:embed="R35d8af85ffce432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ae32fbc77974fa5">
              <a:extLst>
                <a:ext uri="{96DAC541-7B7A-43D3-8B79-37D633B846F1}">
                  <asvg:svgBlip xmlns:asvg="http://schemas.microsoft.com/office/drawing/2016/SVG/main" r:embed="R35d8af85ffce432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ae32fbc77974fa5">
              <a:extLst>
                <a:ext uri="{96DAC541-7B7A-43D3-8B79-37D633B846F1}">
                  <asvg:svgBlip xmlns:asvg="http://schemas.microsoft.com/office/drawing/2016/SVG/main" r:embed="R35d8af85ffce432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ae32fbc77974fa5">
              <a:extLst>
                <a:ext uri="{96DAC541-7B7A-43D3-8B79-37D633B846F1}">
                  <asvg:svgBlip xmlns:asvg="http://schemas.microsoft.com/office/drawing/2016/SVG/main" r:embed="R35d8af85ffce432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ae32fbc77974fa5">
              <a:extLst>
                <a:ext uri="{96DAC541-7B7A-43D3-8B79-37D633B846F1}">
                  <asvg:svgBlip xmlns:asvg="http://schemas.microsoft.com/office/drawing/2016/SVG/main" r:embed="R35d8af85ffce432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AAE281B4-0734-44CB-9CFD-49A39C58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C15237-8C4B-5CE5-1444-3F5B79989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0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0E46D4D-0800-4528-8A7A-CC95181D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B22D338-2DE2-57A7-2315-6398C8000C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1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8c64eea3ee94c28">
              <a:extLst>
                <a:ext uri="{96DAC541-7B7A-43D3-8B79-37D633B846F1}">
                  <asvg:svgBlip xmlns:asvg="http://schemas.microsoft.com/office/drawing/2016/SVG/main" r:embed="Ra9c1c72cf1154fdf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8c64eea3ee94c28">
              <a:extLst>
                <a:ext uri="{96DAC541-7B7A-43D3-8B79-37D633B846F1}">
                  <asvg:svgBlip xmlns:asvg="http://schemas.microsoft.com/office/drawing/2016/SVG/main" r:embed="Ra9c1c72cf1154fdf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BEF307C-9921-40FA-8669-651400BF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57BF760-D696-AA88-AC7E-917EB456BA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2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0ac173455ca406a">
              <a:extLst>
                <a:ext uri="{96DAC541-7B7A-43D3-8B79-37D633B846F1}">
                  <asvg:svgBlip xmlns:asvg="http://schemas.microsoft.com/office/drawing/2016/SVG/main" r:embed="R34c36bb5eef34afd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0ac173455ca406a">
              <a:extLst>
                <a:ext uri="{96DAC541-7B7A-43D3-8B79-37D633B846F1}">
                  <asvg:svgBlip xmlns:asvg="http://schemas.microsoft.com/office/drawing/2016/SVG/main" r:embed="R34c36bb5eef34afd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0ac173455ca406a">
              <a:extLst>
                <a:ext uri="{96DAC541-7B7A-43D3-8B79-37D633B846F1}">
                  <asvg:svgBlip xmlns:asvg="http://schemas.microsoft.com/office/drawing/2016/SVG/main" r:embed="R34c36bb5eef34afd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9DBBA3F-51D1-4F8D-A7AD-D61E4FE3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12C18C3-8A45-BC5E-BE85-99504F2FA5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3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802ED23-8492-1E0C-8EE1-4A9DF0F6F2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4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44978086-CE04-4CB8-AE05-C6939614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D92081D-23F3-008A-A6BE-59611FC474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5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17C527D6-6C28-41D5-A269-6DEEC3A41A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0D88EC9E-2990-4172-9E2E-449A7E0080D1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54D16AC8-7DFB-4A14-A08C-6C4D9932796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D8C291ED-47A0-478C-B2EA-4A22D0EDFB0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A15A992-E7DC-4CF9-97B7-671E887E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E06E221-51AD-2F07-ACD2-F7DB2366AB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6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6C9319C-4638-77F9-F9DD-D199D9AD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27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D3172633-742A-4CCC-9DB3-ADAD0C4F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4087a57d1064e93">
              <a:extLst>
                <a:ext uri="{96DAC541-7B7A-43D3-8B79-37D633B846F1}">
                  <asvg:svgBlip xmlns:asvg="http://schemas.microsoft.com/office/drawing/2016/SVG/main" r:embed="Rc00ab85fd1814bc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298D89E-B220-5C5C-9628-5573A5DC1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8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08945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08945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E377680D-F5D2-4370-AA76-4CF8D165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04bacefeaab447f">
              <a:extLst>
                <a:ext uri="{96DAC541-7B7A-43D3-8B79-37D633B846F1}">
                  <asvg:svgBlip xmlns:asvg="http://schemas.microsoft.com/office/drawing/2016/SVG/main" r:embed="Rf1abb66b5bbb403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139FEC0-8662-DD38-36B1-29642E891E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9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17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476153A-4B2F-47E6-ADB9-C964306A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352217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45f374033f842d0">
              <a:extLst>
                <a:ext uri="{96DAC541-7B7A-43D3-8B79-37D633B846F1}">
                  <asvg:svgBlip xmlns:asvg="http://schemas.microsoft.com/office/drawing/2016/SVG/main" r:embed="Rbec1ced34ad0403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E457095-AC0E-3A29-8C65-F151D65E5A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0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0F4B8168-E21A-4957-B949-4200F572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55aad05f0ef43cc">
              <a:extLst>
                <a:ext uri="{96DAC541-7B7A-43D3-8B79-37D633B846F1}">
                  <asvg:svgBlip xmlns:asvg="http://schemas.microsoft.com/office/drawing/2016/SVG/main" r:embed="Re9ea688eb7474f7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AE83C04-AC88-496F-C5E9-9607709685D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1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162840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09081D3-D987-4259-8A2F-DAB1D280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34ae2cfdf0a4e94">
              <a:extLst>
                <a:ext uri="{96DAC541-7B7A-43D3-8B79-37D633B846F1}">
                  <asvg:svgBlip xmlns:asvg="http://schemas.microsoft.com/office/drawing/2016/SVG/main" r:embed="R9a4f59c29086460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B1FD9D6-C5E0-D6A8-155E-A9AB8CF2AB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2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2703802-C044-43D9-89A2-C4CE8F44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6ea2b18f05d4f0c">
              <a:extLst>
                <a:ext uri="{96DAC541-7B7A-43D3-8B79-37D633B846F1}">
                  <asvg:svgBlip xmlns:asvg="http://schemas.microsoft.com/office/drawing/2016/SVG/main" r:embed="R3decdf44ae4245d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89110E-B6FC-8FEE-28DA-532B66BBE9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3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B1ED69B-D49F-4B28-9F55-7D390015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27cccd37a3545f3">
              <a:extLst>
                <a:ext uri="{96DAC541-7B7A-43D3-8B79-37D633B846F1}">
                  <asvg:svgBlip xmlns:asvg="http://schemas.microsoft.com/office/drawing/2016/SVG/main" r:embed="R50fd8b0129454923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A392DC9-F96A-D1AB-7AD7-073C73B50C7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4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DE5674DA-5821-438F-AB9E-F700EA17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9481ed60ee74f7d">
              <a:extLst>
                <a:ext uri="{96DAC541-7B7A-43D3-8B79-37D633B846F1}">
                  <asvg:svgBlip xmlns:asvg="http://schemas.microsoft.com/office/drawing/2016/SVG/main" r:embed="Rc4f07d02fc374ba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7CA19A7-5D26-A88E-D333-276E8D3E2E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5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6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A1681FA3-7BB5-4A6D-BA84-749A6515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13310c1d345498c">
              <a:extLst>
                <a:ext uri="{96DAC541-7B7A-43D3-8B79-37D633B846F1}">
                  <asvg:svgBlip xmlns:asvg="http://schemas.microsoft.com/office/drawing/2016/SVG/main" r:embed="R1796cbe5b310475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A6232AB-3A7E-ECB0-7222-1EB36DAD327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6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AC9520-13F8-5FDB-0587-9080D7A16D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7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089455"/>
            <a:ext cx="3010007" cy="19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CD1AFA8-937A-354A-7AA8-970370B6E4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8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2"/>
          </a:xfrm>
        </p:spPr>
        <p:txBody>
          <a:bodyPr xmlns:a="http://schemas.openxmlformats.org/drawingml/2006/main" lIns="324000" tIns="2052000" rIns="208800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383068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7" y="2181446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87324A-3372-09CC-D7F5-1944113FAD2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9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0928E5C-C235-8A42-4E52-9D8AB49C03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0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F1F8642-68C1-00B9-516E-C418C6A39D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1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00917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6152D4A-93EA-73F0-2FEF-2DB9BC1C54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2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7EAAF1-BEA8-0E9C-F283-B52C927A4EB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3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03649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6"/>
            <a:ext cx="3009172" cy="19734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BF6DF0-8D04-6447-4652-A0642E05D6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4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03649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806C6E3D-AC22-49F1-9E37-E75240C9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FB33B2-D079-87F5-71B4-2ADB190DEC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5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80d4a5a298e4b55">
              <a:extLst>
                <a:ext uri="{96DAC541-7B7A-43D3-8B79-37D633B846F1}">
                  <asvg:svgBlip xmlns:asvg="http://schemas.microsoft.com/office/drawing/2016/SVG/main" r:embed="Rf424ac0fa5d2412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3D261CB-EC76-25EB-DE34-551800332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6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8086fdc98124c2f">
              <a:extLst>
                <a:ext uri="{96DAC541-7B7A-43D3-8B79-37D633B846F1}">
                  <asvg:svgBlip xmlns:asvg="http://schemas.microsoft.com/office/drawing/2016/SVG/main" r:embed="R3ee5f7dea479463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8C4DC39-8670-C731-5DE0-D87AB8C6F7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7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912952A-E1C6-56C8-7F75-622520F49A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8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E2BEB23C-F999-182D-14B0-2EB2403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49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2B99FE2F-1636-4AAB-9BD5-59036BEF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CD6A6ED-35E6-09D7-E56F-AFA4A4176D2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0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5A9DE676-4990-4948-AD3B-5A023384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6104DF8-A5AA-8F9E-8DA7-77DA9ED446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1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757F26BE-BD53-44A5-89D1-155809DD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CE2B948D-72E4-E7FE-4BD7-3B95572BAE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2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671A2684-44C8-4A08-8E8D-1F8B11B9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17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0C44354-1542-DBD3-2A2A-92693C264A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3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E5680BF2-3957-4342-9BA8-2BFFD341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76DAF30-5DD9-E102-B624-FF55D8424C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4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50A3ABD-8F1D-4BEB-B03D-51DB2137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626A1A2-FE7A-6A06-5BF4-A97688A3FF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5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E81AEEE0-F259-47D3-999E-71613BEA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F6E9490-25D4-89D2-BE60-86751A6ADB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6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5D47B071-DCA5-4048-90C3-B5F7676E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93E937-D47C-705B-493A-D76A77F6C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7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98EF842B-9A7F-424C-9796-5188C0AF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EF22AA7-4B2F-A4FD-0470-A0B53698D1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8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355E092-ED81-4CD2-9BC6-A87D3CF4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13073F-DEA9-EEAF-CDEC-A4FC1C7D5F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9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F952C66-9275-515B-A11A-7335773C4D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0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75D87D-0B4A-099C-4511-A73951471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1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D5613D96-F52D-40C1-A03A-0A6AF54D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f98c6b9dc4446">
            <a:extLst>
              <a:ext uri="{96DAC541-7B7A-43D3-8B79-37D633B846F1}">
                <asvg:svgBlip xmlns:asvg="http://schemas.microsoft.com/office/drawing/2016/SVG/main" r:embed="Rdc4408887ab0493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9503475-B4EB-E867-B3EE-778A48444B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2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82A32AF-9D28-410C-AE2C-602489AC6B1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090A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3C98DB7D-FFAF-C7E0-3815-603A540F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AC675CBC-36B8-651B-A108-75672A6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7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72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External 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1faa1c5df48e4">
            <a:extLst>
              <a:ext uri="{96DAC541-7B7A-43D3-8B79-37D633B846F1}">
                <asvg:svgBlip xmlns:asvg="http://schemas.microsoft.com/office/drawing/2016/SVG/main" r:embed="Ra94acb37af0f48c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2A6CD84-0665-650C-A8EB-902161196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5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54380432-9604-C925-2173-EB70486C3F7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5CE5A49-2ACE-6B15-51E6-938B1FAA271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2333938A-05C9-4B2F-87C6-028FADAB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cc76a4bb21e4bd8">
              <a:extLst>
                <a:ext uri="{96DAC541-7B7A-43D3-8B79-37D633B846F1}">
                  <asvg:svgBlip xmlns:asvg="http://schemas.microsoft.com/office/drawing/2016/SVG/main" r:embed="R3225b03e898b44b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6395ED0-EBC0-52CC-9CEE-CDE19B742B7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8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5FFE8CD-C966-41F9-8525-4D746120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DF52CCBD-5B28-346F-2D75-F25EF36C18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9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7c37befae784c3b">
              <a:extLst>
                <a:ext uri="{96DAC541-7B7A-43D3-8B79-37D633B846F1}">
                  <asvg:svgBlip xmlns:asvg="http://schemas.microsoft.com/office/drawing/2016/SVG/main" r:embed="R45fb8990e5bb424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367D09B0-2E45-B728-AF7F-6BDFD386C573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0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2F4F3DE1-B64E-5D9B-955A-CF5E0B80F3BA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1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0bcf89829824fc4">
              <a:extLst>
                <a:ext uri="{96DAC541-7B7A-43D3-8B79-37D633B846F1}">
                  <asvg:svgBlip xmlns:asvg="http://schemas.microsoft.com/office/drawing/2016/SVG/main" r:embed="Rcc5026f80f7d438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C2B79A6B-713B-C129-AB21-B132EF55959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F30EC9CB-C78C-88BF-499F-971417A04015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3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936bef83ff44194">
              <a:extLst>
                <a:ext uri="{96DAC541-7B7A-43D3-8B79-37D633B846F1}">
                  <asvg:svgBlip xmlns:asvg="http://schemas.microsoft.com/office/drawing/2016/SVG/main" r:embed="R1bed4b13d42e4bc6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2debb4e57004483">
              <a:extLst>
                <a:ext uri="{96DAC541-7B7A-43D3-8B79-37D633B846F1}">
                  <asvg:svgBlip xmlns:asvg="http://schemas.microsoft.com/office/drawing/2016/SVG/main" r:embed="R6b7715736b57425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26897B6-5FF0-F5C9-1D60-846D647AA458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4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9553B833-57AE-D539-DC9F-F2C2D35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168B5C77-8229-4161-A419-49987FD8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4B2B5BE-7FE0-0E4E-3BC7-E07C02D4B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F05A5B82-91CA-4A42-BBC1-B753FDE7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47EA4193-CC86-DD26-92E5-CBE7C2F713E3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53C6EA3E-FD06-4A1B-BA82-D7590375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20CFBF48-E365-A3FC-3135-DB1978F78FF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D398BA61-833A-4744-B95B-3E2EFE11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7DD511E2-EBC1-ACE3-221F-9BFFB7208994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72D1E94F-581A-41F1-83F1-6D7385B2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367EF3CB-FA74-F99C-9F34-EFC15B09026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0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a9f509de51842d0">
              <a:extLst>
                <a:ext uri="{96DAC541-7B7A-43D3-8B79-37D633B846F1}">
                  <asvg:svgBlip xmlns:asvg="http://schemas.microsoft.com/office/drawing/2016/SVG/main" r:embed="Rf3182aca9c38424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a9f509de51842d0">
              <a:extLst>
                <a:ext uri="{96DAC541-7B7A-43D3-8B79-37D633B846F1}">
                  <asvg:svgBlip xmlns:asvg="http://schemas.microsoft.com/office/drawing/2016/SVG/main" r:embed="Rf3182aca9c38424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a9f509de51842d0">
              <a:extLst>
                <a:ext uri="{96DAC541-7B7A-43D3-8B79-37D633B846F1}">
                  <asvg:svgBlip xmlns:asvg="http://schemas.microsoft.com/office/drawing/2016/SVG/main" r:embed="Rf3182aca9c38424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a9f509de51842d0">
              <a:extLst>
                <a:ext uri="{96DAC541-7B7A-43D3-8B79-37D633B846F1}">
                  <asvg:svgBlip xmlns:asvg="http://schemas.microsoft.com/office/drawing/2016/SVG/main" r:embed="Rf3182aca9c38424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612ADF29-8531-473C-85C5-D0888690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9515DB7-E267-98F8-A0A7-9F4339CE4664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1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494bb5e5d1a422f">
              <a:extLst>
                <a:ext uri="{96DAC541-7B7A-43D3-8B79-37D633B846F1}">
                  <asvg:svgBlip xmlns:asvg="http://schemas.microsoft.com/office/drawing/2016/SVG/main" r:embed="R631ee674bc95431c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494bb5e5d1a422f">
              <a:extLst>
                <a:ext uri="{96DAC541-7B7A-43D3-8B79-37D633B846F1}">
                  <asvg:svgBlip xmlns:asvg="http://schemas.microsoft.com/office/drawing/2016/SVG/main" r:embed="R631ee674bc95431c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494bb5e5d1a422f">
              <a:extLst>
                <a:ext uri="{96DAC541-7B7A-43D3-8B79-37D633B846F1}">
                  <asvg:svgBlip xmlns:asvg="http://schemas.microsoft.com/office/drawing/2016/SVG/main" r:embed="R631ee674bc95431c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494bb5e5d1a422f">
              <a:extLst>
                <a:ext uri="{96DAC541-7B7A-43D3-8B79-37D633B846F1}">
                  <asvg:svgBlip xmlns:asvg="http://schemas.microsoft.com/office/drawing/2016/SVG/main" r:embed="R631ee674bc95431c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494bb5e5d1a422f">
              <a:extLst>
                <a:ext uri="{96DAC541-7B7A-43D3-8B79-37D633B846F1}">
                  <asvg:svgBlip xmlns:asvg="http://schemas.microsoft.com/office/drawing/2016/SVG/main" r:embed="R631ee674bc95431c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A516755A-17D2-4163-9823-6C83DFA3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E89C19EB-5D9D-DC1F-4F76-85903C1875F9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2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27C22C6-2D9A-4162-AC69-98AD4B7D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31F3B9CD-DFDE-15C5-DB6E-42DD1A654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3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a4279b4aab64d55">
              <a:extLst>
                <a:ext uri="{96DAC541-7B7A-43D3-8B79-37D633B846F1}">
                  <asvg:svgBlip xmlns:asvg="http://schemas.microsoft.com/office/drawing/2016/SVG/main" r:embed="R028fb2d778c644f9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a4279b4aab64d55">
              <a:extLst>
                <a:ext uri="{96DAC541-7B7A-43D3-8B79-37D633B846F1}">
                  <asvg:svgBlip xmlns:asvg="http://schemas.microsoft.com/office/drawing/2016/SVG/main" r:embed="R028fb2d778c644f9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2AE67E1-AE44-428D-80AA-702C9662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B31969E9-4E72-A6F6-D69F-3F57B4E474C5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4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1c719c3f3784ae9">
              <a:extLst>
                <a:ext uri="{96DAC541-7B7A-43D3-8B79-37D633B846F1}">
                  <asvg:svgBlip xmlns:asvg="http://schemas.microsoft.com/office/drawing/2016/SVG/main" r:embed="Ra607ab71be49429f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1c719c3f3784ae9">
              <a:extLst>
                <a:ext uri="{96DAC541-7B7A-43D3-8B79-37D633B846F1}">
                  <asvg:svgBlip xmlns:asvg="http://schemas.microsoft.com/office/drawing/2016/SVG/main" r:embed="Ra607ab71be49429f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1c719c3f3784ae9">
              <a:extLst>
                <a:ext uri="{96DAC541-7B7A-43D3-8B79-37D633B846F1}">
                  <asvg:svgBlip xmlns:asvg="http://schemas.microsoft.com/office/drawing/2016/SVG/main" r:embed="Ra607ab71be49429f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A663FFAD-A31F-49CF-90AB-CDF58C46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F3CE96E9-3952-BA93-B440-51D726FCA104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5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BA9F4787-6D4D-AA03-BB70-DAF7D93C9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6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ABA0E837-5A75-4F3C-A1A0-185CCA2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81C3BE43-C224-5323-63FD-5028BC0A799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7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F5D511D4-CAB7-4134-B23E-15C473E3013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A0F11EBF-ABCD-4AA7-A720-B40865ECBE57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7FD7C62D-7BDC-4098-A1D1-648DECCADCC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939C5037-0CDA-473A-89C7-BCD14533E46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ED816E0F-D79D-4C2F-9085-7FECE7A3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638B286B-15FC-7186-6057-C6909685C91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8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D4880D8-D519-4803-4CBC-2D72999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EC141AE8-205C-47D0-B1CD-A6D2AC2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1bf21bf78ab4e59">
              <a:extLst>
                <a:ext uri="{96DAC541-7B7A-43D3-8B79-37D633B846F1}">
                  <asvg:svgBlip xmlns:asvg="http://schemas.microsoft.com/office/drawing/2016/SVG/main" r:embed="R7775b9481f48422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35F79F1-7EC4-BCDB-C743-7ADE1582A28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0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52993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095F46B0-EB86-4B3E-A771-CEB25EF4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041f4f7066f4cf2">
              <a:extLst>
                <a:ext uri="{96DAC541-7B7A-43D3-8B79-37D633B846F1}">
                  <asvg:svgBlip xmlns:asvg="http://schemas.microsoft.com/office/drawing/2016/SVG/main" r:embed="Rd02a89d45c3146a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0CAEF1A9-D442-4E29-5BA5-E5B13CAE6970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1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DDBA9E5-6E6C-4EFD-B99A-F7E70435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e31ee7c8c154d0c">
              <a:extLst>
                <a:ext uri="{96DAC541-7B7A-43D3-8B79-37D633B846F1}">
                  <asvg:svgBlip xmlns:asvg="http://schemas.microsoft.com/office/drawing/2016/SVG/main" r:embed="R3fa9783dd9f647c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D74CF844-F9FC-DFB9-F98C-96A77B3EF25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2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CA491D68-B795-450C-BAA5-D44A472E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c78835cb8614e01">
              <a:extLst>
                <a:ext uri="{96DAC541-7B7A-43D3-8B79-37D633B846F1}">
                  <asvg:svgBlip xmlns:asvg="http://schemas.microsoft.com/office/drawing/2016/SVG/main" r:embed="R8c8e611cd6db418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A7224510-ADDB-7B42-F2AF-E7776D97F963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3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EF631BBB-8400-41D7-88AF-E2E7D02D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80b13876dbe49cb">
              <a:extLst>
                <a:ext uri="{96DAC541-7B7A-43D3-8B79-37D633B846F1}">
                  <asvg:svgBlip xmlns:asvg="http://schemas.microsoft.com/office/drawing/2016/SVG/main" r:embed="Rcafbf6b7831442a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1682AE22-A5CE-0823-9E5E-0482DCE2B481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4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5784D3F8-7991-4569-A70C-12EA82CA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175c44cbe214176">
              <a:extLst>
                <a:ext uri="{96DAC541-7B7A-43D3-8B79-37D633B846F1}">
                  <asvg:svgBlip xmlns:asvg="http://schemas.microsoft.com/office/drawing/2016/SVG/main" r:embed="Rd29a43a6f04845d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F7BF2668-42F8-2B50-22FD-EAA5213E11AD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5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3A6DB58-FC86-4635-AF6C-CEF543D9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f3eadb242954705">
              <a:extLst>
                <a:ext uri="{96DAC541-7B7A-43D3-8B79-37D633B846F1}">
                  <asvg:svgBlip xmlns:asvg="http://schemas.microsoft.com/office/drawing/2016/SVG/main" r:embed="R392069ae4e34464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90F00A3-D857-D898-B470-B8F7B870B54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6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2BF45664-6D55-43C2-A46F-9D0180E4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cb140b75bea48dc">
              <a:extLst>
                <a:ext uri="{96DAC541-7B7A-43D3-8B79-37D633B846F1}">
                  <asvg:svgBlip xmlns:asvg="http://schemas.microsoft.com/office/drawing/2016/SVG/main" r:embed="R021a2e2048e94b9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FBE9E3A7-190B-B058-4691-06D48DB6E48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7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BFCA956-4AB5-442C-9276-4BF7C5EA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003326d5f264a92">
              <a:extLst>
                <a:ext uri="{96DAC541-7B7A-43D3-8B79-37D633B846F1}">
                  <asvg:svgBlip xmlns:asvg="http://schemas.microsoft.com/office/drawing/2016/SVG/main" r:embed="Rcf2103e61e53473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706DA738-8EEF-4966-90D3-3D5616E120F3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8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1F25016F-BFD7-6FBC-099F-E96592B5B5B4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9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4868F6AF-17C2-DFEA-01E5-7A5C103A2F2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0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6" y="2034705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89F7C6C-DE9E-9A9D-7461-FF6DDDBE3F16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1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BDF38E5-1E6C-E485-B42D-E308F87DB89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2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FA23951E-B7E5-4D65-8B0C-53DD0C1BEBC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3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355388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C4D0FFB6-F5ED-AF25-C78D-7BDF86777E6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4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F5A93A3-9794-CD1F-505F-3F52A31A0421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5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381096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5"/>
            <a:ext cx="3009172" cy="23180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809D3A6E-6BCB-74E4-F084-41AB30AF624E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6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38271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688C61BB-AAC0-4738-B841-33D69FAA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E7AB0FB5-34EC-B359-8FE5-B4D678F882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7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c41a891ab464289">
              <a:extLst>
                <a:ext uri="{96DAC541-7B7A-43D3-8B79-37D633B846F1}">
                  <asvg:svgBlip xmlns:asvg="http://schemas.microsoft.com/office/drawing/2016/SVG/main" r:embed="Rd2bb8471563143e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32CF6322-C029-0332-31CD-85B6E572F2EA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8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30c1bbae51f4233">
              <a:extLst>
                <a:ext uri="{96DAC541-7B7A-43D3-8B79-37D633B846F1}">
                  <asvg:svgBlip xmlns:asvg="http://schemas.microsoft.com/office/drawing/2016/SVG/main" r:embed="R3b46dc27245440b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FD0400A0-6D60-4166-8ED4-1E3517B73885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9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700DD96C-A8E1-6735-BDED-B21D8C2214B1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0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843F95DC-3173-8BF8-8AC3-411B2478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049525AF-CA0C-4EE9-AB5F-922BA14A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30FB54EC-06FF-43DD-EDA8-6D0C75AB006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2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20111BF-679D-40E4-8FC6-01939EA3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1E3C149-7B9F-CE3A-8A48-100477BFA515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3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4BD8B6F2-6C33-4B85-A308-564A771E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A349EE42-911D-8DA1-E004-9BD775176D54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4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4098E421-381A-4722-B224-CD5EB990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2224EFD9-3669-EE1D-455B-1E6088208FB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5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7306FE9E-A1C4-4F13-9325-3B9BCA9B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1C67694A-2E2A-9E72-9DB8-1B3268ECB1B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6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7FD0C8F-53A3-41C8-A08E-62B979AC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541384F-9BC3-4C0E-83F4-091323833D83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7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6FF2A003-E06B-4832-AE6D-1EFBBEA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2F5D2F3B-4E0C-5A62-B648-845A471644B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8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5D076565-6808-46BF-B162-F785C599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A260330-6286-E040-1B80-F4F374F8C5D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9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E4A23A35-3D9C-404E-9E92-8EFC249B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23952F03-3D1A-1156-19FB-0ABE36380B8E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0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  <a:endParaRPr/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3A01F0A-0E82-498A-BD11-C7236B25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5DA5D4D9-BF3D-5F0F-F943-5661B61BD72D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1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F97F7D4-D36F-1C04-29F6-1CA9AD5E8E52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2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A62FB87C-37D4-7DB7-21AB-16A9426BE6AF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3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12BB0368-B434-4CBF-8E91-3553DAC3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27b7649564357">
            <a:extLst>
              <a:ext uri="{96DAC541-7B7A-43D3-8B79-37D633B846F1}">
                <asvg:svgBlip xmlns:asvg="http://schemas.microsoft.com/office/drawing/2016/SVG/main" r:embed="Rb1a9a43b213e461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4D44B14B-7DDE-D876-D72A-C422FD1B82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f1f164a9eeb143a9" /><Relationship Type="http://schemas.openxmlformats.org/officeDocument/2006/relationships/image" Target="/ppt/media/image.svg" Id="Raa163ccfbe274652" /><Relationship Type="http://schemas.openxmlformats.org/officeDocument/2006/relationships/theme" Target="/ppt/slideMasters/theme/theme2.xml" Id="Rbc997a7bdade4014" /><Relationship Type="http://schemas.openxmlformats.org/officeDocument/2006/relationships/slideLayout" Target="/ppt/slideLayouts/slideLayout1.xml" Id="R4fbb19b8d6394fc2" /><Relationship Type="http://schemas.openxmlformats.org/officeDocument/2006/relationships/slideLayout" Target="/ppt/slideLayouts/slideLayout2.xml" Id="R489198a4855d4ebc" /><Relationship Type="http://schemas.openxmlformats.org/officeDocument/2006/relationships/slideLayout" Target="/ppt/slideLayouts/slideLayout3.xml" Id="Rdce614f37288408f" /><Relationship Type="http://schemas.openxmlformats.org/officeDocument/2006/relationships/slideLayout" Target="/ppt/slideLayouts/slideLayout4.xml" Id="Rff9896475c884d61" /><Relationship Type="http://schemas.openxmlformats.org/officeDocument/2006/relationships/slideLayout" Target="/ppt/slideLayouts/slideLayout5.xml" Id="R7a70c7139a2c4bb8" /><Relationship Type="http://schemas.openxmlformats.org/officeDocument/2006/relationships/slideLayout" Target="/ppt/slideLayouts/slideLayout6.xml" Id="R31d451b2c3914c01" /><Relationship Type="http://schemas.openxmlformats.org/officeDocument/2006/relationships/slideLayout" Target="/ppt/slideLayouts/slideLayout7.xml" Id="Rc241f9c6e0b64430" /><Relationship Type="http://schemas.openxmlformats.org/officeDocument/2006/relationships/slideLayout" Target="/ppt/slideLayouts/slideLayout8.xml" Id="Rbaaa159e1a094c1f" /><Relationship Type="http://schemas.openxmlformats.org/officeDocument/2006/relationships/slideLayout" Target="/ppt/slideLayouts/slideLayout9.xml" Id="R9e715be82a844bb6" /><Relationship Type="http://schemas.openxmlformats.org/officeDocument/2006/relationships/slideLayout" Target="/ppt/slideLayouts/slideLayout10.xml" Id="Rdeb237ba9fa4493c" /><Relationship Type="http://schemas.openxmlformats.org/officeDocument/2006/relationships/slideLayout" Target="/ppt/slideLayouts/slideLayout11.xml" Id="R2e0b2660d6f440b2" /><Relationship Type="http://schemas.openxmlformats.org/officeDocument/2006/relationships/slideLayout" Target="/ppt/slideLayouts/slideLayout12.xml" Id="Rd9ba8aa9c7dc432f" /><Relationship Type="http://schemas.openxmlformats.org/officeDocument/2006/relationships/slideLayout" Target="/ppt/slideLayouts/slideLayout13.xml" Id="R64f86d232b214c5c" /><Relationship Type="http://schemas.openxmlformats.org/officeDocument/2006/relationships/slideLayout" Target="/ppt/slideLayouts/slideLayout14.xml" Id="R7fd630cdd0d4418b" /><Relationship Type="http://schemas.openxmlformats.org/officeDocument/2006/relationships/slideLayout" Target="/ppt/slideLayouts/slideLayout15.xml" Id="R18e7d5f76f2e43f5" /><Relationship Type="http://schemas.openxmlformats.org/officeDocument/2006/relationships/slideLayout" Target="/ppt/slideLayouts/slideLayout16.xml" Id="R9367745a31754376" /><Relationship Type="http://schemas.openxmlformats.org/officeDocument/2006/relationships/slideLayout" Target="/ppt/slideLayouts/slideLayout17.xml" Id="Ra899020818ce4955" /><Relationship Type="http://schemas.openxmlformats.org/officeDocument/2006/relationships/slideLayout" Target="/ppt/slideLayouts/slideLayout18.xml" Id="Rfa22695571e24667" /><Relationship Type="http://schemas.openxmlformats.org/officeDocument/2006/relationships/slideLayout" Target="/ppt/slideLayouts/slideLayout19.xml" Id="R90c6712f90fa4632" /><Relationship Type="http://schemas.openxmlformats.org/officeDocument/2006/relationships/slideLayout" Target="/ppt/slideLayouts/slideLayout20.xml" Id="R111241c624344ff6" /><Relationship Type="http://schemas.openxmlformats.org/officeDocument/2006/relationships/slideLayout" Target="/ppt/slideLayouts/slideLayout21.xml" Id="Rb829ab4f2aa7456c" /><Relationship Type="http://schemas.openxmlformats.org/officeDocument/2006/relationships/slideLayout" Target="/ppt/slideLayouts/slideLayout22.xml" Id="R91246759606f46a8" /><Relationship Type="http://schemas.openxmlformats.org/officeDocument/2006/relationships/slideLayout" Target="/ppt/slideLayouts/slideLayout23.xml" Id="R8da2d0d272f649a7" /><Relationship Type="http://schemas.openxmlformats.org/officeDocument/2006/relationships/slideLayout" Target="/ppt/slideLayouts/slideLayout24.xml" Id="R5c8d64577ea648c6" /><Relationship Type="http://schemas.openxmlformats.org/officeDocument/2006/relationships/slideLayout" Target="/ppt/slideLayouts/slideLayout25.xml" Id="Rf3eedb4a1fc14fc2" /><Relationship Type="http://schemas.openxmlformats.org/officeDocument/2006/relationships/slideLayout" Target="/ppt/slideLayouts/slideLayout26.xml" Id="Raac3761b19bb4730" /><Relationship Type="http://schemas.openxmlformats.org/officeDocument/2006/relationships/slideLayout" Target="/ppt/slideLayouts/slideLayout27.xml" Id="R17e15eba05d944ff" /><Relationship Type="http://schemas.openxmlformats.org/officeDocument/2006/relationships/slideLayout" Target="/ppt/slideLayouts/slideLayout28.xml" Id="R6ac5ff5608fa4a72" /><Relationship Type="http://schemas.openxmlformats.org/officeDocument/2006/relationships/slideLayout" Target="/ppt/slideLayouts/slideLayout29.xml" Id="R0a19ae800e4241de" /><Relationship Type="http://schemas.openxmlformats.org/officeDocument/2006/relationships/slideLayout" Target="/ppt/slideLayouts/slideLayout30.xml" Id="R981fb73df8b34f5d" /><Relationship Type="http://schemas.openxmlformats.org/officeDocument/2006/relationships/slideLayout" Target="/ppt/slideLayouts/slideLayout31.xml" Id="Rdcdb83723c994081" /><Relationship Type="http://schemas.openxmlformats.org/officeDocument/2006/relationships/slideLayout" Target="/ppt/slideLayouts/slideLayout32.xml" Id="R4a93f5f3264b420e" /><Relationship Type="http://schemas.openxmlformats.org/officeDocument/2006/relationships/slideLayout" Target="/ppt/slideLayouts/slideLayout33.xml" Id="R5ef50040ce534132" /><Relationship Type="http://schemas.openxmlformats.org/officeDocument/2006/relationships/slideLayout" Target="/ppt/slideLayouts/slideLayout34.xml" Id="Rd16df11eb93342bb" /><Relationship Type="http://schemas.openxmlformats.org/officeDocument/2006/relationships/slideLayout" Target="/ppt/slideLayouts/slideLayout35.xml" Id="Rd3457fb047c64449" /><Relationship Type="http://schemas.openxmlformats.org/officeDocument/2006/relationships/slideLayout" Target="/ppt/slideLayouts/slideLayout36.xml" Id="Re40d9beaebee4f75" /><Relationship Type="http://schemas.openxmlformats.org/officeDocument/2006/relationships/slideLayout" Target="/ppt/slideLayouts/slideLayout37.xml" Id="R0c275eeefa43473c" /><Relationship Type="http://schemas.openxmlformats.org/officeDocument/2006/relationships/slideLayout" Target="/ppt/slideLayouts/slideLayout38.xml" Id="Racf5ed01974a4223" /><Relationship Type="http://schemas.openxmlformats.org/officeDocument/2006/relationships/slideLayout" Target="/ppt/slideLayouts/slideLayout39.xml" Id="R701812cbfd83474a" /><Relationship Type="http://schemas.openxmlformats.org/officeDocument/2006/relationships/slideLayout" Target="/ppt/slideLayouts/slideLayout40.xml" Id="R6fe2ebc7f82b4911" /><Relationship Type="http://schemas.openxmlformats.org/officeDocument/2006/relationships/slideLayout" Target="/ppt/slideLayouts/slideLayout41.xml" Id="R685632f4a6144e64" /><Relationship Type="http://schemas.openxmlformats.org/officeDocument/2006/relationships/slideLayout" Target="/ppt/slideLayouts/slideLayout42.xml" Id="R22de74a521ab4b71" /><Relationship Type="http://schemas.openxmlformats.org/officeDocument/2006/relationships/slideLayout" Target="/ppt/slideLayouts/slideLayout43.xml" Id="Ra5215be31cf6402f" /><Relationship Type="http://schemas.openxmlformats.org/officeDocument/2006/relationships/slideLayout" Target="/ppt/slideLayouts/slideLayout44.xml" Id="Rad44afca261a4025" /><Relationship Type="http://schemas.openxmlformats.org/officeDocument/2006/relationships/slideLayout" Target="/ppt/slideLayouts/slideLayout45.xml" Id="Rdae3054321ba4262" /><Relationship Type="http://schemas.openxmlformats.org/officeDocument/2006/relationships/slideLayout" Target="/ppt/slideLayouts/slideLayout46.xml" Id="R0c9c23ceb9ac4051" /><Relationship Type="http://schemas.openxmlformats.org/officeDocument/2006/relationships/slideLayout" Target="/ppt/slideLayouts/slideLayout47.xml" Id="Rfc8787baa8b1479e" /><Relationship Type="http://schemas.openxmlformats.org/officeDocument/2006/relationships/slideLayout" Target="/ppt/slideLayouts/slideLayout48.xml" Id="Ra8783f90ead640ac" /><Relationship Type="http://schemas.openxmlformats.org/officeDocument/2006/relationships/slideLayout" Target="/ppt/slideLayouts/slideLayout49.xml" Id="R048413cdbc5e4070" /><Relationship Type="http://schemas.openxmlformats.org/officeDocument/2006/relationships/slideLayout" Target="/ppt/slideLayouts/slideLayout50.xml" Id="R53c6cf31d8794916" /><Relationship Type="http://schemas.openxmlformats.org/officeDocument/2006/relationships/slideLayout" Target="/ppt/slideLayouts/slideLayout51.xml" Id="Rad86227cd56946a8" /><Relationship Type="http://schemas.openxmlformats.org/officeDocument/2006/relationships/slideLayout" Target="/ppt/slideLayouts/slideLayout52.xml" Id="R34ef5c3219b94e99" /><Relationship Type="http://schemas.openxmlformats.org/officeDocument/2006/relationships/slideLayout" Target="/ppt/slideLayouts/slideLayout53.xml" Id="R940a12ca7ebc410b" /><Relationship Type="http://schemas.openxmlformats.org/officeDocument/2006/relationships/slideLayout" Target="/ppt/slideLayouts/slideLayout54.xml" Id="R16494ac3b94b4f4c" /><Relationship Type="http://schemas.openxmlformats.org/officeDocument/2006/relationships/slideLayout" Target="/ppt/slideLayouts/slideLayout55.xml" Id="R3b25c8604e164e6f" /><Relationship Type="http://schemas.openxmlformats.org/officeDocument/2006/relationships/slideLayout" Target="/ppt/slideLayouts/slideLayout56.xml" Id="R299e3f287582464f" /><Relationship Type="http://schemas.openxmlformats.org/officeDocument/2006/relationships/slideLayout" Target="/ppt/slideLayouts/slideLayout57.xml" Id="R8848550c429f4b37" /><Relationship Type="http://schemas.openxmlformats.org/officeDocument/2006/relationships/slideLayout" Target="/ppt/slideLayouts/slideLayout58.xml" Id="R172516e8b9954dcf" /><Relationship Type="http://schemas.openxmlformats.org/officeDocument/2006/relationships/slideLayout" Target="/ppt/slideLayouts/slideLayout59.xml" Id="R19a71097f60242a7" /><Relationship Type="http://schemas.openxmlformats.org/officeDocument/2006/relationships/slideLayout" Target="/ppt/slideLayouts/slideLayout60.xml" Id="Rf3ee64001f4a4dbb" /><Relationship Type="http://schemas.openxmlformats.org/officeDocument/2006/relationships/slideLayout" Target="/ppt/slideLayouts/slideLayout61.xml" Id="Rc0c6d27442f64b6a" /><Relationship Type="http://schemas.openxmlformats.org/officeDocument/2006/relationships/slideLayout" Target="/ppt/slideLayouts/slideLayout62.xml" Id="Ra51e2543cbb94b9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32e9a55e669b4402" /><Relationship Type="http://schemas.openxmlformats.org/officeDocument/2006/relationships/image" Target="/ppt/media/image.svg" Id="R2f10f3efb7a843ae" /><Relationship Type="http://schemas.openxmlformats.org/officeDocument/2006/relationships/theme" Target="/ppt/slideMasters/theme/theme3.xml" Id="R5ed9112191454282" /><Relationship Type="http://schemas.openxmlformats.org/officeDocument/2006/relationships/slideLayout" Target="/ppt/slideLayouts/slideLayout63.xml" Id="R2282380cc03d4ab6" /><Relationship Type="http://schemas.openxmlformats.org/officeDocument/2006/relationships/slideLayout" Target="/ppt/slideLayouts/slideLayout64.xml" Id="Rd893d7f41d2c4512" /><Relationship Type="http://schemas.openxmlformats.org/officeDocument/2006/relationships/slideLayout" Target="/ppt/slideLayouts/slideLayout65.xml" Id="R59ffe60f770e498a" /><Relationship Type="http://schemas.openxmlformats.org/officeDocument/2006/relationships/slideLayout" Target="/ppt/slideLayouts/slideLayout66.xml" Id="R3662f2507a384d54" /><Relationship Type="http://schemas.openxmlformats.org/officeDocument/2006/relationships/slideLayout" Target="/ppt/slideLayouts/slideLayout67.xml" Id="R6526537effc84285" /><Relationship Type="http://schemas.openxmlformats.org/officeDocument/2006/relationships/slideLayout" Target="/ppt/slideLayouts/slideLayout68.xml" Id="R6f7c52f0f6ef421f" /><Relationship Type="http://schemas.openxmlformats.org/officeDocument/2006/relationships/slideLayout" Target="/ppt/slideLayouts/slideLayout69.xml" Id="Re5d89d42cc594f1d" /><Relationship Type="http://schemas.openxmlformats.org/officeDocument/2006/relationships/slideLayout" Target="/ppt/slideLayouts/slideLayout70.xml" Id="R75cc8cfb2a0c47a8" /><Relationship Type="http://schemas.openxmlformats.org/officeDocument/2006/relationships/slideLayout" Target="/ppt/slideLayouts/slideLayout71.xml" Id="Re6dd7ca17e364479" /><Relationship Type="http://schemas.openxmlformats.org/officeDocument/2006/relationships/slideLayout" Target="/ppt/slideLayouts/slideLayout72.xml" Id="Rfb79fd6ec5e447b6" /><Relationship Type="http://schemas.openxmlformats.org/officeDocument/2006/relationships/slideLayout" Target="/ppt/slideLayouts/slideLayout73.xml" Id="R8011a5e0969f4309" /><Relationship Type="http://schemas.openxmlformats.org/officeDocument/2006/relationships/slideLayout" Target="/ppt/slideLayouts/slideLayout74.xml" Id="R009b5a1c44a94818" /><Relationship Type="http://schemas.openxmlformats.org/officeDocument/2006/relationships/slideLayout" Target="/ppt/slideLayouts/slideLayout75.xml" Id="Ra77e476ce019437a" /><Relationship Type="http://schemas.openxmlformats.org/officeDocument/2006/relationships/slideLayout" Target="/ppt/slideLayouts/slideLayout76.xml" Id="R4879b64097674cd2" /><Relationship Type="http://schemas.openxmlformats.org/officeDocument/2006/relationships/slideLayout" Target="/ppt/slideLayouts/slideLayout77.xml" Id="Rf28445cd900a46ac" /><Relationship Type="http://schemas.openxmlformats.org/officeDocument/2006/relationships/slideLayout" Target="/ppt/slideLayouts/slideLayout78.xml" Id="Rbcc14c0506f14497" /><Relationship Type="http://schemas.openxmlformats.org/officeDocument/2006/relationships/slideLayout" Target="/ppt/slideLayouts/slideLayout79.xml" Id="Rc8bc1fe5f2b3404e" /><Relationship Type="http://schemas.openxmlformats.org/officeDocument/2006/relationships/slideLayout" Target="/ppt/slideLayouts/slideLayout80.xml" Id="R0c13583c17e644ae" /><Relationship Type="http://schemas.openxmlformats.org/officeDocument/2006/relationships/slideLayout" Target="/ppt/slideLayouts/slideLayout81.xml" Id="Re0a1e53cba914267" /><Relationship Type="http://schemas.openxmlformats.org/officeDocument/2006/relationships/slideLayout" Target="/ppt/slideLayouts/slideLayout82.xml" Id="R8ab880202c2946dc" /><Relationship Type="http://schemas.openxmlformats.org/officeDocument/2006/relationships/slideLayout" Target="/ppt/slideLayouts/slideLayout83.xml" Id="Red734efa31934528" /><Relationship Type="http://schemas.openxmlformats.org/officeDocument/2006/relationships/slideLayout" Target="/ppt/slideLayouts/slideLayout84.xml" Id="R0ca93793bf0942df" /><Relationship Type="http://schemas.openxmlformats.org/officeDocument/2006/relationships/slideLayout" Target="/ppt/slideLayouts/slideLayout85.xml" Id="R34f235d629404c61" /><Relationship Type="http://schemas.openxmlformats.org/officeDocument/2006/relationships/slideLayout" Target="/ppt/slideLayouts/slideLayout86.xml" Id="R9e792e0466464a1c" /><Relationship Type="http://schemas.openxmlformats.org/officeDocument/2006/relationships/slideLayout" Target="/ppt/slideLayouts/slideLayout87.xml" Id="R018e56e4fcd44c1a" /><Relationship Type="http://schemas.openxmlformats.org/officeDocument/2006/relationships/slideLayout" Target="/ppt/slideLayouts/slideLayout88.xml" Id="R1d54825d9a3947b6" /><Relationship Type="http://schemas.openxmlformats.org/officeDocument/2006/relationships/slideLayout" Target="/ppt/slideLayouts/slideLayout89.xml" Id="Ra3594903a976439e" /><Relationship Type="http://schemas.openxmlformats.org/officeDocument/2006/relationships/slideLayout" Target="/ppt/slideLayouts/slideLayout90.xml" Id="Rc90aa9a3f6b248f5" /><Relationship Type="http://schemas.openxmlformats.org/officeDocument/2006/relationships/slideLayout" Target="/ppt/slideLayouts/slideLayout91.xml" Id="R94fc96cbef404b58" /><Relationship Type="http://schemas.openxmlformats.org/officeDocument/2006/relationships/slideLayout" Target="/ppt/slideLayouts/slideLayout92.xml" Id="R11fbe265c6aa4b97" /><Relationship Type="http://schemas.openxmlformats.org/officeDocument/2006/relationships/slideLayout" Target="/ppt/slideLayouts/slideLayout93.xml" Id="R148c5904aa514c33" /><Relationship Type="http://schemas.openxmlformats.org/officeDocument/2006/relationships/slideLayout" Target="/ppt/slideLayouts/slideLayout94.xml" Id="R4b75135851d6407b" /><Relationship Type="http://schemas.openxmlformats.org/officeDocument/2006/relationships/slideLayout" Target="/ppt/slideLayouts/slideLayout95.xml" Id="R6d4aa1e0d3724d64" /><Relationship Type="http://schemas.openxmlformats.org/officeDocument/2006/relationships/slideLayout" Target="/ppt/slideLayouts/slideLayout96.xml" Id="R365eda3cb9d04696" /><Relationship Type="http://schemas.openxmlformats.org/officeDocument/2006/relationships/slideLayout" Target="/ppt/slideLayouts/slideLayout97.xml" Id="R1d119889a8de43f3" /><Relationship Type="http://schemas.openxmlformats.org/officeDocument/2006/relationships/slideLayout" Target="/ppt/slideLayouts/slideLayout98.xml" Id="Rd85016fc95b44f09" /><Relationship Type="http://schemas.openxmlformats.org/officeDocument/2006/relationships/slideLayout" Target="/ppt/slideLayouts/slideLayout99.xml" Id="Re474d7984e214d78" /><Relationship Type="http://schemas.openxmlformats.org/officeDocument/2006/relationships/slideLayout" Target="/ppt/slideLayouts/slideLayout100.xml" Id="Rc0f5614dd7e34b50" /><Relationship Type="http://schemas.openxmlformats.org/officeDocument/2006/relationships/slideLayout" Target="/ppt/slideLayouts/slideLayout101.xml" Id="R794fdf62d9914118" /><Relationship Type="http://schemas.openxmlformats.org/officeDocument/2006/relationships/slideLayout" Target="/ppt/slideLayouts/slideLayout102.xml" Id="R614b7555602b4a1f" /><Relationship Type="http://schemas.openxmlformats.org/officeDocument/2006/relationships/slideLayout" Target="/ppt/slideLayouts/slideLayout103.xml" Id="R59e262ef710b4ddb" /><Relationship Type="http://schemas.openxmlformats.org/officeDocument/2006/relationships/slideLayout" Target="/ppt/slideLayouts/slideLayout104.xml" Id="R840f4440b9164be3" /><Relationship Type="http://schemas.openxmlformats.org/officeDocument/2006/relationships/slideLayout" Target="/ppt/slideLayouts/slideLayout105.xml" Id="Rab7a37fda12d4175" /><Relationship Type="http://schemas.openxmlformats.org/officeDocument/2006/relationships/slideLayout" Target="/ppt/slideLayouts/slideLayout106.xml" Id="R75ff010dec9e41da" /><Relationship Type="http://schemas.openxmlformats.org/officeDocument/2006/relationships/slideLayout" Target="/ppt/slideLayouts/slideLayout107.xml" Id="R7d151aeee9474ba0" /><Relationship Type="http://schemas.openxmlformats.org/officeDocument/2006/relationships/slideLayout" Target="/ppt/slideLayouts/slideLayout108.xml" Id="R54dab75a6d854bb4" /><Relationship Type="http://schemas.openxmlformats.org/officeDocument/2006/relationships/slideLayout" Target="/ppt/slideLayouts/slideLayout109.xml" Id="Rc2ce6129bcdd4284" /><Relationship Type="http://schemas.openxmlformats.org/officeDocument/2006/relationships/slideLayout" Target="/ppt/slideLayouts/slideLayout110.xml" Id="R5a14d8c0c7824ff5" /><Relationship Type="http://schemas.openxmlformats.org/officeDocument/2006/relationships/slideLayout" Target="/ppt/slideLayouts/slideLayout111.xml" Id="R764029c14432459b" /><Relationship Type="http://schemas.openxmlformats.org/officeDocument/2006/relationships/slideLayout" Target="/ppt/slideLayouts/slideLayout112.xml" Id="R86b164fb5b204fbd" /><Relationship Type="http://schemas.openxmlformats.org/officeDocument/2006/relationships/slideLayout" Target="/ppt/slideLayouts/slideLayout113.xml" Id="Rf1a6318a0e3246b6" /><Relationship Type="http://schemas.openxmlformats.org/officeDocument/2006/relationships/slideLayout" Target="/ppt/slideLayouts/slideLayout114.xml" Id="Rfe6e31c485224fd9" /><Relationship Type="http://schemas.openxmlformats.org/officeDocument/2006/relationships/slideLayout" Target="/ppt/slideLayouts/slideLayout115.xml" Id="Rd518295179474d22" /><Relationship Type="http://schemas.openxmlformats.org/officeDocument/2006/relationships/slideLayout" Target="/ppt/slideLayouts/slideLayout116.xml" Id="Rf385916b9cb249ca" /><Relationship Type="http://schemas.openxmlformats.org/officeDocument/2006/relationships/slideLayout" Target="/ppt/slideLayouts/slideLayout117.xml" Id="R2d842e877820442e" /><Relationship Type="http://schemas.openxmlformats.org/officeDocument/2006/relationships/slideLayout" Target="/ppt/slideLayouts/slideLayout118.xml" Id="Re65f38e8a6a34e22" /><Relationship Type="http://schemas.openxmlformats.org/officeDocument/2006/relationships/slideLayout" Target="/ppt/slideLayouts/slideLayout119.xml" Id="R960a599736af4892" /><Relationship Type="http://schemas.openxmlformats.org/officeDocument/2006/relationships/slideLayout" Target="/ppt/slideLayouts/slideLayout120.xml" Id="R51dd9109d72b4fba" /><Relationship Type="http://schemas.openxmlformats.org/officeDocument/2006/relationships/slideLayout" Target="/ppt/slideLayouts/slideLayout121.xml" Id="R18803bfb749348b5" /><Relationship Type="http://schemas.openxmlformats.org/officeDocument/2006/relationships/slideLayout" Target="/ppt/slideLayouts/slideLayout122.xml" Id="R589bbf67e2f2472b" /><Relationship Type="http://schemas.openxmlformats.org/officeDocument/2006/relationships/slideLayout" Target="/ppt/slideLayouts/slideLayout123.xml" Id="R956e9f96d3e44ce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5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164a9eeb143a9">
            <a:extLst>
              <a:ext uri="{96DAC541-7B7A-43D3-8B79-37D633B846F1}">
                <asvg:svgBlip xmlns:asvg="http://schemas.microsoft.com/office/drawing/2016/SVG/main" r:embed="Raa163ccfbe27465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9FC892-4FB6-4384-5C29-EC6C9D8D3D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3" name="FESTO_NAME">
            <a:extLst xmlns:a="http://schemas.openxmlformats.org/drawingml/2006/main">
              <a:ext uri="{FF2B5EF4-FFF2-40B4-BE49-F238E27FC236}">
                <a16:creationId xmlns:a16="http://schemas.microsoft.com/office/drawing/2014/main" id="{6EC665EC-A235-0384-0096-D065C7B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5" y="6620687"/>
            <a:ext cx="189309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13">
                <a:latin typeface="+mn-lt"/>
                <a:ea typeface="+mn-lt"/>
                <a:cs typeface="+mn-lt"/>
              </a:rPr>
              <a:t> </a:t>
            </a: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4" name="FESTO_TITEL">
            <a:extLst xmlns:a="http://schemas.openxmlformats.org/drawingml/2006/main">
              <a:ext uri="{FF2B5EF4-FFF2-40B4-BE49-F238E27FC236}">
                <a16:creationId xmlns:a16="http://schemas.microsoft.com/office/drawing/2014/main" id="{96C49CE7-0E00-1C58-B84E-BEE8B7A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55" y="6620687"/>
            <a:ext cx="389258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931779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713" kern="1200">
              <a:solidFill>
                <a:schemeClr val="tx1"/>
              </a:solidFill>
              <a:latin typeface="MetaPlusLF"/>
              <a:ea typeface="MetaPlusLF"/>
              <a:cs typeface="MetaPlusLF"/>
            </a:endParaRPr>
          </a:p>
        </p:txBody>
      </p:sp>
      <p:sp>
        <p:nvSpPr>
          <p:cNvPr id="15" name="FESTO_ERSTELLT">
            <a:extLst xmlns:a="http://schemas.openxmlformats.org/drawingml/2006/main">
              <a:ext uri="{FF2B5EF4-FFF2-40B4-BE49-F238E27FC236}">
                <a16:creationId xmlns:a16="http://schemas.microsoft.com/office/drawing/2014/main" id="{8A181814-15C0-D7EB-E88A-88203F7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586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6" name="FESTO_GEAENDERT">
            <a:extLst xmlns:a="http://schemas.openxmlformats.org/drawingml/2006/main">
              <a:ext uri="{FF2B5EF4-FFF2-40B4-BE49-F238E27FC236}">
                <a16:creationId xmlns:a16="http://schemas.microsoft.com/office/drawing/2014/main" id="{232C6D20-7FE3-3DA3-1644-C5221DA6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707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7" name="FESTO_STATUS1">
            <a:extLst xmlns:a="http://schemas.openxmlformats.org/drawingml/2006/main">
              <a:ext uri="{FF2B5EF4-FFF2-40B4-BE49-F238E27FC236}">
                <a16:creationId xmlns:a16="http://schemas.microsoft.com/office/drawing/2014/main" id="{E1373306-72B0-D218-F9A0-E86118B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828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8" name="FESTO_VERTRAULICH1">
            <a:extLst xmlns:a="http://schemas.openxmlformats.org/drawingml/2006/main">
              <a:ext uri="{FF2B5EF4-FFF2-40B4-BE49-F238E27FC236}">
                <a16:creationId xmlns:a16="http://schemas.microsoft.com/office/drawing/2014/main" id="{DAF87E19-1DF2-9A79-CBA3-AEAA559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949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bb19b8d6394fc2"/>
    <p:sldLayoutId xmlns:r="http://schemas.openxmlformats.org/officeDocument/2006/relationships" id="2147483650" r:id="R489198a4855d4ebc"/>
    <p:sldLayoutId xmlns:r="http://schemas.openxmlformats.org/officeDocument/2006/relationships" id="2147483651" r:id="Rdce614f37288408f"/>
    <p:sldLayoutId xmlns:r="http://schemas.openxmlformats.org/officeDocument/2006/relationships" id="2147483652" r:id="Rff9896475c884d61"/>
    <p:sldLayoutId xmlns:r="http://schemas.openxmlformats.org/officeDocument/2006/relationships" id="2147483653" r:id="R7a70c7139a2c4bb8"/>
    <p:sldLayoutId xmlns:r="http://schemas.openxmlformats.org/officeDocument/2006/relationships" id="2147483654" r:id="R31d451b2c3914c01"/>
    <p:sldLayoutId xmlns:r="http://schemas.openxmlformats.org/officeDocument/2006/relationships" id="2147483655" r:id="Rc241f9c6e0b64430"/>
    <p:sldLayoutId xmlns:r="http://schemas.openxmlformats.org/officeDocument/2006/relationships" id="2147483656" r:id="Rbaaa159e1a094c1f"/>
    <p:sldLayoutId xmlns:r="http://schemas.openxmlformats.org/officeDocument/2006/relationships" id="2147483657" r:id="R9e715be82a844bb6"/>
    <p:sldLayoutId xmlns:r="http://schemas.openxmlformats.org/officeDocument/2006/relationships" id="2147483658" r:id="Rdeb237ba9fa4493c"/>
    <p:sldLayoutId xmlns:r="http://schemas.openxmlformats.org/officeDocument/2006/relationships" id="2147483659" r:id="R2e0b2660d6f440b2"/>
    <p:sldLayoutId xmlns:r="http://schemas.openxmlformats.org/officeDocument/2006/relationships" id="2147483660" r:id="Rd9ba8aa9c7dc432f"/>
    <p:sldLayoutId xmlns:r="http://schemas.openxmlformats.org/officeDocument/2006/relationships" id="2147483661" r:id="R64f86d232b214c5c"/>
    <p:sldLayoutId xmlns:r="http://schemas.openxmlformats.org/officeDocument/2006/relationships" id="2147483662" r:id="R7fd630cdd0d4418b"/>
    <p:sldLayoutId xmlns:r="http://schemas.openxmlformats.org/officeDocument/2006/relationships" id="2147483663" r:id="R18e7d5f76f2e43f5"/>
    <p:sldLayoutId xmlns:r="http://schemas.openxmlformats.org/officeDocument/2006/relationships" id="2147483664" r:id="R9367745a31754376"/>
    <p:sldLayoutId xmlns:r="http://schemas.openxmlformats.org/officeDocument/2006/relationships" id="2147483665" r:id="Ra899020818ce4955"/>
    <p:sldLayoutId xmlns:r="http://schemas.openxmlformats.org/officeDocument/2006/relationships" id="2147483666" r:id="Rfa22695571e24667"/>
    <p:sldLayoutId xmlns:r="http://schemas.openxmlformats.org/officeDocument/2006/relationships" id="2147483667" r:id="R90c6712f90fa4632"/>
    <p:sldLayoutId xmlns:r="http://schemas.openxmlformats.org/officeDocument/2006/relationships" id="2147483668" r:id="R111241c624344ff6"/>
    <p:sldLayoutId xmlns:r="http://schemas.openxmlformats.org/officeDocument/2006/relationships" id="2147483669" r:id="Rb829ab4f2aa7456c"/>
    <p:sldLayoutId xmlns:r="http://schemas.openxmlformats.org/officeDocument/2006/relationships" id="2147483670" r:id="R91246759606f46a8"/>
    <p:sldLayoutId xmlns:r="http://schemas.openxmlformats.org/officeDocument/2006/relationships" id="2147483671" r:id="R8da2d0d272f649a7"/>
    <p:sldLayoutId xmlns:r="http://schemas.openxmlformats.org/officeDocument/2006/relationships" id="2147483672" r:id="R5c8d64577ea648c6"/>
    <p:sldLayoutId xmlns:r="http://schemas.openxmlformats.org/officeDocument/2006/relationships" id="2147483673" r:id="Rf3eedb4a1fc14fc2"/>
    <p:sldLayoutId xmlns:r="http://schemas.openxmlformats.org/officeDocument/2006/relationships" id="2147483674" r:id="Raac3761b19bb4730"/>
    <p:sldLayoutId xmlns:r="http://schemas.openxmlformats.org/officeDocument/2006/relationships" id="2147483675" r:id="R17e15eba05d944ff"/>
    <p:sldLayoutId xmlns:r="http://schemas.openxmlformats.org/officeDocument/2006/relationships" id="2147483676" r:id="R6ac5ff5608fa4a72"/>
    <p:sldLayoutId xmlns:r="http://schemas.openxmlformats.org/officeDocument/2006/relationships" id="2147483677" r:id="R0a19ae800e4241de"/>
    <p:sldLayoutId xmlns:r="http://schemas.openxmlformats.org/officeDocument/2006/relationships" id="2147483678" r:id="R981fb73df8b34f5d"/>
    <p:sldLayoutId xmlns:r="http://schemas.openxmlformats.org/officeDocument/2006/relationships" id="2147483679" r:id="Rdcdb83723c994081"/>
    <p:sldLayoutId xmlns:r="http://schemas.openxmlformats.org/officeDocument/2006/relationships" id="2147483680" r:id="R4a93f5f3264b420e"/>
    <p:sldLayoutId xmlns:r="http://schemas.openxmlformats.org/officeDocument/2006/relationships" id="2147483681" r:id="R5ef50040ce534132"/>
    <p:sldLayoutId xmlns:r="http://schemas.openxmlformats.org/officeDocument/2006/relationships" id="2147483682" r:id="Rd16df11eb93342bb"/>
    <p:sldLayoutId xmlns:r="http://schemas.openxmlformats.org/officeDocument/2006/relationships" id="2147483683" r:id="Rd3457fb047c64449"/>
    <p:sldLayoutId xmlns:r="http://schemas.openxmlformats.org/officeDocument/2006/relationships" id="2147483684" r:id="Re40d9beaebee4f75"/>
    <p:sldLayoutId xmlns:r="http://schemas.openxmlformats.org/officeDocument/2006/relationships" id="2147483685" r:id="R0c275eeefa43473c"/>
    <p:sldLayoutId xmlns:r="http://schemas.openxmlformats.org/officeDocument/2006/relationships" id="2147483686" r:id="Racf5ed01974a4223"/>
    <p:sldLayoutId xmlns:r="http://schemas.openxmlformats.org/officeDocument/2006/relationships" id="2147483687" r:id="R701812cbfd83474a"/>
    <p:sldLayoutId xmlns:r="http://schemas.openxmlformats.org/officeDocument/2006/relationships" id="2147483688" r:id="R6fe2ebc7f82b4911"/>
    <p:sldLayoutId xmlns:r="http://schemas.openxmlformats.org/officeDocument/2006/relationships" id="2147483689" r:id="R685632f4a6144e64"/>
    <p:sldLayoutId xmlns:r="http://schemas.openxmlformats.org/officeDocument/2006/relationships" id="2147483690" r:id="R22de74a521ab4b71"/>
    <p:sldLayoutId xmlns:r="http://schemas.openxmlformats.org/officeDocument/2006/relationships" id="2147483691" r:id="Ra5215be31cf6402f"/>
    <p:sldLayoutId xmlns:r="http://schemas.openxmlformats.org/officeDocument/2006/relationships" id="2147483692" r:id="Rad44afca261a4025"/>
    <p:sldLayoutId xmlns:r="http://schemas.openxmlformats.org/officeDocument/2006/relationships" id="2147483693" r:id="Rdae3054321ba4262"/>
    <p:sldLayoutId xmlns:r="http://schemas.openxmlformats.org/officeDocument/2006/relationships" id="2147483694" r:id="R0c9c23ceb9ac4051"/>
    <p:sldLayoutId xmlns:r="http://schemas.openxmlformats.org/officeDocument/2006/relationships" id="2147483695" r:id="Rfc8787baa8b1479e"/>
    <p:sldLayoutId xmlns:r="http://schemas.openxmlformats.org/officeDocument/2006/relationships" id="2147483696" r:id="Ra8783f90ead640ac"/>
    <p:sldLayoutId xmlns:r="http://schemas.openxmlformats.org/officeDocument/2006/relationships" id="2147483697" r:id="R048413cdbc5e4070"/>
    <p:sldLayoutId xmlns:r="http://schemas.openxmlformats.org/officeDocument/2006/relationships" id="2147483698" r:id="R53c6cf31d8794916"/>
    <p:sldLayoutId xmlns:r="http://schemas.openxmlformats.org/officeDocument/2006/relationships" id="2147483699" r:id="Rad86227cd56946a8"/>
    <p:sldLayoutId xmlns:r="http://schemas.openxmlformats.org/officeDocument/2006/relationships" id="2147483700" r:id="R34ef5c3219b94e99"/>
    <p:sldLayoutId xmlns:r="http://schemas.openxmlformats.org/officeDocument/2006/relationships" id="2147483701" r:id="R940a12ca7ebc410b"/>
    <p:sldLayoutId xmlns:r="http://schemas.openxmlformats.org/officeDocument/2006/relationships" id="2147483702" r:id="R16494ac3b94b4f4c"/>
    <p:sldLayoutId xmlns:r="http://schemas.openxmlformats.org/officeDocument/2006/relationships" id="2147483703" r:id="R3b25c8604e164e6f"/>
    <p:sldLayoutId xmlns:r="http://schemas.openxmlformats.org/officeDocument/2006/relationships" id="2147483704" r:id="R299e3f287582464f"/>
    <p:sldLayoutId xmlns:r="http://schemas.openxmlformats.org/officeDocument/2006/relationships" id="2147483705" r:id="R8848550c429f4b37"/>
    <p:sldLayoutId xmlns:r="http://schemas.openxmlformats.org/officeDocument/2006/relationships" id="2147483706" r:id="R172516e8b9954dcf"/>
    <p:sldLayoutId xmlns:r="http://schemas.openxmlformats.org/officeDocument/2006/relationships" id="2147483707" r:id="R19a71097f60242a7"/>
    <p:sldLayoutId xmlns:r="http://schemas.openxmlformats.org/officeDocument/2006/relationships" id="2147483708" r:id="Rf3ee64001f4a4dbb"/>
    <p:sldLayoutId xmlns:r="http://schemas.openxmlformats.org/officeDocument/2006/relationships" id="2147483709" r:id="Rc0c6d27442f64b6a"/>
    <p:sldLayoutId xmlns:r="http://schemas.openxmlformats.org/officeDocument/2006/relationships" id="2147483710" r:id="Ra51e2543cbb94b90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4E108AD6-599B-9F4F-EAE6-AAFAF4783E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6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9a55e669b4402">
            <a:extLst>
              <a:ext uri="{96DAC541-7B7A-43D3-8B79-37D633B846F1}">
                <asvg:svgBlip xmlns:asvg="http://schemas.microsoft.com/office/drawing/2016/SVG/main" r:embed="R2f10f3efb7a843a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2282380cc03d4ab6"/>
    <p:sldLayoutId xmlns:r="http://schemas.openxmlformats.org/officeDocument/2006/relationships" id="2147483713" r:id="Rd893d7f41d2c4512"/>
    <p:sldLayoutId xmlns:r="http://schemas.openxmlformats.org/officeDocument/2006/relationships" id="2147483714" r:id="R59ffe60f770e498a"/>
    <p:sldLayoutId xmlns:r="http://schemas.openxmlformats.org/officeDocument/2006/relationships" id="2147483715" r:id="R3662f2507a384d54"/>
    <p:sldLayoutId xmlns:r="http://schemas.openxmlformats.org/officeDocument/2006/relationships" id="2147483716" r:id="R6526537effc84285"/>
    <p:sldLayoutId xmlns:r="http://schemas.openxmlformats.org/officeDocument/2006/relationships" id="2147483717" r:id="R6f7c52f0f6ef421f"/>
    <p:sldLayoutId xmlns:r="http://schemas.openxmlformats.org/officeDocument/2006/relationships" id="2147483718" r:id="Re5d89d42cc594f1d"/>
    <p:sldLayoutId xmlns:r="http://schemas.openxmlformats.org/officeDocument/2006/relationships" id="2147483719" r:id="R75cc8cfb2a0c47a8"/>
    <p:sldLayoutId xmlns:r="http://schemas.openxmlformats.org/officeDocument/2006/relationships" id="2147483720" r:id="Re6dd7ca17e364479"/>
    <p:sldLayoutId xmlns:r="http://schemas.openxmlformats.org/officeDocument/2006/relationships" id="2147483721" r:id="Rfb79fd6ec5e447b6"/>
    <p:sldLayoutId xmlns:r="http://schemas.openxmlformats.org/officeDocument/2006/relationships" id="2147483722" r:id="R8011a5e0969f4309"/>
    <p:sldLayoutId xmlns:r="http://schemas.openxmlformats.org/officeDocument/2006/relationships" id="2147483723" r:id="R009b5a1c44a94818"/>
    <p:sldLayoutId xmlns:r="http://schemas.openxmlformats.org/officeDocument/2006/relationships" id="2147483724" r:id="Ra77e476ce019437a"/>
    <p:sldLayoutId xmlns:r="http://schemas.openxmlformats.org/officeDocument/2006/relationships" id="2147483725" r:id="R4879b64097674cd2"/>
    <p:sldLayoutId xmlns:r="http://schemas.openxmlformats.org/officeDocument/2006/relationships" id="2147483726" r:id="Rf28445cd900a46ac"/>
    <p:sldLayoutId xmlns:r="http://schemas.openxmlformats.org/officeDocument/2006/relationships" id="2147483727" r:id="Rbcc14c0506f14497"/>
    <p:sldLayoutId xmlns:r="http://schemas.openxmlformats.org/officeDocument/2006/relationships" id="2147483728" r:id="Rc8bc1fe5f2b3404e"/>
    <p:sldLayoutId xmlns:r="http://schemas.openxmlformats.org/officeDocument/2006/relationships" id="2147483729" r:id="R0c13583c17e644ae"/>
    <p:sldLayoutId xmlns:r="http://schemas.openxmlformats.org/officeDocument/2006/relationships" id="2147483730" r:id="Re0a1e53cba914267"/>
    <p:sldLayoutId xmlns:r="http://schemas.openxmlformats.org/officeDocument/2006/relationships" id="2147483731" r:id="R8ab880202c2946dc"/>
    <p:sldLayoutId xmlns:r="http://schemas.openxmlformats.org/officeDocument/2006/relationships" id="2147483732" r:id="Red734efa31934528"/>
    <p:sldLayoutId xmlns:r="http://schemas.openxmlformats.org/officeDocument/2006/relationships" id="2147483733" r:id="R0ca93793bf0942df"/>
    <p:sldLayoutId xmlns:r="http://schemas.openxmlformats.org/officeDocument/2006/relationships" id="2147483734" r:id="R34f235d629404c61"/>
    <p:sldLayoutId xmlns:r="http://schemas.openxmlformats.org/officeDocument/2006/relationships" id="2147483735" r:id="R9e792e0466464a1c"/>
    <p:sldLayoutId xmlns:r="http://schemas.openxmlformats.org/officeDocument/2006/relationships" id="2147483736" r:id="R018e56e4fcd44c1a"/>
    <p:sldLayoutId xmlns:r="http://schemas.openxmlformats.org/officeDocument/2006/relationships" id="2147483737" r:id="R1d54825d9a3947b6"/>
    <p:sldLayoutId xmlns:r="http://schemas.openxmlformats.org/officeDocument/2006/relationships" id="2147483738" r:id="Ra3594903a976439e"/>
    <p:sldLayoutId xmlns:r="http://schemas.openxmlformats.org/officeDocument/2006/relationships" id="2147483739" r:id="Rc90aa9a3f6b248f5"/>
    <p:sldLayoutId xmlns:r="http://schemas.openxmlformats.org/officeDocument/2006/relationships" id="2147483740" r:id="R94fc96cbef404b58"/>
    <p:sldLayoutId xmlns:r="http://schemas.openxmlformats.org/officeDocument/2006/relationships" id="2147483741" r:id="R11fbe265c6aa4b97"/>
    <p:sldLayoutId xmlns:r="http://schemas.openxmlformats.org/officeDocument/2006/relationships" id="2147483742" r:id="R148c5904aa514c33"/>
    <p:sldLayoutId xmlns:r="http://schemas.openxmlformats.org/officeDocument/2006/relationships" id="2147483743" r:id="R4b75135851d6407b"/>
    <p:sldLayoutId xmlns:r="http://schemas.openxmlformats.org/officeDocument/2006/relationships" id="2147483744" r:id="R6d4aa1e0d3724d64"/>
    <p:sldLayoutId xmlns:r="http://schemas.openxmlformats.org/officeDocument/2006/relationships" id="2147483745" r:id="R365eda3cb9d04696"/>
    <p:sldLayoutId xmlns:r="http://schemas.openxmlformats.org/officeDocument/2006/relationships" id="2147483746" r:id="R1d119889a8de43f3"/>
    <p:sldLayoutId xmlns:r="http://schemas.openxmlformats.org/officeDocument/2006/relationships" id="2147483747" r:id="Rd85016fc95b44f09"/>
    <p:sldLayoutId xmlns:r="http://schemas.openxmlformats.org/officeDocument/2006/relationships" id="2147483748" r:id="Re474d7984e214d78"/>
    <p:sldLayoutId xmlns:r="http://schemas.openxmlformats.org/officeDocument/2006/relationships" id="2147483749" r:id="Rc0f5614dd7e34b50"/>
    <p:sldLayoutId xmlns:r="http://schemas.openxmlformats.org/officeDocument/2006/relationships" id="2147483750" r:id="R794fdf62d9914118"/>
    <p:sldLayoutId xmlns:r="http://schemas.openxmlformats.org/officeDocument/2006/relationships" id="2147483751" r:id="R614b7555602b4a1f"/>
    <p:sldLayoutId xmlns:r="http://schemas.openxmlformats.org/officeDocument/2006/relationships" id="2147483752" r:id="R59e262ef710b4ddb"/>
    <p:sldLayoutId xmlns:r="http://schemas.openxmlformats.org/officeDocument/2006/relationships" id="2147483753" r:id="R840f4440b9164be3"/>
    <p:sldLayoutId xmlns:r="http://schemas.openxmlformats.org/officeDocument/2006/relationships" id="2147483754" r:id="Rab7a37fda12d4175"/>
    <p:sldLayoutId xmlns:r="http://schemas.openxmlformats.org/officeDocument/2006/relationships" id="2147483755" r:id="R75ff010dec9e41da"/>
    <p:sldLayoutId xmlns:r="http://schemas.openxmlformats.org/officeDocument/2006/relationships" id="2147483756" r:id="R7d151aeee9474ba0"/>
    <p:sldLayoutId xmlns:r="http://schemas.openxmlformats.org/officeDocument/2006/relationships" id="2147483757" r:id="R54dab75a6d854bb4"/>
    <p:sldLayoutId xmlns:r="http://schemas.openxmlformats.org/officeDocument/2006/relationships" id="2147483758" r:id="Rc2ce6129bcdd4284"/>
    <p:sldLayoutId xmlns:r="http://schemas.openxmlformats.org/officeDocument/2006/relationships" id="2147483759" r:id="R5a14d8c0c7824ff5"/>
    <p:sldLayoutId xmlns:r="http://schemas.openxmlformats.org/officeDocument/2006/relationships" id="2147483760" r:id="R764029c14432459b"/>
    <p:sldLayoutId xmlns:r="http://schemas.openxmlformats.org/officeDocument/2006/relationships" id="2147483761" r:id="R86b164fb5b204fbd"/>
    <p:sldLayoutId xmlns:r="http://schemas.openxmlformats.org/officeDocument/2006/relationships" id="2147483762" r:id="Rf1a6318a0e3246b6"/>
    <p:sldLayoutId xmlns:r="http://schemas.openxmlformats.org/officeDocument/2006/relationships" id="2147483763" r:id="Rfe6e31c485224fd9"/>
    <p:sldLayoutId xmlns:r="http://schemas.openxmlformats.org/officeDocument/2006/relationships" id="2147483764" r:id="Rd518295179474d22"/>
    <p:sldLayoutId xmlns:r="http://schemas.openxmlformats.org/officeDocument/2006/relationships" id="2147483765" r:id="Rf385916b9cb249ca"/>
    <p:sldLayoutId xmlns:r="http://schemas.openxmlformats.org/officeDocument/2006/relationships" id="2147483766" r:id="R2d842e877820442e"/>
    <p:sldLayoutId xmlns:r="http://schemas.openxmlformats.org/officeDocument/2006/relationships" id="2147483767" r:id="Re65f38e8a6a34e22"/>
    <p:sldLayoutId xmlns:r="http://schemas.openxmlformats.org/officeDocument/2006/relationships" id="2147483768" r:id="R960a599736af4892"/>
    <p:sldLayoutId xmlns:r="http://schemas.openxmlformats.org/officeDocument/2006/relationships" id="2147483769" r:id="R51dd9109d72b4fba"/>
    <p:sldLayoutId xmlns:r="http://schemas.openxmlformats.org/officeDocument/2006/relationships" id="2147483770" r:id="R18803bfb749348b5"/>
    <p:sldLayoutId xmlns:r="http://schemas.openxmlformats.org/officeDocument/2006/relationships" id="2147483771" r:id="R589bbf67e2f2472b"/>
    <p:sldLayoutId xmlns:r="http://schemas.openxmlformats.org/officeDocument/2006/relationships" id="2147483772" r:id="R956e9f96d3e44cea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esto - external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f05b04bcaff48f3" /><Relationship Type="http://schemas.openxmlformats.org/officeDocument/2006/relationships/notesSlide" Target="/ppt/notesSlides/notesSlide1.xml" Id="Rdad103973deb4a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a64cf2e39b24b4d" /><Relationship Type="http://schemas.openxmlformats.org/officeDocument/2006/relationships/notesSlide" Target="/ppt/notesSlides/notesSlide2.xml" Id="R00beb7c427694c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4b73f36759a4bc0" /><Relationship Type="http://schemas.openxmlformats.org/officeDocument/2006/relationships/notesSlide" Target="/ppt/notesSlides/notesSlide3.xml" Id="Rc1f1cc907e4142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ec1151ddd2548b8" /><Relationship Type="http://schemas.openxmlformats.org/officeDocument/2006/relationships/notesSlide" Target="/ppt/notesSlides/notesSlide4.xml" Id="R1aa39d9e15b24e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d6f148b2f3f4a99" /><Relationship Type="http://schemas.openxmlformats.org/officeDocument/2006/relationships/notesSlide" Target="/ppt/notesSlides/notesSlide5.xml" Id="Re048b201c8dc41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79e7598375f4d6b" /><Relationship Type="http://schemas.openxmlformats.org/officeDocument/2006/relationships/notesSlide" Target="/ppt/notesSlides/notesSlide6.xml" Id="R27de124c54334d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3a3277d72444851" /><Relationship Type="http://schemas.openxmlformats.org/officeDocument/2006/relationships/notesSlide" Target="/ppt/notesSlides/notesSlide7.xml" Id="Red25f69db26d41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5d771d500af44e3" /><Relationship Type="http://schemas.openxmlformats.org/officeDocument/2006/relationships/notesSlide" Target="/ppt/notesSlides/notesSlide8.xml" Id="Re22e23edddfc4e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0ECA0-41FC-453C-B96B-0056AB29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5C069-2538-4B08-9616-E766ED3B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62200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16B"/>
                </a:solidFill>
                <a:latin typeface="Arial"/>
                <a:ea typeface="Arial"/>
                <a:cs typeface="Arial"/>
              </a:rPr>
              <a:t>쉽게 구성하는 모션 애플리케이션 플랫폼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ECD87-2290-409D-AC4B-31804B5F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33750"/>
            <a:ext cx="3962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No dedicated controller</a:t>
            </a:r>
          </a:p>
          <a:p xmlns:a="http://schemas.openxmlformats.org/drawingml/2006/main">
            <a:pPr algn="ctr">
              <a:buNone/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No complex motion code</a:t>
            </a:r>
          </a:p>
          <a:p xmlns:a="http://schemas.openxmlformats.org/drawingml/2006/main">
            <a:pPr algn="ctr">
              <a:buNone/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Same API for test and real devices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5C6C7-B957-4649-9A53-A6A2E647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Customer overview</a:t>
            </a:r>
          </a:p>
        </p:txBody>
      </p:sp>
    </p:spTree>
    <p:extLst>
      <p:ext uri="{BB962C8B-B14F-4D97-AF65-F5344CB8AC3E}">
        <p14:creationId xmlns:p14="http://schemas.microsoft.com/office/powerpoint/2010/main" val="67234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6BF68-38C4-45B5-B628-116A2D9A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09555-394B-42B3-8FB5-5FDC695F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application development made simpler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460D9-F6E5-4D1E-95D4-429B84F0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38B80-8970-4F16-86E2-40F41070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9549C-2998-4541-A7D8-2989604F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94"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lets the application send simple commands while the server handles the device-specific details.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693C0-F3CC-4663-86A6-95C0DE36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Application focuses on</a:t>
            </a:r>
          </a:p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sequence and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03774-4D53-47EA-B236-25BBB463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 handles</a:t>
            </a:r>
          </a:p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commands and units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3FAD4-ECB0-4084-9C65-E2E7F401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Devices run through</a:t>
            </a:r>
          </a:p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one consistent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A75C1-68A8-4821-9374-16E20BC4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Result: faster prototyping, easier testing, and less custom integration work.</a:t>
            </a:r>
          </a:p>
        </p:txBody>
      </p:sp>
    </p:spTree>
    <p:extLst>
      <p:ext uri="{BB962C8B-B14F-4D97-AF65-F5344CB8AC3E}">
        <p14:creationId xmlns:p14="http://schemas.microsoft.com/office/powerpoint/2010/main" val="185662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E2534-EDA3-4E3D-B908-F02F133E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78D70-2241-4A63-8BB8-9C88F139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What Motion Server provides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01381-6BF2-4A16-B075-2E83CEE7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89450-D5F7-4E06-9C11-0CE46D2D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7D5B4-303E-45A8-884D-5DB8FFDA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A TCP JSON command interface for motion, I/O, and device parameters</a:t>
            </a:r>
          </a:p>
          <a:p xmlns:a="http://schemas.openxmlformats.org/drawingml/2006/main">
            <a:pPr>
              <a:buNone/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Command authority so multiple clients do not send conflicting motion commands</a:t>
            </a:r>
          </a:p>
          <a:p xmlns:a="http://schemas.openxmlformats.org/drawingml/2006/main">
            <a:pPr>
              <a:buNone/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Automatic unit handling for linear and rotary axes</a:t>
            </a:r>
          </a:p>
          <a:p xmlns:a="http://schemas.openxmlformats.org/drawingml/2006/main">
            <a:pPr>
              <a:buNone/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Common feedback for panels, Node-RED flows, and other clients</a:t>
            </a:r>
          </a:p>
          <a:p xmlns:a="http://schemas.openxmlformats.org/drawingml/2006/main">
            <a:pPr>
              <a:buNone/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Fault and recovery commands for practical machine operation</a:t>
            </a:r>
          </a:p>
        </p:txBody>
      </p:sp>
    </p:spTree>
    <p:extLst>
      <p:ext uri="{BB962C8B-B14F-4D97-AF65-F5344CB8AC3E}">
        <p14:creationId xmlns:p14="http://schemas.microsoft.com/office/powerpoint/2010/main" val="1513085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CA6AA-E532-42FC-87BE-CB20F148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EC23D-90A8-4AB6-A95D-788626A3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From idea to motion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90650-8156-40CC-8F99-12485520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123DF-9972-4232-A2D0-B39E7E88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47486-3D1F-42F0-8C77-6CC31A9F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91C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98437-F4F4-4386-943E-B981D82B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Connect</a:t>
            </a:r>
          </a:p>
          <a:p xmlns:a="http://schemas.openxmlformats.org/drawingml/2006/main">
            <a:pPr algn="ctr">
              <a:buNone/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Open a TCP connection to Motion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CB1EF-D7B9-4B32-9530-24E4D57E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813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091C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E5696-ACB1-4AC6-9D6B-CFA500C1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7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91C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89B2E-F8A3-465E-8AE0-05BFAC0C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813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Request authority</a:t>
            </a:r>
          </a:p>
          <a:p xmlns:a="http://schemas.openxmlformats.org/drawingml/2006/main">
            <a:pPr algn="ctr">
              <a:buNone/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Reserve motion command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4AD20-EEFD-47B0-8C5C-50975FD9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813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091C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E48C2-1A2E-4A05-8F05-687AD19C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7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91C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23C8D-62D2-4A39-8B7D-B116BA62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813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Send commands</a:t>
            </a:r>
          </a:p>
          <a:p xmlns:a="http://schemas.openxmlformats.org/drawingml/2006/main">
            <a:pPr algn="ctr">
              <a:buNone/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Enable, home, move, jog, or write I/O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C56FF-44E3-4C63-AF48-559ACA32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813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091C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CF649-5A0F-4286-A969-F3E0249B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7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91C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B4FAF-D308-40C4-8993-F6C659A8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813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Watch feedback</a:t>
            </a:r>
          </a:p>
          <a:p xmlns:a="http://schemas.openxmlformats.org/drawingml/2006/main">
            <a:pPr algn="ctr">
              <a:buNone/>
              <a:defRPr sz="14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3"/>
                </a:solidFill>
                <a:latin typeface="Arial"/>
                <a:ea typeface="Arial"/>
                <a:cs typeface="Arial"/>
              </a:rPr>
              <a:t>Use live status to continue the 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B99BC-4775-484B-B766-D212C448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same command flow can run from a control panel, Node-RED, Python, or another host application.</a:t>
            </a:r>
          </a:p>
        </p:txBody>
      </p:sp>
    </p:spTree>
    <p:extLst>
      <p:ext uri="{BB962C8B-B14F-4D97-AF65-F5344CB8AC3E}">
        <p14:creationId xmlns:p14="http://schemas.microsoft.com/office/powerpoint/2010/main" val="686236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2DA79-94AD-4638-807B-C00E1722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E1BC3-0D2D-4D4B-BA00-86FC9B03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Low-code and reference clients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830DC-887D-4A8E-8A15-F9E4ADA0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82115-AA77-4334-AB37-4FCF4ABB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D2679-50D4-4B03-A662-B97CCD32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77"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is designed so customers can start without writing a full motion program from scratch.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F4348-5E54-466C-BBAF-FDD40626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3000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Control Panel</a:t>
            </a:r>
          </a:p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Manual operation and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48781-30B7-424D-9A1C-D34FBB58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3000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IO Control Panel</a:t>
            </a:r>
          </a:p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monitoring and parameter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6D065-C227-48BE-A9C2-0810F44F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000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flows</a:t>
            </a:r>
          </a:p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sequences visually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F7B7A-C1C0-4ABF-97C5-484AC335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41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Reference flows show how to combine motion, I/O, authority, and feedback in a simple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194408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0FECB-DC8E-4D3B-B592-DB487BDE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1B103-C754-4CC0-A39B-D70E0EC6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One API for real devices and virtual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DD6BD-3085-4E8E-AEAE-EE226636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3AAFB-69EB-443E-A3C8-B6C540C2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64A44-FE68-4D9C-9670-26AE61CE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769"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application can use the same Motion Server commands during simulation and on the real EtherCAT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7076C-3CDB-4796-A464-4EDAD028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3429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Virtual devices</a:t>
            </a:r>
          </a:p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Test sequence logic before hardware is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D9C93-D76C-4A8B-A67D-5975E53C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342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 API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Common commands and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73C6F-91F7-4404-8EBA-C8818079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429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devices</a:t>
            </a:r>
          </a:p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Run the same application with EtherCAT hardware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6FB9A-059E-4281-B37D-73E90704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3"/>
                </a:solidFill>
                <a:latin typeface="Arial"/>
                <a:ea typeface="Arial"/>
                <a:cs typeface="Arial"/>
              </a:rPr>
              <a:t>This supports early testing and a smoother move from virtual commissioning to real equipment.</a:t>
            </a:r>
          </a:p>
        </p:txBody>
      </p:sp>
    </p:spTree>
    <p:extLst>
      <p:ext uri="{BB962C8B-B14F-4D97-AF65-F5344CB8AC3E}">
        <p14:creationId xmlns:p14="http://schemas.microsoft.com/office/powerpoint/2010/main" val="11178476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4DB3B-ABF3-4EDA-BF77-D376900D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C4005-6536-4569-AE35-77167C9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Built-in controls for practical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C69E5-422B-45EB-8309-4033D5B7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3A343-A187-4CDD-B7EF-F8633A36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1ABBF-154D-485C-B2FC-7FB7CB91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9906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Command authority prevents conflicting motion commands from different clients</a:t>
            </a:r>
          </a:p>
          <a:p xmlns:a="http://schemas.openxmlformats.org/drawingml/2006/main">
            <a:pPr>
              <a:buNone/>
              <a:defRPr sz="18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Server feedback reports axis, I/O, authority, and diagnostic status</a:t>
            </a:r>
          </a:p>
          <a:p xmlns:a="http://schemas.openxmlformats.org/drawingml/2006/main">
            <a:pPr>
              <a:buNone/>
              <a:defRPr sz="18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Fault reset, bus reconnect, and server restart commands support recovery workflows</a:t>
            </a:r>
          </a:p>
          <a:p xmlns:a="http://schemas.openxmlformats.org/drawingml/2006/main">
            <a:pPr>
              <a:buNone/>
              <a:defRPr sz="18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Parameter access supports setup and troubleshooting from the same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AEFFD-EB2B-4C10-B175-3183E4A4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applications stay simple because common operating tasks are already handled by Motion Server.</a:t>
            </a:r>
          </a:p>
        </p:txBody>
      </p:sp>
    </p:spTree>
    <p:extLst>
      <p:ext uri="{BB962C8B-B14F-4D97-AF65-F5344CB8AC3E}">
        <p14:creationId xmlns:p14="http://schemas.microsoft.com/office/powerpoint/2010/main" val="1944807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40FEE-6DAA-441E-AF37-525AAF8A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FC05C-B20F-44B2-97A3-B768A60F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478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Where Motion Server 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CA25E-7A4D-4458-B670-0F686FE5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91726-2255-4BA9-B2C3-E53BA86B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52073-D2E5-40EA-AD56-AFF322D4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48"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16B"/>
                </a:solidFill>
                <a:latin typeface="Arial"/>
                <a:ea typeface="Arial"/>
                <a:cs typeface="Arial"/>
              </a:rPr>
              <a:t>Use Motion Server when a customer needs a fast path from manual testing to a working motion sequence.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04BC7-C326-4DAB-AB1E-C6F5228F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Good fit</a:t>
            </a:r>
          </a:p>
          <a:p xmlns:a="http://schemas.openxmlformats.org/drawingml/2006/main">
            <a:pPr algn="ctr">
              <a:buNone/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Small machines, lab systems, proof-of-concept stations, and customer demos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71880-8A29-4413-B216-D0DF1DC0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Next step</a:t>
            </a:r>
          </a:p>
          <a:p xmlns:a="http://schemas.openxmlformats.org/drawingml/2006/main">
            <a:pPr algn="ctr">
              <a:buNone/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Connect a device, open the panel, and build the first sequence with reference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EC547-6932-470C-BB01-AF56A951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2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91C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1CA"/>
                </a:solidFill>
                <a:latin typeface="Arial"/>
                <a:ea typeface="Arial"/>
                <a:cs typeface="Arial"/>
              </a:rPr>
              <a:t>Motion Server reduces the work needed to turn device control into an application.</a:t>
            </a:r>
          </a:p>
        </p:txBody>
      </p:sp>
    </p:spTree>
    <p:extLst>
      <p:ext uri="{BB962C8B-B14F-4D97-AF65-F5344CB8AC3E}">
        <p14:creationId xmlns:p14="http://schemas.microsoft.com/office/powerpoint/2010/main" val="1853071805"/>
      </p:ext>
    </p:extLst>
  </p:cSld>
</p:sld>
</file>

<file path=ppt/theme/theme1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2026-09-07T08:49:20.7820000Z</dcterms:created>
  <dcterms:modified xsi:type="dcterms:W3CDTF">2026-09-07T08:49:20.7820000Z</dcterms:modified>
</coreProperties>
</file>