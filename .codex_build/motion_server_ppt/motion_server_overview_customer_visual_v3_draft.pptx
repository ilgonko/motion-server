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589a2c1e324748" /><Relationship Type="http://schemas.openxmlformats.org/officeDocument/2006/relationships/extended-properties" Target="/docProps/app.xml" Id="Rde2d10463029483f" /><Relationship Type="http://schemas.openxmlformats.org/officeDocument/2006/relationships/officeDocument" Target="/ppt/presentation.xml" Id="R1439eeb3714e42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abad56f537450e"/>
    <p:sldMasterId xmlns:r="http://schemas.openxmlformats.org/officeDocument/2006/relationships" id="2147483711" r:id="Rf3149d5d712f4d37"/>
  </p:sldMasterIdLst>
  <p:notesMasterIdLst>
    <p:notesMasterId xmlns:r="http://schemas.openxmlformats.org/officeDocument/2006/relationships" r:id="R1ca6e2961d8c4ba7"/>
  </p:notesMasterIdLst>
  <p:sldIdLst>
    <p:sldId xmlns:r="http://schemas.openxmlformats.org/officeDocument/2006/relationships" id="256" r:id="Rc6887ccf027c4343"/>
    <p:sldId xmlns:r="http://schemas.openxmlformats.org/officeDocument/2006/relationships" id="257" r:id="R11c70a12fb6c4098"/>
    <p:sldId xmlns:r="http://schemas.openxmlformats.org/officeDocument/2006/relationships" id="258" r:id="Rc7a7f1065f974be4"/>
    <p:sldId xmlns:r="http://schemas.openxmlformats.org/officeDocument/2006/relationships" id="259" r:id="Rb476e70a70344cd0"/>
    <p:sldId xmlns:r="http://schemas.openxmlformats.org/officeDocument/2006/relationships" id="260" r:id="R9bde69b9150a4922"/>
    <p:sldId xmlns:r="http://schemas.openxmlformats.org/officeDocument/2006/relationships" id="261" r:id="R5333606a496849b6"/>
    <p:sldId xmlns:r="http://schemas.openxmlformats.org/officeDocument/2006/relationships" id="262" r:id="Rcc015dc1148f4447"/>
    <p:sldId xmlns:r="http://schemas.openxmlformats.org/officeDocument/2006/relationships" id="263" r:id="Ra2bfb1cd387b4760"/>
    <p:sldId xmlns:r="http://schemas.openxmlformats.org/officeDocument/2006/relationships" id="264" r:id="R10ef616ed2e142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b86dfe263d4860" /><Relationship Type="http://schemas.openxmlformats.org/officeDocument/2006/relationships/slideMaster" Target="/ppt/slideMasters/slideMaster1.xml" Id="R78abad56f537450e" /><Relationship Type="http://schemas.openxmlformats.org/officeDocument/2006/relationships/slideMaster" Target="/ppt/slideMasters/slideMaster2.xml" Id="Rf3149d5d712f4d37" /><Relationship Type="http://schemas.openxmlformats.org/officeDocument/2006/relationships/notesMaster" Target="/ppt/notesMasters/notesMaster1.xml" Id="R1ca6e2961d8c4ba7" /><Relationship Type="http://schemas.openxmlformats.org/officeDocument/2006/relationships/presProps" Target="/ppt/presProps.xml" Id="Rb14aa0eb45f642a9" /><Relationship Type="http://schemas.openxmlformats.org/officeDocument/2006/relationships/viewProps" Target="/ppt/viewProps.xml" Id="Ra7d5ad0580c9480f" /><Relationship Type="http://schemas.openxmlformats.org/officeDocument/2006/relationships/tableStyles" Target="/ppt/tableStyles.xml" Id="R459c16c6bf0642b7" /><Relationship Type="http://schemas.openxmlformats.org/officeDocument/2006/relationships/slide" Target="/ppt/slides/slide1.xml" Id="Rc6887ccf027c4343" /><Relationship Type="http://schemas.openxmlformats.org/officeDocument/2006/relationships/slide" Target="/ppt/slides/slide2.xml" Id="R11c70a12fb6c4098" /><Relationship Type="http://schemas.openxmlformats.org/officeDocument/2006/relationships/slide" Target="/ppt/slides/slide3.xml" Id="Rc7a7f1065f974be4" /><Relationship Type="http://schemas.openxmlformats.org/officeDocument/2006/relationships/slide" Target="/ppt/slides/slide4.xml" Id="Rb476e70a70344cd0" /><Relationship Type="http://schemas.openxmlformats.org/officeDocument/2006/relationships/slide" Target="/ppt/slides/slide5.xml" Id="R9bde69b9150a4922" /><Relationship Type="http://schemas.openxmlformats.org/officeDocument/2006/relationships/slide" Target="/ppt/slides/slide6.xml" Id="R5333606a496849b6" /><Relationship Type="http://schemas.openxmlformats.org/officeDocument/2006/relationships/slide" Target="/ppt/slides/slide7.xml" Id="Rcc015dc1148f4447" /><Relationship Type="http://schemas.openxmlformats.org/officeDocument/2006/relationships/slide" Target="/ppt/slides/slide8.xml" Id="Ra2bfb1cd387b4760" /><Relationship Type="http://schemas.openxmlformats.org/officeDocument/2006/relationships/slide" Target="/ppt/slides/slide9.xml" Id="R10ef616ed2e142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30ac000d3f04c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155bb3e6c54b32" /><Relationship Type="http://schemas.openxmlformats.org/officeDocument/2006/relationships/notesMaster" Target="/ppt/notesMasters/notesMaster1.xml" Id="R5fccb278705347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f5bf5e8c6c4c03" /><Relationship Type="http://schemas.openxmlformats.org/officeDocument/2006/relationships/notesMaster" Target="/ppt/notesMasters/notesMaster1.xml" Id="Rb86ea7d2e9a846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6d950ebada4236" /><Relationship Type="http://schemas.openxmlformats.org/officeDocument/2006/relationships/notesMaster" Target="/ppt/notesMasters/notesMaster1.xml" Id="R4e385ea14e7343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2b553347354ad5" /><Relationship Type="http://schemas.openxmlformats.org/officeDocument/2006/relationships/notesMaster" Target="/ppt/notesMasters/notesMaster1.xml" Id="R7a9ec29ae2d441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7b30c749314049" /><Relationship Type="http://schemas.openxmlformats.org/officeDocument/2006/relationships/notesMaster" Target="/ppt/notesMasters/notesMaster1.xml" Id="R22a0cb934e1e4a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cbf09a40914101" /><Relationship Type="http://schemas.openxmlformats.org/officeDocument/2006/relationships/notesMaster" Target="/ppt/notesMasters/notesMaster1.xml" Id="R56c171b49f7e45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ecd65660e64b73" /><Relationship Type="http://schemas.openxmlformats.org/officeDocument/2006/relationships/notesMaster" Target="/ppt/notesMasters/notesMaster1.xml" Id="R6fa5c5f5b46149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5ebbca9dd04b00" /><Relationship Type="http://schemas.openxmlformats.org/officeDocument/2006/relationships/notesMaster" Target="/ppt/notesMasters/notesMaster1.xml" Id="R9014720ccde84e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dbe15343644ea3" /><Relationship Type="http://schemas.openxmlformats.org/officeDocument/2006/relationships/notesMaster" Target="/ppt/notesMasters/notesMaster1.xml" Id="Ra0ab9fc6a4a147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02953df7c46e8" /><Relationship Type="http://schemas.openxmlformats.org/officeDocument/2006/relationships/image" Target="/ppt/media/image2.png" Id="R3a69bba8a2a64e52" /><Relationship Type="http://schemas.openxmlformats.org/officeDocument/2006/relationships/image" Target="/ppt/media/image2.svg" Id="R18dbf7643f8646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106660eba4d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249a7856d47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99fef129d4e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bfc3ac6ac4665" /><Relationship Type="http://schemas.openxmlformats.org/officeDocument/2006/relationships/image" Target="/ppt/media/image3.png" Id="Rd7410d7f9d03423b" /><Relationship Type="http://schemas.openxmlformats.org/officeDocument/2006/relationships/image" Target="/ppt/media/image3.svg" Id="R4fa6c3adc63946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831197de44ad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da8a52b34417b" /><Relationship Type="http://schemas.openxmlformats.org/officeDocument/2006/relationships/image" Target="/ppt/media/image3.png" Id="R6c70315b651344f6" /><Relationship Type="http://schemas.openxmlformats.org/officeDocument/2006/relationships/image" Target="/ppt/media/image3.svg" Id="Rd096917a4fab4b8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8df2705484ba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95aeb4d8b44a0" /><Relationship Type="http://schemas.openxmlformats.org/officeDocument/2006/relationships/image" Target="/ppt/media/image3.png" Id="R4ed729c77dda4cae" /><Relationship Type="http://schemas.openxmlformats.org/officeDocument/2006/relationships/image" Target="/ppt/media/image3.svg" Id="Re1f1c8b53b0543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2a4daab014ba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b4940bcee4ead" /><Relationship Type="http://schemas.openxmlformats.org/officeDocument/2006/relationships/image" Target="/ppt/media/image4.png" Id="R8c441de0c95f4ccc" /><Relationship Type="http://schemas.openxmlformats.org/officeDocument/2006/relationships/image" Target="/ppt/media/image4.svg" Id="R43393c1434df44eb" /><Relationship Type="http://schemas.openxmlformats.org/officeDocument/2006/relationships/image" Target="/ppt/media/image3.png" Id="R507e0888ee4c4cc3" /><Relationship Type="http://schemas.openxmlformats.org/officeDocument/2006/relationships/image" Target="/ppt/media/image3.svg" Id="R3cbd5da98f45465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ba4d54f0048a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021b6102940e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b93dbcece48a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796ef6ac8435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6b5692df2472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0b74b561b468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0b2f2d2b04e52" /><Relationship Type="http://schemas.openxmlformats.org/officeDocument/2006/relationships/image" Target="/ppt/media/image5.png" Id="R14e8facca1524614" /><Relationship Type="http://schemas.openxmlformats.org/officeDocument/2006/relationships/image" Target="/ppt/media/image5.svg" Id="R96ca2b2cd4f54d8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06eaee74148b1" /><Relationship Type="http://schemas.openxmlformats.org/officeDocument/2006/relationships/image" Target="/ppt/media/image5.png" Id="R27133f3a8c18415c" /><Relationship Type="http://schemas.openxmlformats.org/officeDocument/2006/relationships/image" Target="/ppt/media/image5.svg" Id="Ra84b5dc4cd9d481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b9f83a8d14b5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590ca494248b5" /><Relationship Type="http://schemas.openxmlformats.org/officeDocument/2006/relationships/image" Target="/ppt/media/image4.png" Id="Rf2b2eeaa7f8a428b" /><Relationship Type="http://schemas.openxmlformats.org/officeDocument/2006/relationships/image" Target="/ppt/media/image4.svg" Id="R8341124b9da0422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5306ff3364fc9" /><Relationship Type="http://schemas.openxmlformats.org/officeDocument/2006/relationships/image" Target="/ppt/media/image4.png" Id="Ra46e07aac4644926" /><Relationship Type="http://schemas.openxmlformats.org/officeDocument/2006/relationships/image" Target="/ppt/media/image4.svg" Id="Rf3e8641de749482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b572506414042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e5467fa304698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3cf8cfa3f4411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a9aaf53b842b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6c68f170b4e46" /><Relationship Type="http://schemas.openxmlformats.org/officeDocument/2006/relationships/image" Target="/ppt/media/image3.png" Id="R019d7c7e3c0b4caf" /><Relationship Type="http://schemas.openxmlformats.org/officeDocument/2006/relationships/image" Target="/ppt/media/image3.svg" Id="Rb554d79fb1ff4398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de366b6664610" /><Relationship Type="http://schemas.openxmlformats.org/officeDocument/2006/relationships/image" Target="/ppt/media/image3.png" Id="R41cfdf9ac1524f6e" /><Relationship Type="http://schemas.openxmlformats.org/officeDocument/2006/relationships/image" Target="/ppt/media/image3.svg" Id="Rcb13a08861e74f1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3c97fd7124fdf" /><Relationship Type="http://schemas.openxmlformats.org/officeDocument/2006/relationships/image" Target="/ppt/media/image3.png" Id="R331bcb6006d54e25" /><Relationship Type="http://schemas.openxmlformats.org/officeDocument/2006/relationships/image" Target="/ppt/media/image3.svg" Id="Rf8d02d1820f24f69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cca6c8cac437a" /><Relationship Type="http://schemas.openxmlformats.org/officeDocument/2006/relationships/image" Target="/ppt/media/image3.png" Id="Re5721f64730945e3" /><Relationship Type="http://schemas.openxmlformats.org/officeDocument/2006/relationships/image" Target="/ppt/media/image3.svg" Id="R069c70a6110d4f1f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e20c869ae4e60" /><Relationship Type="http://schemas.openxmlformats.org/officeDocument/2006/relationships/image" Target="/ppt/media/image3.png" Id="R5d16841892f2476e" /><Relationship Type="http://schemas.openxmlformats.org/officeDocument/2006/relationships/image" Target="/ppt/media/image3.svg" Id="R3ac5d33122c246ef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b9bbaa616453a" /><Relationship Type="http://schemas.openxmlformats.org/officeDocument/2006/relationships/image" Target="/ppt/media/image3.png" Id="Rf90c98f8df8947b7" /><Relationship Type="http://schemas.openxmlformats.org/officeDocument/2006/relationships/image" Target="/ppt/media/image3.svg" Id="R5c380d08e95c4bd5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17128f3944e90" /><Relationship Type="http://schemas.openxmlformats.org/officeDocument/2006/relationships/image" Target="/ppt/media/image3.png" Id="R8c132f02305843c2" /><Relationship Type="http://schemas.openxmlformats.org/officeDocument/2006/relationships/image" Target="/ppt/media/image3.svg" Id="Rbab9b18e33a040da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0713cefdb4478" /><Relationship Type="http://schemas.openxmlformats.org/officeDocument/2006/relationships/image" Target="/ppt/media/image3.png" Id="Rd14a4f0d644541c5" /><Relationship Type="http://schemas.openxmlformats.org/officeDocument/2006/relationships/image" Target="/ppt/media/image3.svg" Id="Rd46e041f06264c6e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c29145714497e" /><Relationship Type="http://schemas.openxmlformats.org/officeDocument/2006/relationships/image" Target="/ppt/media/image3.png" Id="R4406aad5160f4a59" /><Relationship Type="http://schemas.openxmlformats.org/officeDocument/2006/relationships/image" Target="/ppt/media/image3.svg" Id="R3e4ce21457ec47b6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9c7f307f04e60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bfbe56e114872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aa1e8cfc448a6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47db3c1e04963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4119d24eba40e8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aae8a0c914b98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78172c819475b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1591b2b6844a1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b1fd15b6940a8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ea2a3845f46a1" /><Relationship Type="http://schemas.openxmlformats.org/officeDocument/2006/relationships/image" Target="/ppt/media/image3.png" Id="R82e044c1e55f491b" /><Relationship Type="http://schemas.openxmlformats.org/officeDocument/2006/relationships/image" Target="/ppt/media/image3.svg" Id="Ra2b67d5d4a294e1b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377e658664b81" /><Relationship Type="http://schemas.openxmlformats.org/officeDocument/2006/relationships/image" Target="/ppt/media/image3.png" Id="R5ae538b3cd18471e" /><Relationship Type="http://schemas.openxmlformats.org/officeDocument/2006/relationships/image" Target="/ppt/media/image3.svg" Id="R5d16ff2f28d74288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8f254f73348f7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401fb0604408a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7fbcb0e714ac0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2ceee89884e6d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826a6e3e64355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742113f2c44f7b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ce526e64574b3e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3dbfbeed04ce0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85ff3b65043e3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2979c02964545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f001dfe1444af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2e59316d8476b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675e78ad04c31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197a8dd3a46fd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db46a5b424f18" /><Relationship Type="http://schemas.openxmlformats.org/officeDocument/2006/relationships/image" Target="/ppt/media/image.png" Id="R7d1528ded7b5405a" /><Relationship Type="http://schemas.openxmlformats.org/officeDocument/2006/relationships/image" Target="/ppt/media/image.svg" Id="R730e9ab592634988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2dfd57dd8437e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bc32ec7c3f4726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10e019afa848bc" /><Relationship Type="http://schemas.openxmlformats.org/officeDocument/2006/relationships/image" Target="/ppt/media/image2.png" Id="Rbbfbb9143c884a47" /><Relationship Type="http://schemas.openxmlformats.org/officeDocument/2006/relationships/image" Target="/ppt/media/image2.svg" Id="Rea501252338e4cee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2d32b2ae57a43b1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35f2879bf649cd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30f65e146649b9" /><Relationship Type="http://schemas.openxmlformats.org/officeDocument/2006/relationships/image" Target="/ppt/media/image3.png" Id="Raed0173160c54c0a" /><Relationship Type="http://schemas.openxmlformats.org/officeDocument/2006/relationships/image" Target="/ppt/media/image3.svg" Id="R2bec753319874a34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f3e82b8aa743ee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ea303f926f4299" /><Relationship Type="http://schemas.openxmlformats.org/officeDocument/2006/relationships/image" Target="/ppt/media/image3.png" Id="Rda70fa1147b14a97" /><Relationship Type="http://schemas.openxmlformats.org/officeDocument/2006/relationships/image" Target="/ppt/media/image3.svg" Id="R058e2279a9dd448e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9ae1eb901542f9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a9880c8e794a51" /><Relationship Type="http://schemas.openxmlformats.org/officeDocument/2006/relationships/image" Target="/ppt/media/image3.png" Id="R445cf7180a144424" /><Relationship Type="http://schemas.openxmlformats.org/officeDocument/2006/relationships/image" Target="/ppt/media/image3.svg" Id="Rdc8307d5157f418e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47f9d63a7242fd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48235ec8594d0f" /><Relationship Type="http://schemas.openxmlformats.org/officeDocument/2006/relationships/image" Target="/ppt/media/image4.png" Id="R6dd228836e7f47dc" /><Relationship Type="http://schemas.openxmlformats.org/officeDocument/2006/relationships/image" Target="/ppt/media/image4.svg" Id="R3ca341085aea4267" /><Relationship Type="http://schemas.openxmlformats.org/officeDocument/2006/relationships/image" Target="/ppt/media/image3.png" Id="R5c9c7f32c20b4515" /><Relationship Type="http://schemas.openxmlformats.org/officeDocument/2006/relationships/image" Target="/ppt/media/image3.svg" Id="R230776330ce54db1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7d30689bec4432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40351c70dc475f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538f9096d945ad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36b6971c6a4a69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247a2bc0f64cc6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fa136f2eeb4722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edbb2f9f7747b4" /><Relationship Type="http://schemas.openxmlformats.org/officeDocument/2006/relationships/image" Target="/ppt/media/image5.png" Id="R8ecfda5ccc1749aa" /><Relationship Type="http://schemas.openxmlformats.org/officeDocument/2006/relationships/image" Target="/ppt/media/image5.svg" Id="Rd33e5261dcf5401f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572a7bc81a4a6d" /><Relationship Type="http://schemas.openxmlformats.org/officeDocument/2006/relationships/image" Target="/ppt/media/image5.png" Id="R7d27ab812e814597" /><Relationship Type="http://schemas.openxmlformats.org/officeDocument/2006/relationships/image" Target="/ppt/media/image5.svg" Id="R22672207d21e467f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5ebe1c68ca43db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a4a38da3554fd2" /><Relationship Type="http://schemas.openxmlformats.org/officeDocument/2006/relationships/image" Target="/ppt/media/image4.png" Id="R88efa49e91724056" /><Relationship Type="http://schemas.openxmlformats.org/officeDocument/2006/relationships/image" Target="/ppt/media/image4.svg" Id="Racec2dca2bea4ab8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869af953e840ac" /><Relationship Type="http://schemas.openxmlformats.org/officeDocument/2006/relationships/image" Target="/ppt/media/image4.png" Id="Rbae0dcdf4ba7420f" /><Relationship Type="http://schemas.openxmlformats.org/officeDocument/2006/relationships/image" Target="/ppt/media/image4.svg" Id="Rda8cb9bb4a8a4a89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ae01ac4cac4b38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abd24facad480d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1260ddf3ab4eae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a2559467a14532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62339a77454203" /><Relationship Type="http://schemas.openxmlformats.org/officeDocument/2006/relationships/image" Target="/ppt/media/image3.png" Id="R2c7673340d204d52" /><Relationship Type="http://schemas.openxmlformats.org/officeDocument/2006/relationships/image" Target="/ppt/media/image3.svg" Id="Rbee540e267484b17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dce2f2736e499b" /><Relationship Type="http://schemas.openxmlformats.org/officeDocument/2006/relationships/image" Target="/ppt/media/image3.png" Id="Rc87c390333ff4e0c" /><Relationship Type="http://schemas.openxmlformats.org/officeDocument/2006/relationships/image" Target="/ppt/media/image3.svg" Id="Rf035ff48d23a4fea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06a2a4d8654ec1" /><Relationship Type="http://schemas.openxmlformats.org/officeDocument/2006/relationships/image" Target="/ppt/media/image3.png" Id="R3d2ef2bfc14f48e0" /><Relationship Type="http://schemas.openxmlformats.org/officeDocument/2006/relationships/image" Target="/ppt/media/image3.svg" Id="R8e994a57aa8e4bae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3e4fe96b684a5a" /><Relationship Type="http://schemas.openxmlformats.org/officeDocument/2006/relationships/image" Target="/ppt/media/image3.png" Id="Rbe8f96cf680e41c5" /><Relationship Type="http://schemas.openxmlformats.org/officeDocument/2006/relationships/image" Target="/ppt/media/image3.svg" Id="Re1c2249f13074f98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b74a20ce634bac" /><Relationship Type="http://schemas.openxmlformats.org/officeDocument/2006/relationships/image" Target="/ppt/media/image3.png" Id="R7ba80e2d2d164c94" /><Relationship Type="http://schemas.openxmlformats.org/officeDocument/2006/relationships/image" Target="/ppt/media/image3.svg" Id="Rf5f31bdaf2ca4197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7101c19a1b44ff" /><Relationship Type="http://schemas.openxmlformats.org/officeDocument/2006/relationships/image" Target="/ppt/media/image3.png" Id="R4323d0baf2ed404a" /><Relationship Type="http://schemas.openxmlformats.org/officeDocument/2006/relationships/image" Target="/ppt/media/image3.svg" Id="R391730d99ed5410b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51c6a2b87c49a6" /><Relationship Type="http://schemas.openxmlformats.org/officeDocument/2006/relationships/image" Target="/ppt/media/image3.png" Id="R6b31b5f496924279" /><Relationship Type="http://schemas.openxmlformats.org/officeDocument/2006/relationships/image" Target="/ppt/media/image3.svg" Id="R2dd3793d11a644d2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55306a8e3a4b95" /><Relationship Type="http://schemas.openxmlformats.org/officeDocument/2006/relationships/image" Target="/ppt/media/image3.png" Id="R4b21daf6b6f74569" /><Relationship Type="http://schemas.openxmlformats.org/officeDocument/2006/relationships/image" Target="/ppt/media/image3.svg" Id="R9bc83b4b56b5403f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61e2e167204433" /><Relationship Type="http://schemas.openxmlformats.org/officeDocument/2006/relationships/image" Target="/ppt/media/image3.png" Id="R43f6443a92b14d9e" /><Relationship Type="http://schemas.openxmlformats.org/officeDocument/2006/relationships/image" Target="/ppt/media/image3.svg" Id="R42eda04c131845ff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44cb6f798a4145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6919903e6e4e5f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8cd2c750ee4614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1227e7d0714cfb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9df505e97746d5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2287ad044e448f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7e333046094451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642ba3b0504b7f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eafacf57e943e8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766faf52ee4daa" /><Relationship Type="http://schemas.openxmlformats.org/officeDocument/2006/relationships/image" Target="/ppt/media/image3.png" Id="R0c5c36cbec4f44af" /><Relationship Type="http://schemas.openxmlformats.org/officeDocument/2006/relationships/image" Target="/ppt/media/image3.svg" Id="Re36ffb9ba15545ab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153950f1bc478f" /><Relationship Type="http://schemas.openxmlformats.org/officeDocument/2006/relationships/image" Target="/ppt/media/image3.png" Id="R7c31542550604f19" /><Relationship Type="http://schemas.openxmlformats.org/officeDocument/2006/relationships/image" Target="/ppt/media/image3.svg" Id="R28aefa9d5a564b39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cbda611fb44ec3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e0e6796db040c4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607850652d4b9a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c2704f9a2d4f35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827cce0be042b1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ce95241220438c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9473c7fad243b3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9d6d1a2ab148ef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c642f144924613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666f33def74bf8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afc8977a6e4541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e214383bcc46e6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fc29a255ed4a4e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4859763ed349a5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7087f01d0f44a5" /><Relationship Type="http://schemas.openxmlformats.org/officeDocument/2006/relationships/image" Target="/ppt/media/image.png" Id="R0f3c8b62565f45bf" /><Relationship Type="http://schemas.openxmlformats.org/officeDocument/2006/relationships/image" Target="/ppt/media/image.svg" Id="Rbb01491cdb364868" /></Relationships>
</file>

<file path=ppt/slideLayouts/slideLayout1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9bba8a2a64e52">
            <a:extLst>
              <a:ext uri="{96DAC541-7B7A-43D3-8B79-37D633B846F1}">
                <asvg:svgBlip xmlns:asvg="http://schemas.microsoft.com/office/drawing/2016/SVG/main" r:embed="R18dbf7643f8646c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8F691CA-EE3F-7A8F-A5A6-1F794D5A95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1" y="1888014"/>
            <a:ext cx="11819898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516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Internal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8E99E6B3-1DE5-748B-A56B-C7615EF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</p:spTree>
  </p:cSld>
  <p:hf sldNum="0" hdr="0" ftr="0" dt="0"/>
</p:sldLayout>
</file>

<file path=ppt/slideLayouts/slideLayout3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871BB6F-EFAE-301F-F208-0B7469EED2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2E1FE7D-954E-AEB3-9C9A-D0BD3800BF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F8D88B07-6A38-4F17-99D9-023E38E4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7410d7f9d03423b">
              <a:extLst>
                <a:ext uri="{96DAC541-7B7A-43D3-8B79-37D633B846F1}">
                  <asvg:svgBlip xmlns:asvg="http://schemas.microsoft.com/office/drawing/2016/SVG/main" r:embed="R4fa6c3adc639460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0AC871A-78D1-2A57-A451-8BE4A24D5D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3DB79199-BBF4-46A4-8587-E243CDB8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82BCDE9-0F2F-5D9A-810C-54EB157720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7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c70315b651344f6">
              <a:extLst>
                <a:ext uri="{96DAC541-7B7A-43D3-8B79-37D633B846F1}">
                  <asvg:svgBlip xmlns:asvg="http://schemas.microsoft.com/office/drawing/2016/SVG/main" r:embed="Rd096917a4fab4b8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688C416-B718-7A03-7534-64C9820B20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8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BB901F-700F-BCFD-B953-270AAAD665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9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ed729c77dda4cae">
              <a:extLst>
                <a:ext uri="{96DAC541-7B7A-43D3-8B79-37D633B846F1}">
                  <asvg:svgBlip xmlns:asvg="http://schemas.microsoft.com/office/drawing/2016/SVG/main" r:embed="Re1f1c8b53b05437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B36E3A5-28C1-A8ED-6372-BFBC6874BE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8D2C0D14-F88E-83FF-9EF1-3A95A94A82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1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c441de0c95f4ccc">
              <a:extLst>
                <a:ext uri="{96DAC541-7B7A-43D3-8B79-37D633B846F1}">
                  <asvg:svgBlip xmlns:asvg="http://schemas.microsoft.com/office/drawing/2016/SVG/main" r:embed="R43393c1434df44eb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07e0888ee4c4cc3">
              <a:extLst>
                <a:ext uri="{96DAC541-7B7A-43D3-8B79-37D633B846F1}">
                  <asvg:svgBlip xmlns:asvg="http://schemas.microsoft.com/office/drawing/2016/SVG/main" r:embed="R3cbd5da98f45465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C0BE0AA-F78B-70D0-0E69-562A057B97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2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93FA1141-1E53-4DC1-FA7F-C638252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13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839AF2FC-44E4-4FB6-9425-C23DB1DC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C754ABC-A4AC-142B-571C-3091A40737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4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AF65B620-2F6A-4298-B039-A52CB819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5946858-AA21-D05F-D0B4-5BB40EEC50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5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6802E0DA-9E0E-451A-9999-86DA1FA9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6D1AF19-F2EC-08C6-F957-33F3771D66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6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69BC43AA-9502-4FEB-9A3A-0793C6B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48F457A-583D-92B8-6151-88E9B36FCC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7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</a:t>
            </a:r>
            <a:br/>
            <a:r>
              <a:t>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07AD1988-8E60-4DBE-9E8E-814728B1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DB0AB5D-5A54-A209-82C9-6DCC600350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8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4e8facca1524614">
              <a:extLst>
                <a:ext uri="{96DAC541-7B7A-43D3-8B79-37D633B846F1}">
                  <asvg:svgBlip xmlns:asvg="http://schemas.microsoft.com/office/drawing/2016/SVG/main" r:embed="R96ca2b2cd4f54d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4e8facca1524614">
              <a:extLst>
                <a:ext uri="{96DAC541-7B7A-43D3-8B79-37D633B846F1}">
                  <asvg:svgBlip xmlns:asvg="http://schemas.microsoft.com/office/drawing/2016/SVG/main" r:embed="R96ca2b2cd4f54d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4e8facca1524614">
              <a:extLst>
                <a:ext uri="{96DAC541-7B7A-43D3-8B79-37D633B846F1}">
                  <asvg:svgBlip xmlns:asvg="http://schemas.microsoft.com/office/drawing/2016/SVG/main" r:embed="R96ca2b2cd4f54d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4e8facca1524614">
              <a:extLst>
                <a:ext uri="{96DAC541-7B7A-43D3-8B79-37D633B846F1}">
                  <asvg:svgBlip xmlns:asvg="http://schemas.microsoft.com/office/drawing/2016/SVG/main" r:embed="R96ca2b2cd4f54d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A6B76B96-B0CC-434B-832B-0A422569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B9C1BB8-637F-1441-F76C-578C29AF1F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9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7133f3a8c18415c">
              <a:extLst>
                <a:ext uri="{96DAC541-7B7A-43D3-8B79-37D633B846F1}">
                  <asvg:svgBlip xmlns:asvg="http://schemas.microsoft.com/office/drawing/2016/SVG/main" r:embed="Ra84b5dc4cd9d481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7133f3a8c18415c">
              <a:extLst>
                <a:ext uri="{96DAC541-7B7A-43D3-8B79-37D633B846F1}">
                  <asvg:svgBlip xmlns:asvg="http://schemas.microsoft.com/office/drawing/2016/SVG/main" r:embed="Ra84b5dc4cd9d481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7133f3a8c18415c">
              <a:extLst>
                <a:ext uri="{96DAC541-7B7A-43D3-8B79-37D633B846F1}">
                  <asvg:svgBlip xmlns:asvg="http://schemas.microsoft.com/office/drawing/2016/SVG/main" r:embed="Ra84b5dc4cd9d481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7133f3a8c18415c">
              <a:extLst>
                <a:ext uri="{96DAC541-7B7A-43D3-8B79-37D633B846F1}">
                  <asvg:svgBlip xmlns:asvg="http://schemas.microsoft.com/office/drawing/2016/SVG/main" r:embed="Ra84b5dc4cd9d481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7133f3a8c18415c">
              <a:extLst>
                <a:ext uri="{96DAC541-7B7A-43D3-8B79-37D633B846F1}">
                  <asvg:svgBlip xmlns:asvg="http://schemas.microsoft.com/office/drawing/2016/SVG/main" r:embed="Ra84b5dc4cd9d481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905BB0BA-5E47-49AD-81A9-66DBDB01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C15237-8C4B-5CE5-1444-3F5B79989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0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EC582B1-9DA7-4B19-BFB2-E1E86B1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B22D338-2DE2-57A7-2315-6398C8000C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1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2b2eeaa7f8a428b">
              <a:extLst>
                <a:ext uri="{96DAC541-7B7A-43D3-8B79-37D633B846F1}">
                  <asvg:svgBlip xmlns:asvg="http://schemas.microsoft.com/office/drawing/2016/SVG/main" r:embed="R8341124b9da0422e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2b2eeaa7f8a428b">
              <a:extLst>
                <a:ext uri="{96DAC541-7B7A-43D3-8B79-37D633B846F1}">
                  <asvg:svgBlip xmlns:asvg="http://schemas.microsoft.com/office/drawing/2016/SVG/main" r:embed="R8341124b9da0422e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3C34584-603A-4768-A695-694FCB24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57BF760-D696-AA88-AC7E-917EB456BA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2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46e07aac4644926">
              <a:extLst>
                <a:ext uri="{96DAC541-7B7A-43D3-8B79-37D633B846F1}">
                  <asvg:svgBlip xmlns:asvg="http://schemas.microsoft.com/office/drawing/2016/SVG/main" r:embed="Rf3e8641de7494822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46e07aac4644926">
              <a:extLst>
                <a:ext uri="{96DAC541-7B7A-43D3-8B79-37D633B846F1}">
                  <asvg:svgBlip xmlns:asvg="http://schemas.microsoft.com/office/drawing/2016/SVG/main" r:embed="Rf3e8641de7494822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46e07aac4644926">
              <a:extLst>
                <a:ext uri="{96DAC541-7B7A-43D3-8B79-37D633B846F1}">
                  <asvg:svgBlip xmlns:asvg="http://schemas.microsoft.com/office/drawing/2016/SVG/main" r:embed="Rf3e8641de7494822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94F62F21-AFB1-47A0-966B-0D935734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12C18C3-8A45-BC5E-BE85-99504F2FA5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3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802ED23-8492-1E0C-8EE1-4A9DF0F6F2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4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908E39FC-BF28-4250-9CBC-0CD1F693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D92081D-23F3-008A-A6BE-59611FC474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5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E70FA75A-F247-460B-A574-DE64DE9BE6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79D85099-4D83-46FC-8D3A-E0BA8BD968BB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6903F606-4B33-482D-9BCD-E09FDDE867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A8ED0829-0DD5-4E69-87C3-3D2328903CE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804745F-CEE4-44AF-9C0F-29FED34A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E06E221-51AD-2F07-ACD2-F7DB2366AB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6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6C9319C-4638-77F9-F9DD-D199D9A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27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33D87171-A2A9-4194-B5B5-ED9FBD8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19d7c7e3c0b4caf">
              <a:extLst>
                <a:ext uri="{96DAC541-7B7A-43D3-8B79-37D633B846F1}">
                  <asvg:svgBlip xmlns:asvg="http://schemas.microsoft.com/office/drawing/2016/SVG/main" r:embed="Rb554d79fb1ff439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298D89E-B220-5C5C-9628-5573A5DC1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8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08945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08945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C366C2D4-EE23-447E-A229-5CDE469A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1cfdf9ac1524f6e">
              <a:extLst>
                <a:ext uri="{96DAC541-7B7A-43D3-8B79-37D633B846F1}">
                  <asvg:svgBlip xmlns:asvg="http://schemas.microsoft.com/office/drawing/2016/SVG/main" r:embed="Rcb13a08861e74f1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139FEC0-8662-DD38-36B1-29642E891E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9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17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F8692F9F-51CC-41E9-9DA9-4E9411A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352217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31bcb6006d54e25">
              <a:extLst>
                <a:ext uri="{96DAC541-7B7A-43D3-8B79-37D633B846F1}">
                  <asvg:svgBlip xmlns:asvg="http://schemas.microsoft.com/office/drawing/2016/SVG/main" r:embed="Rf8d02d1820f24f6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E457095-AC0E-3A29-8C65-F151D65E5A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0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96402F4-4DA6-4ABD-90F9-AD8715CA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5721f64730945e3">
              <a:extLst>
                <a:ext uri="{96DAC541-7B7A-43D3-8B79-37D633B846F1}">
                  <asvg:svgBlip xmlns:asvg="http://schemas.microsoft.com/office/drawing/2016/SVG/main" r:embed="R069c70a6110d4f1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AE83C04-AC88-496F-C5E9-9607709685D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1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162840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EA1DB10-9796-4C25-A36A-FA58396A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d16841892f2476e">
              <a:extLst>
                <a:ext uri="{96DAC541-7B7A-43D3-8B79-37D633B846F1}">
                  <asvg:svgBlip xmlns:asvg="http://schemas.microsoft.com/office/drawing/2016/SVG/main" r:embed="R3ac5d33122c246e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B1FD9D6-C5E0-D6A8-155E-A9AB8CF2AB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2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808E80C-752A-4E14-A369-753DBD26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90c98f8df8947b7">
              <a:extLst>
                <a:ext uri="{96DAC541-7B7A-43D3-8B79-37D633B846F1}">
                  <asvg:svgBlip xmlns:asvg="http://schemas.microsoft.com/office/drawing/2016/SVG/main" r:embed="R5c380d08e95c4bd5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89110E-B6FC-8FEE-28DA-532B66BBE9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3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4035DEA-40EA-46D5-9032-31E2F652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c132f02305843c2">
              <a:extLst>
                <a:ext uri="{96DAC541-7B7A-43D3-8B79-37D633B846F1}">
                  <asvg:svgBlip xmlns:asvg="http://schemas.microsoft.com/office/drawing/2016/SVG/main" r:embed="Rbab9b18e33a040d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A392DC9-F96A-D1AB-7AD7-073C73B50C7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4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B5ACDAC8-9D18-4404-8927-EC6ED72D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14a4f0d644541c5">
              <a:extLst>
                <a:ext uri="{96DAC541-7B7A-43D3-8B79-37D633B846F1}">
                  <asvg:svgBlip xmlns:asvg="http://schemas.microsoft.com/office/drawing/2016/SVG/main" r:embed="Rd46e041f06264c6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7CA19A7-5D26-A88E-D333-276E8D3E2E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5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6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822156D-EEA9-4FA6-8F95-CF07F2A1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406aad5160f4a59">
              <a:extLst>
                <a:ext uri="{96DAC541-7B7A-43D3-8B79-37D633B846F1}">
                  <asvg:svgBlip xmlns:asvg="http://schemas.microsoft.com/office/drawing/2016/SVG/main" r:embed="R3e4ce21457ec47b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A6232AB-3A7E-ECB0-7222-1EB36DAD327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6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AC9520-13F8-5FDB-0587-9080D7A16D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7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089455"/>
            <a:ext cx="3010007" cy="19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CD1AFA8-937A-354A-7AA8-970370B6E4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8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2"/>
          </a:xfrm>
        </p:spPr>
        <p:txBody>
          <a:bodyPr xmlns:a="http://schemas.openxmlformats.org/drawingml/2006/main" lIns="324000" tIns="2052000" rIns="208800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383068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7" y="2181446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87324A-3372-09CC-D7F5-1944113FAD2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9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0928E5C-C235-8A42-4E52-9D8AB49C03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0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F1F8642-68C1-00B9-516E-C418C6A39D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1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00917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6152D4A-93EA-73F0-2FEF-2DB9BC1C54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2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7EAAF1-BEA8-0E9C-F283-B52C927A4E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3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03649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6"/>
            <a:ext cx="3009172" cy="19734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BF6DF0-8D04-6447-4652-A0642E05D6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4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03649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3A9BD9C-1AB0-4AAE-9877-1B2AC7AB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FB33B2-D079-87F5-71B4-2ADB190DEC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5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2e044c1e55f491b">
              <a:extLst>
                <a:ext uri="{96DAC541-7B7A-43D3-8B79-37D633B846F1}">
                  <asvg:svgBlip xmlns:asvg="http://schemas.microsoft.com/office/drawing/2016/SVG/main" r:embed="Ra2b67d5d4a294e1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3D261CB-EC76-25EB-DE34-551800332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6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ae538b3cd18471e">
              <a:extLst>
                <a:ext uri="{96DAC541-7B7A-43D3-8B79-37D633B846F1}">
                  <asvg:svgBlip xmlns:asvg="http://schemas.microsoft.com/office/drawing/2016/SVG/main" r:embed="R5d16ff2f28d7428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8C4DC39-8670-C731-5DE0-D87AB8C6F7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7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912952A-E1C6-56C8-7F75-622520F49A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8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E2BEB23C-F999-182D-14B0-2EB2403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49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179056C7-CBA1-4DC4-B263-D3D3FA6C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CD6A6ED-35E6-09D7-E56F-AFA4A4176D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0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9775F44-34B6-4B0B-8EA6-FCA269DF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6104DF8-A5AA-8F9E-8DA7-77DA9ED446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1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2253590C-CE5C-40CC-8AB0-9768279A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CE2B948D-72E4-E7FE-4BD7-3B95572BAE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2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74D65898-A545-492E-AB32-6DA61803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17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0C44354-1542-DBD3-2A2A-92693C264A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3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6B5A575B-31BC-4F3C-8EED-DE9E75FE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76DAF30-5DD9-E102-B624-FF55D8424C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4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7C6877C-A74C-4D94-A5EE-325E0BCC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626A1A2-FE7A-6A06-5BF4-A97688A3FF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5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F6ABB1D0-9DA9-4D23-8780-DCFA40AE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F6E9490-25D4-89D2-BE60-86751A6ADB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6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136D0A36-E301-4373-86E5-86175972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93E937-D47C-705B-493A-D76A77F6C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7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F9C147D6-1CAE-4FAD-9F01-8E5FBC0F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EF22AA7-4B2F-A4FD-0470-A0B53698D1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8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69E26069-9469-4E71-86BA-227A89AA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13073F-DEA9-EEAF-CDEC-A4FC1C7D5F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9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F952C66-9275-515B-A11A-7335773C4D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0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75D87D-0B4A-099C-4511-A73951471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1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1E01899A-3A15-4A0A-BD6E-4A7E06E0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528ded7b5405a">
            <a:extLst>
              <a:ext uri="{96DAC541-7B7A-43D3-8B79-37D633B846F1}">
                <asvg:svgBlip xmlns:asvg="http://schemas.microsoft.com/office/drawing/2016/SVG/main" r:embed="R730e9ab5926349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9503475-B4EB-E867-B3EE-778A48444B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2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6AF537F-F9CF-4E7A-AA19-20B1625A772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090A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3C98DB7D-FFAF-C7E0-3815-603A540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C675CBC-36B8-651B-A108-75672A6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7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72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External 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bb9143c884a47">
            <a:extLst>
              <a:ext uri="{96DAC541-7B7A-43D3-8B79-37D633B846F1}">
                <asvg:svgBlip xmlns:asvg="http://schemas.microsoft.com/office/drawing/2016/SVG/main" r:embed="Rea501252338e4ce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2A6CD84-0665-650C-A8EB-902161196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54380432-9604-C925-2173-EB70486C3F7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5CE5A49-2ACE-6B15-51E6-938B1FAA271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BB439BF5-50A8-4681-BACB-163389B4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ed0173160c54c0a">
              <a:extLst>
                <a:ext uri="{96DAC541-7B7A-43D3-8B79-37D633B846F1}">
                  <asvg:svgBlip xmlns:asvg="http://schemas.microsoft.com/office/drawing/2016/SVG/main" r:embed="R2bec753319874a3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6395ED0-EBC0-52CC-9CEE-CDE19B742B7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8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E5E0ADF7-EBFA-4316-97BF-A46DD2EF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DF52CCBD-5B28-346F-2D75-F25EF36C18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9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a70fa1147b14a97">
              <a:extLst>
                <a:ext uri="{96DAC541-7B7A-43D3-8B79-37D633B846F1}">
                  <asvg:svgBlip xmlns:asvg="http://schemas.microsoft.com/office/drawing/2016/SVG/main" r:embed="R058e2279a9dd448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367D09B0-2E45-B728-AF7F-6BDFD386C573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2F4F3DE1-B64E-5D9B-955A-CF5E0B80F3BA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45cf7180a144424">
              <a:extLst>
                <a:ext uri="{96DAC541-7B7A-43D3-8B79-37D633B846F1}">
                  <asvg:svgBlip xmlns:asvg="http://schemas.microsoft.com/office/drawing/2016/SVG/main" r:embed="Rdc8307d5157f418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C2B79A6B-713B-C129-AB21-B132EF55959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F30EC9CB-C78C-88BF-499F-971417A04015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dd228836e7f47dc">
              <a:extLst>
                <a:ext uri="{96DAC541-7B7A-43D3-8B79-37D633B846F1}">
                  <asvg:svgBlip xmlns:asvg="http://schemas.microsoft.com/office/drawing/2016/SVG/main" r:embed="R3ca341085aea4267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c9c7f32c20b4515">
              <a:extLst>
                <a:ext uri="{96DAC541-7B7A-43D3-8B79-37D633B846F1}">
                  <asvg:svgBlip xmlns:asvg="http://schemas.microsoft.com/office/drawing/2016/SVG/main" r:embed="R230776330ce54db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26897B6-5FF0-F5C9-1D60-846D647AA45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9553B833-57AE-D539-DC9F-F2C2D35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81FA4692-C9D7-4AD9-B7E0-691259C5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4B2B5BE-7FE0-0E4E-3BC7-E07C02D4B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C5E97D09-AE34-4B51-936D-2FD31C40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47EA4193-CC86-DD26-92E5-CBE7C2F713E3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2621288B-A33F-4E56-9653-169AF7A9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20CFBF48-E365-A3FC-3135-DB1978F78FF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1F061EEB-EDEF-4A6A-A732-628704AA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7DD511E2-EBC1-ACE3-221F-9BFFB7208994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0ABB55F1-7915-49A9-9F63-CE741944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367EF3CB-FA74-F99C-9F34-EFC15B09026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ecfda5ccc1749aa">
              <a:extLst>
                <a:ext uri="{96DAC541-7B7A-43D3-8B79-37D633B846F1}">
                  <asvg:svgBlip xmlns:asvg="http://schemas.microsoft.com/office/drawing/2016/SVG/main" r:embed="Rd33e5261dcf5401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ecfda5ccc1749aa">
              <a:extLst>
                <a:ext uri="{96DAC541-7B7A-43D3-8B79-37D633B846F1}">
                  <asvg:svgBlip xmlns:asvg="http://schemas.microsoft.com/office/drawing/2016/SVG/main" r:embed="Rd33e5261dcf5401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ecfda5ccc1749aa">
              <a:extLst>
                <a:ext uri="{96DAC541-7B7A-43D3-8B79-37D633B846F1}">
                  <asvg:svgBlip xmlns:asvg="http://schemas.microsoft.com/office/drawing/2016/SVG/main" r:embed="Rd33e5261dcf5401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ecfda5ccc1749aa">
              <a:extLst>
                <a:ext uri="{96DAC541-7B7A-43D3-8B79-37D633B846F1}">
                  <asvg:svgBlip xmlns:asvg="http://schemas.microsoft.com/office/drawing/2016/SVG/main" r:embed="Rd33e5261dcf5401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B7000465-EBF0-4A12-B837-FBAD36B6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9515DB7-E267-98F8-A0A7-9F4339CE4664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1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d27ab812e814597">
              <a:extLst>
                <a:ext uri="{96DAC541-7B7A-43D3-8B79-37D633B846F1}">
                  <asvg:svgBlip xmlns:asvg="http://schemas.microsoft.com/office/drawing/2016/SVG/main" r:embed="R22672207d21e467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d27ab812e814597">
              <a:extLst>
                <a:ext uri="{96DAC541-7B7A-43D3-8B79-37D633B846F1}">
                  <asvg:svgBlip xmlns:asvg="http://schemas.microsoft.com/office/drawing/2016/SVG/main" r:embed="R22672207d21e467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d27ab812e814597">
              <a:extLst>
                <a:ext uri="{96DAC541-7B7A-43D3-8B79-37D633B846F1}">
                  <asvg:svgBlip xmlns:asvg="http://schemas.microsoft.com/office/drawing/2016/SVG/main" r:embed="R22672207d21e467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d27ab812e814597">
              <a:extLst>
                <a:ext uri="{96DAC541-7B7A-43D3-8B79-37D633B846F1}">
                  <asvg:svgBlip xmlns:asvg="http://schemas.microsoft.com/office/drawing/2016/SVG/main" r:embed="R22672207d21e467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d27ab812e814597">
              <a:extLst>
                <a:ext uri="{96DAC541-7B7A-43D3-8B79-37D633B846F1}">
                  <asvg:svgBlip xmlns:asvg="http://schemas.microsoft.com/office/drawing/2016/SVG/main" r:embed="R22672207d21e467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D7E332DA-EB5B-4E8E-9D27-37623A15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E89C19EB-5D9D-DC1F-4F76-85903C1875F9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2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EE37BDA8-AA7D-49CA-8658-0EC0F762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31F3B9CD-DFDE-15C5-DB6E-42DD1A654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3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8efa49e91724056">
              <a:extLst>
                <a:ext uri="{96DAC541-7B7A-43D3-8B79-37D633B846F1}">
                  <asvg:svgBlip xmlns:asvg="http://schemas.microsoft.com/office/drawing/2016/SVG/main" r:embed="Racec2dca2bea4ab8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8efa49e91724056">
              <a:extLst>
                <a:ext uri="{96DAC541-7B7A-43D3-8B79-37D633B846F1}">
                  <asvg:svgBlip xmlns:asvg="http://schemas.microsoft.com/office/drawing/2016/SVG/main" r:embed="Racec2dca2bea4ab8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2DC529C-26A8-4C8E-A384-0B8F79A6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B31969E9-4E72-A6F6-D69F-3F57B4E474C5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4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ae0dcdf4ba7420f">
              <a:extLst>
                <a:ext uri="{96DAC541-7B7A-43D3-8B79-37D633B846F1}">
                  <asvg:svgBlip xmlns:asvg="http://schemas.microsoft.com/office/drawing/2016/SVG/main" r:embed="Rda8cb9bb4a8a4a89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ae0dcdf4ba7420f">
              <a:extLst>
                <a:ext uri="{96DAC541-7B7A-43D3-8B79-37D633B846F1}">
                  <asvg:svgBlip xmlns:asvg="http://schemas.microsoft.com/office/drawing/2016/SVG/main" r:embed="Rda8cb9bb4a8a4a89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ae0dcdf4ba7420f">
              <a:extLst>
                <a:ext uri="{96DAC541-7B7A-43D3-8B79-37D633B846F1}">
                  <asvg:svgBlip xmlns:asvg="http://schemas.microsoft.com/office/drawing/2016/SVG/main" r:embed="Rda8cb9bb4a8a4a89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3E4777BC-8DDA-457C-867D-346CA56E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3CE96E9-3952-BA93-B440-51D726FCA104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5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BA9F4787-6D4D-AA03-BB70-DAF7D93C9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6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B2D2DE1-5067-455A-A6FA-EF3B0816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81C3BE43-C224-5323-63FD-5028BC0A799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7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24B0223A-9B59-476B-BB32-6432FE905E0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1BD80885-DE2F-4767-B830-6CD49EA596FD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BE46FDFB-028F-4DFF-B2E9-AC221E7E276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3797EE29-0E00-46C5-AC6F-95B8C3B2B7CF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F89ADDE0-6950-4960-ABA8-4A2B625A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638B286B-15FC-7186-6057-C6909685C91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8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D4880D8-D519-4803-4CBC-2D72999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2FE00C86-AD01-482E-A182-7CE14C09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c7673340d204d52">
              <a:extLst>
                <a:ext uri="{96DAC541-7B7A-43D3-8B79-37D633B846F1}">
                  <asvg:svgBlip xmlns:asvg="http://schemas.microsoft.com/office/drawing/2016/SVG/main" r:embed="Rbee540e267484b1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35F79F1-7EC4-BCDB-C743-7ADE1582A28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0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52993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54606C0F-8955-4654-9EC7-0BFDF697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87c390333ff4e0c">
              <a:extLst>
                <a:ext uri="{96DAC541-7B7A-43D3-8B79-37D633B846F1}">
                  <asvg:svgBlip xmlns:asvg="http://schemas.microsoft.com/office/drawing/2016/SVG/main" r:embed="Rf035ff48d23a4fe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0CAEF1A9-D442-4E29-5BA5-E5B13CAE6970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1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E6623084-9890-4850-A7A2-A28E572F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d2ef2bfc14f48e0">
              <a:extLst>
                <a:ext uri="{96DAC541-7B7A-43D3-8B79-37D633B846F1}">
                  <asvg:svgBlip xmlns:asvg="http://schemas.microsoft.com/office/drawing/2016/SVG/main" r:embed="R8e994a57aa8e4ba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D74CF844-F9FC-DFB9-F98C-96A77B3EF25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2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F891C16-8A5D-40AB-B4AA-EB50CD7D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e8f96cf680e41c5">
              <a:extLst>
                <a:ext uri="{96DAC541-7B7A-43D3-8B79-37D633B846F1}">
                  <asvg:svgBlip xmlns:asvg="http://schemas.microsoft.com/office/drawing/2016/SVG/main" r:embed="Re1c2249f13074f9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A7224510-ADDB-7B42-F2AF-E7776D97F963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3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67D8F3FD-F832-4A0C-A994-544B2A49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ba80e2d2d164c94">
              <a:extLst>
                <a:ext uri="{96DAC541-7B7A-43D3-8B79-37D633B846F1}">
                  <asvg:svgBlip xmlns:asvg="http://schemas.microsoft.com/office/drawing/2016/SVG/main" r:embed="Rf5f31bdaf2ca419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1682AE22-A5CE-0823-9E5E-0482DCE2B481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4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A8A97596-A37D-493C-898B-73EC3A31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323d0baf2ed404a">
              <a:extLst>
                <a:ext uri="{96DAC541-7B7A-43D3-8B79-37D633B846F1}">
                  <asvg:svgBlip xmlns:asvg="http://schemas.microsoft.com/office/drawing/2016/SVG/main" r:embed="R391730d99ed5410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F7BF2668-42F8-2B50-22FD-EAA5213E11AD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5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1D382BC-7234-4530-8EBA-8138D29C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b31b5f496924279">
              <a:extLst>
                <a:ext uri="{96DAC541-7B7A-43D3-8B79-37D633B846F1}">
                  <asvg:svgBlip xmlns:asvg="http://schemas.microsoft.com/office/drawing/2016/SVG/main" r:embed="R2dd3793d11a644d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90F00A3-D857-D898-B470-B8F7B870B54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6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F4A905D0-EAC3-415B-86E4-DD7CD19B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b21daf6b6f74569">
              <a:extLst>
                <a:ext uri="{96DAC541-7B7A-43D3-8B79-37D633B846F1}">
                  <asvg:svgBlip xmlns:asvg="http://schemas.microsoft.com/office/drawing/2016/SVG/main" r:embed="R9bc83b4b56b5403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FBE9E3A7-190B-B058-4691-06D48DB6E48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7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B883389-5BEE-4A62-AB5D-9EF99CC8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3f6443a92b14d9e">
              <a:extLst>
                <a:ext uri="{96DAC541-7B7A-43D3-8B79-37D633B846F1}">
                  <asvg:svgBlip xmlns:asvg="http://schemas.microsoft.com/office/drawing/2016/SVG/main" r:embed="R42eda04c131845f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706DA738-8EEF-4966-90D3-3D5616E120F3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8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1F25016F-BFD7-6FBC-099F-E96592B5B5B4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9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4868F6AF-17C2-DFEA-01E5-7A5C103A2F2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0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6" y="2034705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89F7C6C-DE9E-9A9D-7461-FF6DDDBE3F16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1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BDF38E5-1E6C-E485-B42D-E308F87DB89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2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FA23951E-B7E5-4D65-8B0C-53DD0C1BEBC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3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355388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C4D0FFB6-F5ED-AF25-C78D-7BDF86777E6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4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F5A93A3-9794-CD1F-505F-3F52A31A0421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5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381096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5"/>
            <a:ext cx="3009172" cy="23180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809D3A6E-6BCB-74E4-F084-41AB30AF624E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6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38271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E323C04-FA53-4D38-A83D-2F133E9C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E7AB0FB5-34EC-B359-8FE5-B4D678F882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7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c5c36cbec4f44af">
              <a:extLst>
                <a:ext uri="{96DAC541-7B7A-43D3-8B79-37D633B846F1}">
                  <asvg:svgBlip xmlns:asvg="http://schemas.microsoft.com/office/drawing/2016/SVG/main" r:embed="Re36ffb9ba15545a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32CF6322-C029-0332-31CD-85B6E572F2E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8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c31542550604f19">
              <a:extLst>
                <a:ext uri="{96DAC541-7B7A-43D3-8B79-37D633B846F1}">
                  <asvg:svgBlip xmlns:asvg="http://schemas.microsoft.com/office/drawing/2016/SVG/main" r:embed="R28aefa9d5a564b3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FD0400A0-6D60-4166-8ED4-1E3517B73885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9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700DD96C-A8E1-6735-BDED-B21D8C2214B1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0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843F95DC-3173-8BF8-8AC3-411B2478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6BA6757C-5CE0-4F79-8AFE-93FFA374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30FB54EC-06FF-43DD-EDA8-6D0C75AB006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2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731E7BD-7418-4FA4-8042-F2DF7E4B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1E3C149-7B9F-CE3A-8A48-100477BFA515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3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00A35CF4-8B8F-460A-84F7-2289797B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A349EE42-911D-8DA1-E004-9BD775176D54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4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8FD1A6FA-2551-4A37-A494-1F61AE4B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2224EFD9-3669-EE1D-455B-1E6088208FB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5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795B1099-4973-4AC5-A31F-7FDBA4C4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1C67694A-2E2A-9E72-9DB8-1B3268ECB1B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6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B782F6E-6A35-49BA-92E1-C7ACB625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541384F-9BC3-4C0E-83F4-091323833D83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7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3AEA1AD0-22FD-466C-8A54-7DEB9095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2F5D2F3B-4E0C-5A62-B648-845A471644B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8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7951810E-46E5-4AFE-80E6-2D9CAA01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A260330-6286-E040-1B80-F4F374F8C5D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9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45021BC-4598-4C75-AF53-2B54196A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23952F03-3D1A-1156-19FB-0ABE36380B8E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0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  <a:endParaRPr/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3600144-16A6-4862-AE21-2B24AD31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5DA5D4D9-BF3D-5F0F-F943-5661B61BD72D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1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F97F7D4-D36F-1C04-29F6-1CA9AD5E8E52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2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A62FB87C-37D4-7DB7-21AB-16A9426BE6AF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3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521225C0-2419-4B21-B00D-20E3D5F1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c8b62565f45bf">
            <a:extLst>
              <a:ext uri="{96DAC541-7B7A-43D3-8B79-37D633B846F1}">
                <asvg:svgBlip xmlns:asvg="http://schemas.microsoft.com/office/drawing/2016/SVG/main" r:embed="Rbb01491cdb36486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4D44B14B-7DDE-D876-D72A-C422FD1B82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7617fcd6a324817" /><Relationship Type="http://schemas.openxmlformats.org/officeDocument/2006/relationships/image" Target="/ppt/media/image.svg" Id="R22e06559be7644a5" /><Relationship Type="http://schemas.openxmlformats.org/officeDocument/2006/relationships/theme" Target="/ppt/slideMasters/theme/theme2.xml" Id="Rf94e74334d2d4bcc" /><Relationship Type="http://schemas.openxmlformats.org/officeDocument/2006/relationships/slideLayout" Target="/ppt/slideLayouts/slideLayout1.xml" Id="R6ee21eacd3134f0b" /><Relationship Type="http://schemas.openxmlformats.org/officeDocument/2006/relationships/slideLayout" Target="/ppt/slideLayouts/slideLayout2.xml" Id="R318220c724e24b66" /><Relationship Type="http://schemas.openxmlformats.org/officeDocument/2006/relationships/slideLayout" Target="/ppt/slideLayouts/slideLayout3.xml" Id="R439c6c3d22df42b9" /><Relationship Type="http://schemas.openxmlformats.org/officeDocument/2006/relationships/slideLayout" Target="/ppt/slideLayouts/slideLayout4.xml" Id="Ra1b0a525e9d5439d" /><Relationship Type="http://schemas.openxmlformats.org/officeDocument/2006/relationships/slideLayout" Target="/ppt/slideLayouts/slideLayout5.xml" Id="Rc6caaabc73704e3f" /><Relationship Type="http://schemas.openxmlformats.org/officeDocument/2006/relationships/slideLayout" Target="/ppt/slideLayouts/slideLayout6.xml" Id="R3bacf8b9cc1a4742" /><Relationship Type="http://schemas.openxmlformats.org/officeDocument/2006/relationships/slideLayout" Target="/ppt/slideLayouts/slideLayout7.xml" Id="R412264960f6c4e7b" /><Relationship Type="http://schemas.openxmlformats.org/officeDocument/2006/relationships/slideLayout" Target="/ppt/slideLayouts/slideLayout8.xml" Id="R448cd1badb0c4f5c" /><Relationship Type="http://schemas.openxmlformats.org/officeDocument/2006/relationships/slideLayout" Target="/ppt/slideLayouts/slideLayout9.xml" Id="R3398a34794d14a73" /><Relationship Type="http://schemas.openxmlformats.org/officeDocument/2006/relationships/slideLayout" Target="/ppt/slideLayouts/slideLayout10.xml" Id="R1fd4a7fd53d44a33" /><Relationship Type="http://schemas.openxmlformats.org/officeDocument/2006/relationships/slideLayout" Target="/ppt/slideLayouts/slideLayout11.xml" Id="R82917f63251042a4" /><Relationship Type="http://schemas.openxmlformats.org/officeDocument/2006/relationships/slideLayout" Target="/ppt/slideLayouts/slideLayout12.xml" Id="R7a3ef7e3a88e47ad" /><Relationship Type="http://schemas.openxmlformats.org/officeDocument/2006/relationships/slideLayout" Target="/ppt/slideLayouts/slideLayout13.xml" Id="Rdecc4ae611e444c1" /><Relationship Type="http://schemas.openxmlformats.org/officeDocument/2006/relationships/slideLayout" Target="/ppt/slideLayouts/slideLayout14.xml" Id="Rfafcd291fee64b15" /><Relationship Type="http://schemas.openxmlformats.org/officeDocument/2006/relationships/slideLayout" Target="/ppt/slideLayouts/slideLayout15.xml" Id="R6fa8f11562de4f77" /><Relationship Type="http://schemas.openxmlformats.org/officeDocument/2006/relationships/slideLayout" Target="/ppt/slideLayouts/slideLayout16.xml" Id="Rf2f98887f78c4f27" /><Relationship Type="http://schemas.openxmlformats.org/officeDocument/2006/relationships/slideLayout" Target="/ppt/slideLayouts/slideLayout17.xml" Id="R62bfa02a5f874e43" /><Relationship Type="http://schemas.openxmlformats.org/officeDocument/2006/relationships/slideLayout" Target="/ppt/slideLayouts/slideLayout18.xml" Id="R819fab2fcb254a9d" /><Relationship Type="http://schemas.openxmlformats.org/officeDocument/2006/relationships/slideLayout" Target="/ppt/slideLayouts/slideLayout19.xml" Id="R66f90e3f30474567" /><Relationship Type="http://schemas.openxmlformats.org/officeDocument/2006/relationships/slideLayout" Target="/ppt/slideLayouts/slideLayout20.xml" Id="R65d45d5270bc4a3d" /><Relationship Type="http://schemas.openxmlformats.org/officeDocument/2006/relationships/slideLayout" Target="/ppt/slideLayouts/slideLayout21.xml" Id="R4f48cc0591d64213" /><Relationship Type="http://schemas.openxmlformats.org/officeDocument/2006/relationships/slideLayout" Target="/ppt/slideLayouts/slideLayout22.xml" Id="R0c492ed1c3914459" /><Relationship Type="http://schemas.openxmlformats.org/officeDocument/2006/relationships/slideLayout" Target="/ppt/slideLayouts/slideLayout23.xml" Id="R6cb1015646164987" /><Relationship Type="http://schemas.openxmlformats.org/officeDocument/2006/relationships/slideLayout" Target="/ppt/slideLayouts/slideLayout24.xml" Id="R84a6173e08f54b77" /><Relationship Type="http://schemas.openxmlformats.org/officeDocument/2006/relationships/slideLayout" Target="/ppt/slideLayouts/slideLayout25.xml" Id="R835b3da5d01746db" /><Relationship Type="http://schemas.openxmlformats.org/officeDocument/2006/relationships/slideLayout" Target="/ppt/slideLayouts/slideLayout26.xml" Id="R906086f651f94a87" /><Relationship Type="http://schemas.openxmlformats.org/officeDocument/2006/relationships/slideLayout" Target="/ppt/slideLayouts/slideLayout27.xml" Id="R0eed02e544c74c98" /><Relationship Type="http://schemas.openxmlformats.org/officeDocument/2006/relationships/slideLayout" Target="/ppt/slideLayouts/slideLayout28.xml" Id="Rc28bed9d40934977" /><Relationship Type="http://schemas.openxmlformats.org/officeDocument/2006/relationships/slideLayout" Target="/ppt/slideLayouts/slideLayout29.xml" Id="R6021a7bb26464bca" /><Relationship Type="http://schemas.openxmlformats.org/officeDocument/2006/relationships/slideLayout" Target="/ppt/slideLayouts/slideLayout30.xml" Id="R9424f9af71f54f8a" /><Relationship Type="http://schemas.openxmlformats.org/officeDocument/2006/relationships/slideLayout" Target="/ppt/slideLayouts/slideLayout31.xml" Id="Rbfd2a54008be4666" /><Relationship Type="http://schemas.openxmlformats.org/officeDocument/2006/relationships/slideLayout" Target="/ppt/slideLayouts/slideLayout32.xml" Id="Rbf0a47e812d64d75" /><Relationship Type="http://schemas.openxmlformats.org/officeDocument/2006/relationships/slideLayout" Target="/ppt/slideLayouts/slideLayout33.xml" Id="R0dd6ceac9457458c" /><Relationship Type="http://schemas.openxmlformats.org/officeDocument/2006/relationships/slideLayout" Target="/ppt/slideLayouts/slideLayout34.xml" Id="R18b0be8652b0498b" /><Relationship Type="http://schemas.openxmlformats.org/officeDocument/2006/relationships/slideLayout" Target="/ppt/slideLayouts/slideLayout35.xml" Id="Rb45ec8d29410464d" /><Relationship Type="http://schemas.openxmlformats.org/officeDocument/2006/relationships/slideLayout" Target="/ppt/slideLayouts/slideLayout36.xml" Id="R8c8855772305409e" /><Relationship Type="http://schemas.openxmlformats.org/officeDocument/2006/relationships/slideLayout" Target="/ppt/slideLayouts/slideLayout37.xml" Id="R141f04d942644971" /><Relationship Type="http://schemas.openxmlformats.org/officeDocument/2006/relationships/slideLayout" Target="/ppt/slideLayouts/slideLayout38.xml" Id="Rf2e9481df8684faf" /><Relationship Type="http://schemas.openxmlformats.org/officeDocument/2006/relationships/slideLayout" Target="/ppt/slideLayouts/slideLayout39.xml" Id="R3810f7d7d57b4d04" /><Relationship Type="http://schemas.openxmlformats.org/officeDocument/2006/relationships/slideLayout" Target="/ppt/slideLayouts/slideLayout40.xml" Id="R9e886639577646f4" /><Relationship Type="http://schemas.openxmlformats.org/officeDocument/2006/relationships/slideLayout" Target="/ppt/slideLayouts/slideLayout41.xml" Id="Rb1700c7c264d4369" /><Relationship Type="http://schemas.openxmlformats.org/officeDocument/2006/relationships/slideLayout" Target="/ppt/slideLayouts/slideLayout42.xml" Id="R565fc4e882de4114" /><Relationship Type="http://schemas.openxmlformats.org/officeDocument/2006/relationships/slideLayout" Target="/ppt/slideLayouts/slideLayout43.xml" Id="R7a86911e1a804d96" /><Relationship Type="http://schemas.openxmlformats.org/officeDocument/2006/relationships/slideLayout" Target="/ppt/slideLayouts/slideLayout44.xml" Id="R286dee7d45274d84" /><Relationship Type="http://schemas.openxmlformats.org/officeDocument/2006/relationships/slideLayout" Target="/ppt/slideLayouts/slideLayout45.xml" Id="R437c481a4e484b13" /><Relationship Type="http://schemas.openxmlformats.org/officeDocument/2006/relationships/slideLayout" Target="/ppt/slideLayouts/slideLayout46.xml" Id="R31c59de3c4424cfc" /><Relationship Type="http://schemas.openxmlformats.org/officeDocument/2006/relationships/slideLayout" Target="/ppt/slideLayouts/slideLayout47.xml" Id="R5ef53fa9fd31433a" /><Relationship Type="http://schemas.openxmlformats.org/officeDocument/2006/relationships/slideLayout" Target="/ppt/slideLayouts/slideLayout48.xml" Id="R9e3b69bef8674dd1" /><Relationship Type="http://schemas.openxmlformats.org/officeDocument/2006/relationships/slideLayout" Target="/ppt/slideLayouts/slideLayout49.xml" Id="Ref4be1a767154bdd" /><Relationship Type="http://schemas.openxmlformats.org/officeDocument/2006/relationships/slideLayout" Target="/ppt/slideLayouts/slideLayout50.xml" Id="Ra636bce4814a462a" /><Relationship Type="http://schemas.openxmlformats.org/officeDocument/2006/relationships/slideLayout" Target="/ppt/slideLayouts/slideLayout51.xml" Id="Rae49359bbe3546aa" /><Relationship Type="http://schemas.openxmlformats.org/officeDocument/2006/relationships/slideLayout" Target="/ppt/slideLayouts/slideLayout52.xml" Id="R1487f330affa4d33" /><Relationship Type="http://schemas.openxmlformats.org/officeDocument/2006/relationships/slideLayout" Target="/ppt/slideLayouts/slideLayout53.xml" Id="Rbe02e957c28e43fe" /><Relationship Type="http://schemas.openxmlformats.org/officeDocument/2006/relationships/slideLayout" Target="/ppt/slideLayouts/slideLayout54.xml" Id="Rb79696e0bd7a496d" /><Relationship Type="http://schemas.openxmlformats.org/officeDocument/2006/relationships/slideLayout" Target="/ppt/slideLayouts/slideLayout55.xml" Id="Rcebb5c2b00a74175" /><Relationship Type="http://schemas.openxmlformats.org/officeDocument/2006/relationships/slideLayout" Target="/ppt/slideLayouts/slideLayout56.xml" Id="R681cc1c99303425a" /><Relationship Type="http://schemas.openxmlformats.org/officeDocument/2006/relationships/slideLayout" Target="/ppt/slideLayouts/slideLayout57.xml" Id="R3d1a7423b55b4670" /><Relationship Type="http://schemas.openxmlformats.org/officeDocument/2006/relationships/slideLayout" Target="/ppt/slideLayouts/slideLayout58.xml" Id="R065c9c52f1a54292" /><Relationship Type="http://schemas.openxmlformats.org/officeDocument/2006/relationships/slideLayout" Target="/ppt/slideLayouts/slideLayout59.xml" Id="R378be301c3484a60" /><Relationship Type="http://schemas.openxmlformats.org/officeDocument/2006/relationships/slideLayout" Target="/ppt/slideLayouts/slideLayout60.xml" Id="Rbd337a1add834c8f" /><Relationship Type="http://schemas.openxmlformats.org/officeDocument/2006/relationships/slideLayout" Target="/ppt/slideLayouts/slideLayout61.xml" Id="Ra8984160f32f47d6" /><Relationship Type="http://schemas.openxmlformats.org/officeDocument/2006/relationships/slideLayout" Target="/ppt/slideLayouts/slideLayout62.xml" Id="R577392be921443d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8dccd3b573e740d2" /><Relationship Type="http://schemas.openxmlformats.org/officeDocument/2006/relationships/image" Target="/ppt/media/image.svg" Id="R6f825251e5704220" /><Relationship Type="http://schemas.openxmlformats.org/officeDocument/2006/relationships/theme" Target="/ppt/slideMasters/theme/theme3.xml" Id="Rd863d9c25df64eea" /><Relationship Type="http://schemas.openxmlformats.org/officeDocument/2006/relationships/slideLayout" Target="/ppt/slideLayouts/slideLayout63.xml" Id="Rb4e9f15daab14335" /><Relationship Type="http://schemas.openxmlformats.org/officeDocument/2006/relationships/slideLayout" Target="/ppt/slideLayouts/slideLayout64.xml" Id="Rb264eaeaab8f4d75" /><Relationship Type="http://schemas.openxmlformats.org/officeDocument/2006/relationships/slideLayout" Target="/ppt/slideLayouts/slideLayout65.xml" Id="R3cbc2c0dcd9c4774" /><Relationship Type="http://schemas.openxmlformats.org/officeDocument/2006/relationships/slideLayout" Target="/ppt/slideLayouts/slideLayout66.xml" Id="Ra0adbd23bc1b44e5" /><Relationship Type="http://schemas.openxmlformats.org/officeDocument/2006/relationships/slideLayout" Target="/ppt/slideLayouts/slideLayout67.xml" Id="R665b4538b9e84a2c" /><Relationship Type="http://schemas.openxmlformats.org/officeDocument/2006/relationships/slideLayout" Target="/ppt/slideLayouts/slideLayout68.xml" Id="Rd0f2613d807e4838" /><Relationship Type="http://schemas.openxmlformats.org/officeDocument/2006/relationships/slideLayout" Target="/ppt/slideLayouts/slideLayout69.xml" Id="R5dc832e4bef347dc" /><Relationship Type="http://schemas.openxmlformats.org/officeDocument/2006/relationships/slideLayout" Target="/ppt/slideLayouts/slideLayout70.xml" Id="R675d1dcb6fa14190" /><Relationship Type="http://schemas.openxmlformats.org/officeDocument/2006/relationships/slideLayout" Target="/ppt/slideLayouts/slideLayout71.xml" Id="Rd1c5888ce33845c4" /><Relationship Type="http://schemas.openxmlformats.org/officeDocument/2006/relationships/slideLayout" Target="/ppt/slideLayouts/slideLayout72.xml" Id="R3376506ec7d84227" /><Relationship Type="http://schemas.openxmlformats.org/officeDocument/2006/relationships/slideLayout" Target="/ppt/slideLayouts/slideLayout73.xml" Id="R4e5d7538be7e40fc" /><Relationship Type="http://schemas.openxmlformats.org/officeDocument/2006/relationships/slideLayout" Target="/ppt/slideLayouts/slideLayout74.xml" Id="R2a1862d2104949dd" /><Relationship Type="http://schemas.openxmlformats.org/officeDocument/2006/relationships/slideLayout" Target="/ppt/slideLayouts/slideLayout75.xml" Id="R88d7f3ea8d7b427a" /><Relationship Type="http://schemas.openxmlformats.org/officeDocument/2006/relationships/slideLayout" Target="/ppt/slideLayouts/slideLayout76.xml" Id="Rd03a161d08b64b93" /><Relationship Type="http://schemas.openxmlformats.org/officeDocument/2006/relationships/slideLayout" Target="/ppt/slideLayouts/slideLayout77.xml" Id="R4b0f8229559e42b7" /><Relationship Type="http://schemas.openxmlformats.org/officeDocument/2006/relationships/slideLayout" Target="/ppt/slideLayouts/slideLayout78.xml" Id="R472148beb4c24773" /><Relationship Type="http://schemas.openxmlformats.org/officeDocument/2006/relationships/slideLayout" Target="/ppt/slideLayouts/slideLayout79.xml" Id="Rbdb9d68965c94462" /><Relationship Type="http://schemas.openxmlformats.org/officeDocument/2006/relationships/slideLayout" Target="/ppt/slideLayouts/slideLayout80.xml" Id="Rc16ba32118864918" /><Relationship Type="http://schemas.openxmlformats.org/officeDocument/2006/relationships/slideLayout" Target="/ppt/slideLayouts/slideLayout81.xml" Id="R8fe309f2421042ec" /><Relationship Type="http://schemas.openxmlformats.org/officeDocument/2006/relationships/slideLayout" Target="/ppt/slideLayouts/slideLayout82.xml" Id="R25858eacdfa7457b" /><Relationship Type="http://schemas.openxmlformats.org/officeDocument/2006/relationships/slideLayout" Target="/ppt/slideLayouts/slideLayout83.xml" Id="R0662a34759de47d4" /><Relationship Type="http://schemas.openxmlformats.org/officeDocument/2006/relationships/slideLayout" Target="/ppt/slideLayouts/slideLayout84.xml" Id="R110d42f46c0f4fda" /><Relationship Type="http://schemas.openxmlformats.org/officeDocument/2006/relationships/slideLayout" Target="/ppt/slideLayouts/slideLayout85.xml" Id="Rdf9dd4786f5a448c" /><Relationship Type="http://schemas.openxmlformats.org/officeDocument/2006/relationships/slideLayout" Target="/ppt/slideLayouts/slideLayout86.xml" Id="R11651fbe2d6e4eb4" /><Relationship Type="http://schemas.openxmlformats.org/officeDocument/2006/relationships/slideLayout" Target="/ppt/slideLayouts/slideLayout87.xml" Id="Rb6801018f5f24239" /><Relationship Type="http://schemas.openxmlformats.org/officeDocument/2006/relationships/slideLayout" Target="/ppt/slideLayouts/slideLayout88.xml" Id="Rda6529c027d54ee2" /><Relationship Type="http://schemas.openxmlformats.org/officeDocument/2006/relationships/slideLayout" Target="/ppt/slideLayouts/slideLayout89.xml" Id="R70ccbc1f6ee8410f" /><Relationship Type="http://schemas.openxmlformats.org/officeDocument/2006/relationships/slideLayout" Target="/ppt/slideLayouts/slideLayout90.xml" Id="R3c68bb1866744c08" /><Relationship Type="http://schemas.openxmlformats.org/officeDocument/2006/relationships/slideLayout" Target="/ppt/slideLayouts/slideLayout91.xml" Id="Rdc6a705b6ee24b3b" /><Relationship Type="http://schemas.openxmlformats.org/officeDocument/2006/relationships/slideLayout" Target="/ppt/slideLayouts/slideLayout92.xml" Id="R8ed1e1f248474b1f" /><Relationship Type="http://schemas.openxmlformats.org/officeDocument/2006/relationships/slideLayout" Target="/ppt/slideLayouts/slideLayout93.xml" Id="R980850333f514381" /><Relationship Type="http://schemas.openxmlformats.org/officeDocument/2006/relationships/slideLayout" Target="/ppt/slideLayouts/slideLayout94.xml" Id="R4bc13c64f4254451" /><Relationship Type="http://schemas.openxmlformats.org/officeDocument/2006/relationships/slideLayout" Target="/ppt/slideLayouts/slideLayout95.xml" Id="Ra619afdeb8e74255" /><Relationship Type="http://schemas.openxmlformats.org/officeDocument/2006/relationships/slideLayout" Target="/ppt/slideLayouts/slideLayout96.xml" Id="Re527618748ed4118" /><Relationship Type="http://schemas.openxmlformats.org/officeDocument/2006/relationships/slideLayout" Target="/ppt/slideLayouts/slideLayout97.xml" Id="R404636c57a4642a5" /><Relationship Type="http://schemas.openxmlformats.org/officeDocument/2006/relationships/slideLayout" Target="/ppt/slideLayouts/slideLayout98.xml" Id="Rcac85b91ae774ffe" /><Relationship Type="http://schemas.openxmlformats.org/officeDocument/2006/relationships/slideLayout" Target="/ppt/slideLayouts/slideLayout99.xml" Id="R8bbd9b174df04abd" /><Relationship Type="http://schemas.openxmlformats.org/officeDocument/2006/relationships/slideLayout" Target="/ppt/slideLayouts/slideLayout100.xml" Id="R4c0e3395cfeb4be2" /><Relationship Type="http://schemas.openxmlformats.org/officeDocument/2006/relationships/slideLayout" Target="/ppt/slideLayouts/slideLayout101.xml" Id="R25c740d916e24f9d" /><Relationship Type="http://schemas.openxmlformats.org/officeDocument/2006/relationships/slideLayout" Target="/ppt/slideLayouts/slideLayout102.xml" Id="Rad19f38eea8149e4" /><Relationship Type="http://schemas.openxmlformats.org/officeDocument/2006/relationships/slideLayout" Target="/ppt/slideLayouts/slideLayout103.xml" Id="Rf6859867aaa144db" /><Relationship Type="http://schemas.openxmlformats.org/officeDocument/2006/relationships/slideLayout" Target="/ppt/slideLayouts/slideLayout104.xml" Id="Recd88f73f0124ab4" /><Relationship Type="http://schemas.openxmlformats.org/officeDocument/2006/relationships/slideLayout" Target="/ppt/slideLayouts/slideLayout105.xml" Id="R819a61e9fedf4b99" /><Relationship Type="http://schemas.openxmlformats.org/officeDocument/2006/relationships/slideLayout" Target="/ppt/slideLayouts/slideLayout106.xml" Id="R07b377e997b44316" /><Relationship Type="http://schemas.openxmlformats.org/officeDocument/2006/relationships/slideLayout" Target="/ppt/slideLayouts/slideLayout107.xml" Id="R54fe52a3cf934d8f" /><Relationship Type="http://schemas.openxmlformats.org/officeDocument/2006/relationships/slideLayout" Target="/ppt/slideLayouts/slideLayout108.xml" Id="Ra240927e2f0343fe" /><Relationship Type="http://schemas.openxmlformats.org/officeDocument/2006/relationships/slideLayout" Target="/ppt/slideLayouts/slideLayout109.xml" Id="Rb544af518c564eec" /><Relationship Type="http://schemas.openxmlformats.org/officeDocument/2006/relationships/slideLayout" Target="/ppt/slideLayouts/slideLayout110.xml" Id="R2f04d8fb6df54bc7" /><Relationship Type="http://schemas.openxmlformats.org/officeDocument/2006/relationships/slideLayout" Target="/ppt/slideLayouts/slideLayout111.xml" Id="R8545ec17f92d4e99" /><Relationship Type="http://schemas.openxmlformats.org/officeDocument/2006/relationships/slideLayout" Target="/ppt/slideLayouts/slideLayout112.xml" Id="Re69245e414fb4bf1" /><Relationship Type="http://schemas.openxmlformats.org/officeDocument/2006/relationships/slideLayout" Target="/ppt/slideLayouts/slideLayout113.xml" Id="Rdadeb00eb2054330" /><Relationship Type="http://schemas.openxmlformats.org/officeDocument/2006/relationships/slideLayout" Target="/ppt/slideLayouts/slideLayout114.xml" Id="R50e23e13d2424e99" /><Relationship Type="http://schemas.openxmlformats.org/officeDocument/2006/relationships/slideLayout" Target="/ppt/slideLayouts/slideLayout115.xml" Id="R75886cda4c3e4d2a" /><Relationship Type="http://schemas.openxmlformats.org/officeDocument/2006/relationships/slideLayout" Target="/ppt/slideLayouts/slideLayout116.xml" Id="Rb036671dbb304c09" /><Relationship Type="http://schemas.openxmlformats.org/officeDocument/2006/relationships/slideLayout" Target="/ppt/slideLayouts/slideLayout117.xml" Id="Rd74bbbbc97a24e25" /><Relationship Type="http://schemas.openxmlformats.org/officeDocument/2006/relationships/slideLayout" Target="/ppt/slideLayouts/slideLayout118.xml" Id="Rc0847a4e83324998" /><Relationship Type="http://schemas.openxmlformats.org/officeDocument/2006/relationships/slideLayout" Target="/ppt/slideLayouts/slideLayout119.xml" Id="Rff44ab7955f64943" /><Relationship Type="http://schemas.openxmlformats.org/officeDocument/2006/relationships/slideLayout" Target="/ppt/slideLayouts/slideLayout120.xml" Id="R5944a83d0ed74e2f" /><Relationship Type="http://schemas.openxmlformats.org/officeDocument/2006/relationships/slideLayout" Target="/ppt/slideLayouts/slideLayout121.xml" Id="R19f41b88384c4fa7" /><Relationship Type="http://schemas.openxmlformats.org/officeDocument/2006/relationships/slideLayout" Target="/ppt/slideLayouts/slideLayout122.xml" Id="Rc3bbecb112db41ff" /><Relationship Type="http://schemas.openxmlformats.org/officeDocument/2006/relationships/slideLayout" Target="/ppt/slideLayouts/slideLayout123.xml" Id="R598f994add8045e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5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17fcd6a324817">
            <a:extLst>
              <a:ext uri="{96DAC541-7B7A-43D3-8B79-37D633B846F1}">
                <asvg:svgBlip xmlns:asvg="http://schemas.microsoft.com/office/drawing/2016/SVG/main" r:embed="R22e06559be7644a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9FC892-4FB6-4384-5C29-EC6C9D8D3D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3" name="FESTO_NAME">
            <a:extLst xmlns:a="http://schemas.openxmlformats.org/drawingml/2006/main">
              <a:ext uri="{FF2B5EF4-FFF2-40B4-BE49-F238E27FC236}">
                <a16:creationId xmlns:a16="http://schemas.microsoft.com/office/drawing/2014/main" id="{6EC665EC-A235-0384-0096-D065C7B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5" y="6620687"/>
            <a:ext cx="189309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13">
                <a:latin typeface="+mn-lt"/>
                <a:ea typeface="+mn-lt"/>
                <a:cs typeface="+mn-lt"/>
              </a:rPr>
              <a:t> </a:t>
            </a: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4" name="FESTO_TITEL">
            <a:extLst xmlns:a="http://schemas.openxmlformats.org/drawingml/2006/main">
              <a:ext uri="{FF2B5EF4-FFF2-40B4-BE49-F238E27FC236}">
                <a16:creationId xmlns:a16="http://schemas.microsoft.com/office/drawing/2014/main" id="{96C49CE7-0E00-1C58-B84E-BEE8B7A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55" y="6620687"/>
            <a:ext cx="389258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31779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713" kern="1200">
              <a:solidFill>
                <a:schemeClr val="tx1"/>
              </a:solidFill>
              <a:latin typeface="MetaPlusLF"/>
              <a:ea typeface="MetaPlusLF"/>
              <a:cs typeface="MetaPlusLF"/>
            </a:endParaRPr>
          </a:p>
        </p:txBody>
      </p:sp>
      <p:sp>
        <p:nvSpPr>
          <p:cNvPr id="15" name="FESTO_ERSTELLT">
            <a:extLst xmlns:a="http://schemas.openxmlformats.org/drawingml/2006/main">
              <a:ext uri="{FF2B5EF4-FFF2-40B4-BE49-F238E27FC236}">
                <a16:creationId xmlns:a16="http://schemas.microsoft.com/office/drawing/2014/main" id="{8A181814-15C0-D7EB-E88A-88203F7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586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6" name="FESTO_GEAENDERT">
            <a:extLst xmlns:a="http://schemas.openxmlformats.org/drawingml/2006/main">
              <a:ext uri="{FF2B5EF4-FFF2-40B4-BE49-F238E27FC236}">
                <a16:creationId xmlns:a16="http://schemas.microsoft.com/office/drawing/2014/main" id="{232C6D20-7FE3-3DA3-1644-C5221DA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707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7" name="FESTO_STATUS1">
            <a:extLst xmlns:a="http://schemas.openxmlformats.org/drawingml/2006/main">
              <a:ext uri="{FF2B5EF4-FFF2-40B4-BE49-F238E27FC236}">
                <a16:creationId xmlns:a16="http://schemas.microsoft.com/office/drawing/2014/main" id="{E1373306-72B0-D218-F9A0-E86118B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828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8" name="FESTO_VERTRAULICH1">
            <a:extLst xmlns:a="http://schemas.openxmlformats.org/drawingml/2006/main">
              <a:ext uri="{FF2B5EF4-FFF2-40B4-BE49-F238E27FC236}">
                <a16:creationId xmlns:a16="http://schemas.microsoft.com/office/drawing/2014/main" id="{DAF87E19-1DF2-9A79-CBA3-AEAA559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949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e21eacd3134f0b"/>
    <p:sldLayoutId xmlns:r="http://schemas.openxmlformats.org/officeDocument/2006/relationships" id="2147483650" r:id="R318220c724e24b66"/>
    <p:sldLayoutId xmlns:r="http://schemas.openxmlformats.org/officeDocument/2006/relationships" id="2147483651" r:id="R439c6c3d22df42b9"/>
    <p:sldLayoutId xmlns:r="http://schemas.openxmlformats.org/officeDocument/2006/relationships" id="2147483652" r:id="Ra1b0a525e9d5439d"/>
    <p:sldLayoutId xmlns:r="http://schemas.openxmlformats.org/officeDocument/2006/relationships" id="2147483653" r:id="Rc6caaabc73704e3f"/>
    <p:sldLayoutId xmlns:r="http://schemas.openxmlformats.org/officeDocument/2006/relationships" id="2147483654" r:id="R3bacf8b9cc1a4742"/>
    <p:sldLayoutId xmlns:r="http://schemas.openxmlformats.org/officeDocument/2006/relationships" id="2147483655" r:id="R412264960f6c4e7b"/>
    <p:sldLayoutId xmlns:r="http://schemas.openxmlformats.org/officeDocument/2006/relationships" id="2147483656" r:id="R448cd1badb0c4f5c"/>
    <p:sldLayoutId xmlns:r="http://schemas.openxmlformats.org/officeDocument/2006/relationships" id="2147483657" r:id="R3398a34794d14a73"/>
    <p:sldLayoutId xmlns:r="http://schemas.openxmlformats.org/officeDocument/2006/relationships" id="2147483658" r:id="R1fd4a7fd53d44a33"/>
    <p:sldLayoutId xmlns:r="http://schemas.openxmlformats.org/officeDocument/2006/relationships" id="2147483659" r:id="R82917f63251042a4"/>
    <p:sldLayoutId xmlns:r="http://schemas.openxmlformats.org/officeDocument/2006/relationships" id="2147483660" r:id="R7a3ef7e3a88e47ad"/>
    <p:sldLayoutId xmlns:r="http://schemas.openxmlformats.org/officeDocument/2006/relationships" id="2147483661" r:id="Rdecc4ae611e444c1"/>
    <p:sldLayoutId xmlns:r="http://schemas.openxmlformats.org/officeDocument/2006/relationships" id="2147483662" r:id="Rfafcd291fee64b15"/>
    <p:sldLayoutId xmlns:r="http://schemas.openxmlformats.org/officeDocument/2006/relationships" id="2147483663" r:id="R6fa8f11562de4f77"/>
    <p:sldLayoutId xmlns:r="http://schemas.openxmlformats.org/officeDocument/2006/relationships" id="2147483664" r:id="Rf2f98887f78c4f27"/>
    <p:sldLayoutId xmlns:r="http://schemas.openxmlformats.org/officeDocument/2006/relationships" id="2147483665" r:id="R62bfa02a5f874e43"/>
    <p:sldLayoutId xmlns:r="http://schemas.openxmlformats.org/officeDocument/2006/relationships" id="2147483666" r:id="R819fab2fcb254a9d"/>
    <p:sldLayoutId xmlns:r="http://schemas.openxmlformats.org/officeDocument/2006/relationships" id="2147483667" r:id="R66f90e3f30474567"/>
    <p:sldLayoutId xmlns:r="http://schemas.openxmlformats.org/officeDocument/2006/relationships" id="2147483668" r:id="R65d45d5270bc4a3d"/>
    <p:sldLayoutId xmlns:r="http://schemas.openxmlformats.org/officeDocument/2006/relationships" id="2147483669" r:id="R4f48cc0591d64213"/>
    <p:sldLayoutId xmlns:r="http://schemas.openxmlformats.org/officeDocument/2006/relationships" id="2147483670" r:id="R0c492ed1c3914459"/>
    <p:sldLayoutId xmlns:r="http://schemas.openxmlformats.org/officeDocument/2006/relationships" id="2147483671" r:id="R6cb1015646164987"/>
    <p:sldLayoutId xmlns:r="http://schemas.openxmlformats.org/officeDocument/2006/relationships" id="2147483672" r:id="R84a6173e08f54b77"/>
    <p:sldLayoutId xmlns:r="http://schemas.openxmlformats.org/officeDocument/2006/relationships" id="2147483673" r:id="R835b3da5d01746db"/>
    <p:sldLayoutId xmlns:r="http://schemas.openxmlformats.org/officeDocument/2006/relationships" id="2147483674" r:id="R906086f651f94a87"/>
    <p:sldLayoutId xmlns:r="http://schemas.openxmlformats.org/officeDocument/2006/relationships" id="2147483675" r:id="R0eed02e544c74c98"/>
    <p:sldLayoutId xmlns:r="http://schemas.openxmlformats.org/officeDocument/2006/relationships" id="2147483676" r:id="Rc28bed9d40934977"/>
    <p:sldLayoutId xmlns:r="http://schemas.openxmlformats.org/officeDocument/2006/relationships" id="2147483677" r:id="R6021a7bb26464bca"/>
    <p:sldLayoutId xmlns:r="http://schemas.openxmlformats.org/officeDocument/2006/relationships" id="2147483678" r:id="R9424f9af71f54f8a"/>
    <p:sldLayoutId xmlns:r="http://schemas.openxmlformats.org/officeDocument/2006/relationships" id="2147483679" r:id="Rbfd2a54008be4666"/>
    <p:sldLayoutId xmlns:r="http://schemas.openxmlformats.org/officeDocument/2006/relationships" id="2147483680" r:id="Rbf0a47e812d64d75"/>
    <p:sldLayoutId xmlns:r="http://schemas.openxmlformats.org/officeDocument/2006/relationships" id="2147483681" r:id="R0dd6ceac9457458c"/>
    <p:sldLayoutId xmlns:r="http://schemas.openxmlformats.org/officeDocument/2006/relationships" id="2147483682" r:id="R18b0be8652b0498b"/>
    <p:sldLayoutId xmlns:r="http://schemas.openxmlformats.org/officeDocument/2006/relationships" id="2147483683" r:id="Rb45ec8d29410464d"/>
    <p:sldLayoutId xmlns:r="http://schemas.openxmlformats.org/officeDocument/2006/relationships" id="2147483684" r:id="R8c8855772305409e"/>
    <p:sldLayoutId xmlns:r="http://schemas.openxmlformats.org/officeDocument/2006/relationships" id="2147483685" r:id="R141f04d942644971"/>
    <p:sldLayoutId xmlns:r="http://schemas.openxmlformats.org/officeDocument/2006/relationships" id="2147483686" r:id="Rf2e9481df8684faf"/>
    <p:sldLayoutId xmlns:r="http://schemas.openxmlformats.org/officeDocument/2006/relationships" id="2147483687" r:id="R3810f7d7d57b4d04"/>
    <p:sldLayoutId xmlns:r="http://schemas.openxmlformats.org/officeDocument/2006/relationships" id="2147483688" r:id="R9e886639577646f4"/>
    <p:sldLayoutId xmlns:r="http://schemas.openxmlformats.org/officeDocument/2006/relationships" id="2147483689" r:id="Rb1700c7c264d4369"/>
    <p:sldLayoutId xmlns:r="http://schemas.openxmlformats.org/officeDocument/2006/relationships" id="2147483690" r:id="R565fc4e882de4114"/>
    <p:sldLayoutId xmlns:r="http://schemas.openxmlformats.org/officeDocument/2006/relationships" id="2147483691" r:id="R7a86911e1a804d96"/>
    <p:sldLayoutId xmlns:r="http://schemas.openxmlformats.org/officeDocument/2006/relationships" id="2147483692" r:id="R286dee7d45274d84"/>
    <p:sldLayoutId xmlns:r="http://schemas.openxmlformats.org/officeDocument/2006/relationships" id="2147483693" r:id="R437c481a4e484b13"/>
    <p:sldLayoutId xmlns:r="http://schemas.openxmlformats.org/officeDocument/2006/relationships" id="2147483694" r:id="R31c59de3c4424cfc"/>
    <p:sldLayoutId xmlns:r="http://schemas.openxmlformats.org/officeDocument/2006/relationships" id="2147483695" r:id="R5ef53fa9fd31433a"/>
    <p:sldLayoutId xmlns:r="http://schemas.openxmlformats.org/officeDocument/2006/relationships" id="2147483696" r:id="R9e3b69bef8674dd1"/>
    <p:sldLayoutId xmlns:r="http://schemas.openxmlformats.org/officeDocument/2006/relationships" id="2147483697" r:id="Ref4be1a767154bdd"/>
    <p:sldLayoutId xmlns:r="http://schemas.openxmlformats.org/officeDocument/2006/relationships" id="2147483698" r:id="Ra636bce4814a462a"/>
    <p:sldLayoutId xmlns:r="http://schemas.openxmlformats.org/officeDocument/2006/relationships" id="2147483699" r:id="Rae49359bbe3546aa"/>
    <p:sldLayoutId xmlns:r="http://schemas.openxmlformats.org/officeDocument/2006/relationships" id="2147483700" r:id="R1487f330affa4d33"/>
    <p:sldLayoutId xmlns:r="http://schemas.openxmlformats.org/officeDocument/2006/relationships" id="2147483701" r:id="Rbe02e957c28e43fe"/>
    <p:sldLayoutId xmlns:r="http://schemas.openxmlformats.org/officeDocument/2006/relationships" id="2147483702" r:id="Rb79696e0bd7a496d"/>
    <p:sldLayoutId xmlns:r="http://schemas.openxmlformats.org/officeDocument/2006/relationships" id="2147483703" r:id="Rcebb5c2b00a74175"/>
    <p:sldLayoutId xmlns:r="http://schemas.openxmlformats.org/officeDocument/2006/relationships" id="2147483704" r:id="R681cc1c99303425a"/>
    <p:sldLayoutId xmlns:r="http://schemas.openxmlformats.org/officeDocument/2006/relationships" id="2147483705" r:id="R3d1a7423b55b4670"/>
    <p:sldLayoutId xmlns:r="http://schemas.openxmlformats.org/officeDocument/2006/relationships" id="2147483706" r:id="R065c9c52f1a54292"/>
    <p:sldLayoutId xmlns:r="http://schemas.openxmlformats.org/officeDocument/2006/relationships" id="2147483707" r:id="R378be301c3484a60"/>
    <p:sldLayoutId xmlns:r="http://schemas.openxmlformats.org/officeDocument/2006/relationships" id="2147483708" r:id="Rbd337a1add834c8f"/>
    <p:sldLayoutId xmlns:r="http://schemas.openxmlformats.org/officeDocument/2006/relationships" id="2147483709" r:id="Ra8984160f32f47d6"/>
    <p:sldLayoutId xmlns:r="http://schemas.openxmlformats.org/officeDocument/2006/relationships" id="2147483710" r:id="R577392be921443d4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4E108AD6-599B-9F4F-EAE6-AAFAF4783E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6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cd3b573e740d2">
            <a:extLst>
              <a:ext uri="{96DAC541-7B7A-43D3-8B79-37D633B846F1}">
                <asvg:svgBlip xmlns:asvg="http://schemas.microsoft.com/office/drawing/2016/SVG/main" r:embed="R6f825251e57042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b4e9f15daab14335"/>
    <p:sldLayoutId xmlns:r="http://schemas.openxmlformats.org/officeDocument/2006/relationships" id="2147483713" r:id="Rb264eaeaab8f4d75"/>
    <p:sldLayoutId xmlns:r="http://schemas.openxmlformats.org/officeDocument/2006/relationships" id="2147483714" r:id="R3cbc2c0dcd9c4774"/>
    <p:sldLayoutId xmlns:r="http://schemas.openxmlformats.org/officeDocument/2006/relationships" id="2147483715" r:id="Ra0adbd23bc1b44e5"/>
    <p:sldLayoutId xmlns:r="http://schemas.openxmlformats.org/officeDocument/2006/relationships" id="2147483716" r:id="R665b4538b9e84a2c"/>
    <p:sldLayoutId xmlns:r="http://schemas.openxmlformats.org/officeDocument/2006/relationships" id="2147483717" r:id="Rd0f2613d807e4838"/>
    <p:sldLayoutId xmlns:r="http://schemas.openxmlformats.org/officeDocument/2006/relationships" id="2147483718" r:id="R5dc832e4bef347dc"/>
    <p:sldLayoutId xmlns:r="http://schemas.openxmlformats.org/officeDocument/2006/relationships" id="2147483719" r:id="R675d1dcb6fa14190"/>
    <p:sldLayoutId xmlns:r="http://schemas.openxmlformats.org/officeDocument/2006/relationships" id="2147483720" r:id="Rd1c5888ce33845c4"/>
    <p:sldLayoutId xmlns:r="http://schemas.openxmlformats.org/officeDocument/2006/relationships" id="2147483721" r:id="R3376506ec7d84227"/>
    <p:sldLayoutId xmlns:r="http://schemas.openxmlformats.org/officeDocument/2006/relationships" id="2147483722" r:id="R4e5d7538be7e40fc"/>
    <p:sldLayoutId xmlns:r="http://schemas.openxmlformats.org/officeDocument/2006/relationships" id="2147483723" r:id="R2a1862d2104949dd"/>
    <p:sldLayoutId xmlns:r="http://schemas.openxmlformats.org/officeDocument/2006/relationships" id="2147483724" r:id="R88d7f3ea8d7b427a"/>
    <p:sldLayoutId xmlns:r="http://schemas.openxmlformats.org/officeDocument/2006/relationships" id="2147483725" r:id="Rd03a161d08b64b93"/>
    <p:sldLayoutId xmlns:r="http://schemas.openxmlformats.org/officeDocument/2006/relationships" id="2147483726" r:id="R4b0f8229559e42b7"/>
    <p:sldLayoutId xmlns:r="http://schemas.openxmlformats.org/officeDocument/2006/relationships" id="2147483727" r:id="R472148beb4c24773"/>
    <p:sldLayoutId xmlns:r="http://schemas.openxmlformats.org/officeDocument/2006/relationships" id="2147483728" r:id="Rbdb9d68965c94462"/>
    <p:sldLayoutId xmlns:r="http://schemas.openxmlformats.org/officeDocument/2006/relationships" id="2147483729" r:id="Rc16ba32118864918"/>
    <p:sldLayoutId xmlns:r="http://schemas.openxmlformats.org/officeDocument/2006/relationships" id="2147483730" r:id="R8fe309f2421042ec"/>
    <p:sldLayoutId xmlns:r="http://schemas.openxmlformats.org/officeDocument/2006/relationships" id="2147483731" r:id="R25858eacdfa7457b"/>
    <p:sldLayoutId xmlns:r="http://schemas.openxmlformats.org/officeDocument/2006/relationships" id="2147483732" r:id="R0662a34759de47d4"/>
    <p:sldLayoutId xmlns:r="http://schemas.openxmlformats.org/officeDocument/2006/relationships" id="2147483733" r:id="R110d42f46c0f4fda"/>
    <p:sldLayoutId xmlns:r="http://schemas.openxmlformats.org/officeDocument/2006/relationships" id="2147483734" r:id="Rdf9dd4786f5a448c"/>
    <p:sldLayoutId xmlns:r="http://schemas.openxmlformats.org/officeDocument/2006/relationships" id="2147483735" r:id="R11651fbe2d6e4eb4"/>
    <p:sldLayoutId xmlns:r="http://schemas.openxmlformats.org/officeDocument/2006/relationships" id="2147483736" r:id="Rb6801018f5f24239"/>
    <p:sldLayoutId xmlns:r="http://schemas.openxmlformats.org/officeDocument/2006/relationships" id="2147483737" r:id="Rda6529c027d54ee2"/>
    <p:sldLayoutId xmlns:r="http://schemas.openxmlformats.org/officeDocument/2006/relationships" id="2147483738" r:id="R70ccbc1f6ee8410f"/>
    <p:sldLayoutId xmlns:r="http://schemas.openxmlformats.org/officeDocument/2006/relationships" id="2147483739" r:id="R3c68bb1866744c08"/>
    <p:sldLayoutId xmlns:r="http://schemas.openxmlformats.org/officeDocument/2006/relationships" id="2147483740" r:id="Rdc6a705b6ee24b3b"/>
    <p:sldLayoutId xmlns:r="http://schemas.openxmlformats.org/officeDocument/2006/relationships" id="2147483741" r:id="R8ed1e1f248474b1f"/>
    <p:sldLayoutId xmlns:r="http://schemas.openxmlformats.org/officeDocument/2006/relationships" id="2147483742" r:id="R980850333f514381"/>
    <p:sldLayoutId xmlns:r="http://schemas.openxmlformats.org/officeDocument/2006/relationships" id="2147483743" r:id="R4bc13c64f4254451"/>
    <p:sldLayoutId xmlns:r="http://schemas.openxmlformats.org/officeDocument/2006/relationships" id="2147483744" r:id="Ra619afdeb8e74255"/>
    <p:sldLayoutId xmlns:r="http://schemas.openxmlformats.org/officeDocument/2006/relationships" id="2147483745" r:id="Re527618748ed4118"/>
    <p:sldLayoutId xmlns:r="http://schemas.openxmlformats.org/officeDocument/2006/relationships" id="2147483746" r:id="R404636c57a4642a5"/>
    <p:sldLayoutId xmlns:r="http://schemas.openxmlformats.org/officeDocument/2006/relationships" id="2147483747" r:id="Rcac85b91ae774ffe"/>
    <p:sldLayoutId xmlns:r="http://schemas.openxmlformats.org/officeDocument/2006/relationships" id="2147483748" r:id="R8bbd9b174df04abd"/>
    <p:sldLayoutId xmlns:r="http://schemas.openxmlformats.org/officeDocument/2006/relationships" id="2147483749" r:id="R4c0e3395cfeb4be2"/>
    <p:sldLayoutId xmlns:r="http://schemas.openxmlformats.org/officeDocument/2006/relationships" id="2147483750" r:id="R25c740d916e24f9d"/>
    <p:sldLayoutId xmlns:r="http://schemas.openxmlformats.org/officeDocument/2006/relationships" id="2147483751" r:id="Rad19f38eea8149e4"/>
    <p:sldLayoutId xmlns:r="http://schemas.openxmlformats.org/officeDocument/2006/relationships" id="2147483752" r:id="Rf6859867aaa144db"/>
    <p:sldLayoutId xmlns:r="http://schemas.openxmlformats.org/officeDocument/2006/relationships" id="2147483753" r:id="Recd88f73f0124ab4"/>
    <p:sldLayoutId xmlns:r="http://schemas.openxmlformats.org/officeDocument/2006/relationships" id="2147483754" r:id="R819a61e9fedf4b99"/>
    <p:sldLayoutId xmlns:r="http://schemas.openxmlformats.org/officeDocument/2006/relationships" id="2147483755" r:id="R07b377e997b44316"/>
    <p:sldLayoutId xmlns:r="http://schemas.openxmlformats.org/officeDocument/2006/relationships" id="2147483756" r:id="R54fe52a3cf934d8f"/>
    <p:sldLayoutId xmlns:r="http://schemas.openxmlformats.org/officeDocument/2006/relationships" id="2147483757" r:id="Ra240927e2f0343fe"/>
    <p:sldLayoutId xmlns:r="http://schemas.openxmlformats.org/officeDocument/2006/relationships" id="2147483758" r:id="Rb544af518c564eec"/>
    <p:sldLayoutId xmlns:r="http://schemas.openxmlformats.org/officeDocument/2006/relationships" id="2147483759" r:id="R2f04d8fb6df54bc7"/>
    <p:sldLayoutId xmlns:r="http://schemas.openxmlformats.org/officeDocument/2006/relationships" id="2147483760" r:id="R8545ec17f92d4e99"/>
    <p:sldLayoutId xmlns:r="http://schemas.openxmlformats.org/officeDocument/2006/relationships" id="2147483761" r:id="Re69245e414fb4bf1"/>
    <p:sldLayoutId xmlns:r="http://schemas.openxmlformats.org/officeDocument/2006/relationships" id="2147483762" r:id="Rdadeb00eb2054330"/>
    <p:sldLayoutId xmlns:r="http://schemas.openxmlformats.org/officeDocument/2006/relationships" id="2147483763" r:id="R50e23e13d2424e99"/>
    <p:sldLayoutId xmlns:r="http://schemas.openxmlformats.org/officeDocument/2006/relationships" id="2147483764" r:id="R75886cda4c3e4d2a"/>
    <p:sldLayoutId xmlns:r="http://schemas.openxmlformats.org/officeDocument/2006/relationships" id="2147483765" r:id="Rb036671dbb304c09"/>
    <p:sldLayoutId xmlns:r="http://schemas.openxmlformats.org/officeDocument/2006/relationships" id="2147483766" r:id="Rd74bbbbc97a24e25"/>
    <p:sldLayoutId xmlns:r="http://schemas.openxmlformats.org/officeDocument/2006/relationships" id="2147483767" r:id="Rc0847a4e83324998"/>
    <p:sldLayoutId xmlns:r="http://schemas.openxmlformats.org/officeDocument/2006/relationships" id="2147483768" r:id="Rff44ab7955f64943"/>
    <p:sldLayoutId xmlns:r="http://schemas.openxmlformats.org/officeDocument/2006/relationships" id="2147483769" r:id="R5944a83d0ed74e2f"/>
    <p:sldLayoutId xmlns:r="http://schemas.openxmlformats.org/officeDocument/2006/relationships" id="2147483770" r:id="R19f41b88384c4fa7"/>
    <p:sldLayoutId xmlns:r="http://schemas.openxmlformats.org/officeDocument/2006/relationships" id="2147483771" r:id="Rc3bbecb112db41ff"/>
    <p:sldLayoutId xmlns:r="http://schemas.openxmlformats.org/officeDocument/2006/relationships" id="2147483772" r:id="R598f994add8045eb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esto - external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622b57d6e3402d" /><Relationship Type="http://schemas.openxmlformats.org/officeDocument/2006/relationships/image" Target="/ppt/media/image6.png" Id="Rf170bbccc6484a1b" /><Relationship Type="http://schemas.openxmlformats.org/officeDocument/2006/relationships/notesSlide" Target="/ppt/notesSlides/notesSlide1.xml" Id="R552f0549a65a43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89ab5fdf25a4d55" /><Relationship Type="http://schemas.openxmlformats.org/officeDocument/2006/relationships/image" Target="/ppt/media/image7.png" Id="Re70face0f7504aaf" /><Relationship Type="http://schemas.openxmlformats.org/officeDocument/2006/relationships/notesSlide" Target="/ppt/notesSlides/notesSlide2.xml" Id="R3bcacaf8f38f49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e21c8d3255443d3" /><Relationship Type="http://schemas.openxmlformats.org/officeDocument/2006/relationships/notesSlide" Target="/ppt/notesSlides/notesSlide3.xml" Id="Rb08d48f0808240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eafcdd6a7e648c7" /><Relationship Type="http://schemas.openxmlformats.org/officeDocument/2006/relationships/notesSlide" Target="/ppt/notesSlides/notesSlide4.xml" Id="Re3fd78eacc554b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7d17f8935654ec6" /><Relationship Type="http://schemas.openxmlformats.org/officeDocument/2006/relationships/notesSlide" Target="/ppt/notesSlides/notesSlide5.xml" Id="R32102eaa0c4f40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d5a761574424c66" /><Relationship Type="http://schemas.openxmlformats.org/officeDocument/2006/relationships/notesSlide" Target="/ppt/notesSlides/notesSlide6.xml" Id="Re96fff4b0ba440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b03708e40184a66" /><Relationship Type="http://schemas.openxmlformats.org/officeDocument/2006/relationships/image" Target="/ppt/media/image8.png" Id="R243af9952d8c4327" /><Relationship Type="http://schemas.openxmlformats.org/officeDocument/2006/relationships/notesSlide" Target="/ppt/notesSlides/notesSlide7.xml" Id="Rceaa9891366e47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202e4e507e040d5" /><Relationship Type="http://schemas.openxmlformats.org/officeDocument/2006/relationships/notesSlide" Target="/ppt/notesSlides/notesSlide8.xml" Id="R5c0066bb492c4e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e145ea1097f4510" /><Relationship Type="http://schemas.openxmlformats.org/officeDocument/2006/relationships/notesSlide" Target="/ppt/notesSlides/notesSlide9.xml" Id="Rb15f1ca2360742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00331-F7F7-44F4-BA44-6A1F5166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D0031-D0DF-4B97-9969-2AF50938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복잡한 모션 제어를 간단한 앱으로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DE8CB-AF71-4F2E-8D8D-5C3D7E45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19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dedicated controller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12C50-4E66-4FC6-A033-53A0312E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Low-code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82726-35F7-4955-9A49-6CDFDA6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and virtual devices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0bbccc6484a1b"/>
          <a:srcRect xmlns:a="http://schemas.openxmlformats.org/drawingml/2006/main" l="3770" t="0" r="3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333500"/>
            <a:ext cx="65722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DB399-86A9-4039-A3F2-94D3EDB2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Customer overview</a:t>
            </a:r>
          </a:p>
        </p:txBody>
      </p:sp>
    </p:spTree>
    <p:extLst>
      <p:ext uri="{BB962C8B-B14F-4D97-AF65-F5344CB8AC3E}">
        <p14:creationId xmlns:p14="http://schemas.microsoft.com/office/powerpoint/2010/main" val="1112242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DE25F-AEF7-4640-A55D-AAE66CD2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542E3-78F1-466A-B81C-FBA228D2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B74AE-CFDB-450D-A5C7-D4785D5A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B44EB-5CD6-49A4-AAD3-3AEEAD64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FAAD1-63D2-4934-8511-DF48A0A4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BE917-C140-4EC9-82C3-8FB2332A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69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reduces custom control work between the application and the devices.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7F72A-2BC2-440C-9BD3-667EF6D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47D3F-9EA6-4CA2-9829-7D252CC0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PC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F161B-97BE-4448-84AD-960838FF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9A239-5937-4933-9E42-A4B6C3D2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6B05F-7CD8-4FED-AABE-3B068B68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FA3C5-D326-40A3-B05F-76410C47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0EA9A-E2CE-4DA4-A334-4008F451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023B1-AF0D-4D94-84FC-DE245562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and I/O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face0f7504aaf"/>
          <a:stretch xmlns:a="http://schemas.openxmlformats.org/drawingml/2006/main"/>
        </p:blipFill>
        <p:spPr>
          <a:xfrm xmlns:a="http://schemas.openxmlformats.org/drawingml/2006/main">
            <a:off x="7667625" y="2047875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2AEAC-6CE0-494C-9EE2-C8A25CFC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849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the sequence.</a:t>
            </a:r>
          </a:p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Let the server handle motion commands, feedback, and recovery.</a:t>
            </a:r>
          </a:p>
        </p:txBody>
      </p:sp>
    </p:spTree>
    <p:extLst>
      <p:ext uri="{BB962C8B-B14F-4D97-AF65-F5344CB8AC3E}">
        <p14:creationId xmlns:p14="http://schemas.microsoft.com/office/powerpoint/2010/main" val="1890281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BD2354-8C6F-4A8C-9695-00516941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37EBD-7270-4A46-9F13-0ECCAE27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83E73-6C29-4B0A-974B-9370BBD3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34911-080B-45E2-8629-D9FC37D8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8C44C-F05F-4311-ADFD-5BA47ED2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03312-D7BA-42E7-B1DF-2F767F9C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191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A4D01-B8BE-473C-AB52-06A9CA71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FD3A5-6CE5-4C8E-8DBE-8B3F4A37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00454-3829-453D-A5A8-DED0BE47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622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058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Request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4CBD1-D251-44D2-970C-9F432D0D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Bus Reconnect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6911E-0261-4D72-8435-C95B3735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9A9D4-EF05-44BB-B72D-0A88E15C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36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A3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A36A"/>
                </a:solidFill>
                <a:latin typeface="Arial"/>
                <a:ea typeface="Arial"/>
                <a:cs typeface="Arial"/>
              </a:rPr>
              <a:t>Disconnect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40B77-F208-4036-A600-DBCA6777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Server: normal   Initialized: yes   Process data valid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677D5-5C66-4928-9FC5-9E4D73D7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93DD4-189D-497C-9E91-6238B8C1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Authority available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3B696-FE9D-4C34-8AE7-BEF679D0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80294-8DFE-4FB4-B43F-04BC9BAD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Connected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DB445-B04D-4986-BAFA-73A8300C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0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F0048-69AE-49C8-8891-3BCE44DA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1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095953-7E3C-42C5-BE54-43FF98A4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2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1881D6-A85F-4B3C-91EC-8986DA1F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3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00870-D71C-4342-9972-0248DF3E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F09F6-9687-4640-B1D1-03304AA9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62363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19CBC-9FA1-4C71-BEF7-F8955EEE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90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9BA133-C66A-4580-9F38-AFB79705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19588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AA390-978A-4361-85A6-3ABF7AA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66616"/>
            <a:ext cx="1619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903B9-65F6-44C2-8FCF-DD69C34B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2024"/>
            <a:ext cx="161925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A96505-E297-4968-9C64-F2306F13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63746"/>
            <a:ext cx="161925" cy="432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BB30F-BC87-49F4-8F0E-FFFC5BA2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16858"/>
            <a:ext cx="161925" cy="678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81D48-9F34-4C1F-9FE0-C4946B90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30015"/>
            <a:ext cx="161925" cy="565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DD9B1F-68F9-4FF0-97A8-69D906C4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52266"/>
            <a:ext cx="161925" cy="8435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C1D8E0-4EE5-46AD-A7B4-74DD5AA5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Position / velocity 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8219D3-8F88-4A36-80A1-124CC2AE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Manual setup and commissioning can start from a ready-made panel.</a:t>
            </a:r>
          </a:p>
        </p:txBody>
      </p:sp>
    </p:spTree>
    <p:extLst>
      <p:ext uri="{BB962C8B-B14F-4D97-AF65-F5344CB8AC3E}">
        <p14:creationId xmlns:p14="http://schemas.microsoft.com/office/powerpoint/2010/main" val="107596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C8F61-7FE8-4340-A53E-468A3620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B699B-9929-460E-9325-19401EE4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2DC42-1024-4EEA-BD45-1EDD57CA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Visual motion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AC825-FD8F-46F3-8C11-664EF2F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87E32-9129-4782-971D-1FB83232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E0BBF-AA5B-41FD-BB51-A94C1BC8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38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EA00C-F5B0-473B-A82F-FD213F26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019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B266B-812D-4D59-8D1A-0298AD5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reference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1283B-52AE-434B-BAB3-2A68E25D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4F76F-D305-4507-8164-DB9D86FD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0, 1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60576-D4F8-4B1D-B628-846C2F20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2, 3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D3880-9825-496B-8365-126BA5D2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ED70-CB06-421B-A3AB-FA41ABEF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Wait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1BF55-1B05-4822-A3E0-168ACC2C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30A19-9C91-4EB2-9057-F8CA398C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CA12B-80FB-4E44-A62E-08124D71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23FF5-4F95-4BB3-BB74-AD9D5B38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64AAD-43D0-4038-99F9-FE8632E6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1EE23-0D55-4197-B98B-A2454B57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3FA44-F060-49CF-BF73-AD2B1BEF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Prebuilt nodes make a sequence easy to assemble and modify.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92486-E79B-468E-B31F-2D133720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00"/>
            <a:ext cx="2667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70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PLC-style motion code required</a:t>
            </a:r>
          </a:p>
        </p:txBody>
      </p:sp>
    </p:spTree>
    <p:extLst>
      <p:ext uri="{BB962C8B-B14F-4D97-AF65-F5344CB8AC3E}">
        <p14:creationId xmlns:p14="http://schemas.microsoft.com/office/powerpoint/2010/main" val="653606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1A2743-B9AB-449F-AFD0-961B07C7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08905-9524-45E2-A4A1-A58A9CA5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7ACAF-BA51-4CCB-A464-56BBE933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example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358D3-F5C5-4BB7-95B3-C4C9C0C1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09ABF-CEA9-4112-A6F5-E87FFE2D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5D71E-7089-4C13-9519-E0CCFAE9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0382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16861-20C7-455A-9E21-24964CCA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019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269C5-31F5-41B5-AF2C-93939009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flow editor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BD5D9-66BA-48C1-9CAE-CF43122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0C36-B065-4FCD-9A3B-07A17919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05125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Request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7ACF9-5361-4273-93E6-AD727D19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05125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DCCE6-76AD-4D86-802B-126D136C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05125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A6A5F-2D07-4397-9287-18B65352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05125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Wait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52D40-48C6-407E-9CE2-88C54CC3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194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1CFCA-2D1E-427A-9171-C00C8124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194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11491-7881-4A98-A85C-32B10D75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194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AB092-1FA3-43B2-8096-1C3A05E4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194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4F9C7-ACA0-4D1D-AD2F-97D442DD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4524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CC347-901D-4BD8-B166-D1CA1AED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14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Dashboard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EE104-89D2-4445-B30A-CB804C2C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36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A3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A36A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0B46A-5C1A-4D79-B264-2B09F7E4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1485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22005-436A-47D0-A8F9-A6866CA0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14850"/>
            <a:ext cx="723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Enable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AE8F60-6919-42E5-A6B9-6B962217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 sequence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3EB02-9F2F-49F8-B99F-155CF628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52875"/>
            <a:ext cx="4286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02F6C-DDCE-43F9-933B-E35B5018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1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Live feedback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9B8BF-1D6B-4311-80FF-7178F797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438CA8-4C88-4564-AD3E-E4F4097C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05338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90BBC7-BBA5-450B-8856-AA3F2AC5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1487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19222-19BD-410C-8194-550CBD42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824413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FF8B21-6BD0-416B-B9D2-694A6DBA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732782"/>
            <a:ext cx="130175" cy="48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97D8EF-0F14-4F6B-9CB5-1CFBE3A1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4708398"/>
            <a:ext cx="13017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895F62-A2E2-4D1A-BB05-A2F29D8D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1675" y="4717542"/>
            <a:ext cx="13017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7C23A2-D1FE-4EB6-A97C-5E7E22B3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80966"/>
            <a:ext cx="13017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174F76-784F-41F8-AA7A-FAC7E7BC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525" y="4697730"/>
            <a:ext cx="130175" cy="83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C8E4AD-2F5F-4454-A4F8-4DBC6F2F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950" y="4656582"/>
            <a:ext cx="130175" cy="124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C5F0D2-24EB-4B1E-AB8B-530AD6EB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A6B73B-28C0-4D96-A3FD-0CE17A29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Server connected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BE31F2-6B11-4B02-BFF4-785B9A72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8B6EA5-B363-4618-AB11-83DDDBB0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05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Authority held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ABAD00-7DE0-46B0-B668-9F95A7FD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19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Customers can assemble a simple motion sequence by connecting prepared nodes.</a:t>
            </a:r>
          </a:p>
        </p:txBody>
      </p:sp>
    </p:spTree>
    <p:extLst>
      <p:ext uri="{BB962C8B-B14F-4D97-AF65-F5344CB8AC3E}">
        <p14:creationId xmlns:p14="http://schemas.microsoft.com/office/powerpoint/2010/main" val="162973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4D8EFC-D4D9-4978-8EEB-2BDB6B13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6C1F5-DE4D-44AF-8549-A5591C6D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212E1-6989-41F7-BB19-1597A439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8648E-EFF5-4090-906E-672A0A7B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90F35-A1F2-4064-9994-60685CFB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658BC-7D50-42DE-A3E1-5052BD69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0191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794CE-0BD8-44C5-8E63-6D9038EF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D4E4C-9642-4ED2-B268-E65A044B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B2FB6-F53C-49C6-88DB-8DB207A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CPX-AP-I-EC   Modules: IOL, DI, DO, AI, 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1654B-6C09-4E6D-86E6-37659FC5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Digital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525C0-23F0-4576-9376-EFD074D3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4C288-DC16-4FA3-ABEB-CE0F5FD3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CD87D-D509-40BA-913E-49374546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D6029-9E18-4962-A868-DA025FFF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D45EF-E226-493B-9E03-CD5B0438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EE22F-8894-46B7-874A-A4542DC8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8A78F-2E7C-41C2-AD2E-F60979B3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3B7D1-8844-440E-B17D-E4BDFE4D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27A87-645F-4D3A-B563-692CB65E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Analog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805982-52F1-4F2E-B526-EE82F80A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FFB66-558C-4021-935F-7132FAFD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6810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8612B-70AB-402B-B4C8-C95F94AD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55B2A-08BD-4E20-9899-D3E02780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3467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88507B-C762-40F7-A169-54878C8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B231D-CE5A-4CBE-A39B-7FC921B6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91630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99E1F-0BFF-4C0B-8219-55D0FEAC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905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IO-Link sensor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DE8DCB-4C68-4139-96E5-3BE52249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7667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Profile 2</a:t>
            </a:r>
          </a:p>
          <a:p xmlns:a="http://schemas.openxmlformats.org/drawingml/2006/main"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Vibration and temperature</a:t>
            </a:r>
          </a:p>
          <a:p xmlns:a="http://schemas.openxmlformats.org/drawingml/2006/main"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read/write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13F8AA-E777-48BF-918C-0103CC38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EDC36-267D-43C3-A099-786F6754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Volatile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41D062-A563-4786-B038-A4A508D2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Non-volatile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FFD8E-D8EB-46B6-B33A-0579FDCE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status and parameter access use the same Motion Server connection.</a:t>
            </a:r>
          </a:p>
        </p:txBody>
      </p:sp>
    </p:spTree>
    <p:extLst>
      <p:ext uri="{BB962C8B-B14F-4D97-AF65-F5344CB8AC3E}">
        <p14:creationId xmlns:p14="http://schemas.microsoft.com/office/powerpoint/2010/main" val="519390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7EE8B-2325-4957-B350-6B9D1BE6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F3114-6EA2-4DED-8071-A51C555B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7DE7A-4D80-40AB-BC94-9733DD13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devices and virtual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C09DC-5100-4FC8-BA45-4D53E2C1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B4733-DB0B-46B1-8B74-35C7827C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af9952d8c4327"/>
          <a:srcRect xmlns:a="http://schemas.openxmlformats.org/drawingml/2006/main" l="0" t="21810" r="0" b="21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190750"/>
            <a:ext cx="99060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C7742-C791-49ED-9ED9-FE30A152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Virtual device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9F958-9953-4194-B032-D8C932E7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Same command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4BD60-BC2A-461D-990C-BC5957D4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24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EtherCAT system</a:t>
            </a:r>
          </a:p>
        </p:txBody>
      </p:sp>
    </p:spTree>
    <p:extLst>
      <p:ext uri="{BB962C8B-B14F-4D97-AF65-F5344CB8AC3E}">
        <p14:creationId xmlns:p14="http://schemas.microsoft.com/office/powerpoint/2010/main" val="98684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DCF3A-0A50-4A7A-B043-D360B3E2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87D5D-1070-48F1-8CB5-0D3C12B0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DDC5D-06A6-454A-B050-F7B3B103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Operating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89B4C-4327-4F87-A82F-4023C104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F6160-BBA2-47E3-A867-87E37B95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41D9C-BC68-4759-A133-487F0E43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7E39B-8FC5-4D5E-B565-074C0F01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Command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93F98-5AC9-463F-A2F9-8F130394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CBC22-5ACA-4AF7-8065-4BE96F5B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Live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E7C42-1DEA-4A5C-9202-593DED7C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99B13-A34F-48C4-8E77-6B56E323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68315-78FE-4612-9903-E9D8A61B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9C5F4-897A-41EC-8986-339296C6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9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63B74-A2B6-4806-A085-C83853D9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876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Common tasks are available as ready-made commands, so the customer application can stay focused on sequence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B4290-6B5C-4F71-9671-501E1177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768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6B"/>
                </a:solidFill>
                <a:latin typeface="Arial"/>
                <a:ea typeface="Arial"/>
                <a:cs typeface="Arial"/>
              </a:rPr>
              <a:t>Examples: enable, move, stop, fault reset, bus reconnect, I/O read/write</a:t>
            </a:r>
          </a:p>
        </p:txBody>
      </p:sp>
    </p:spTree>
    <p:extLst>
      <p:ext uri="{BB962C8B-B14F-4D97-AF65-F5344CB8AC3E}">
        <p14:creationId xmlns:p14="http://schemas.microsoft.com/office/powerpoint/2010/main" val="2112111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C1DEC-954A-4A30-B4CE-8A44D017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C41F1-56A0-407C-BD1D-9F0BD2E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8EC1B-FB39-480F-A2AF-FEFCC11A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Best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0106D-92E9-4F8E-A2C6-6F2DBA55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6893F-6F4C-444E-BDE9-EFB40AD2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25EEA-5871-4805-AF95-327E3793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demo</a:t>
            </a:r>
          </a:p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Show motion quickly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870CD-A0FB-4513-947D-98EC025E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Lab system</a:t>
            </a:r>
          </a:p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Test devices and sequences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8C014-DEA3-4B0C-ADA8-4B1DD329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Small machine</a:t>
            </a:r>
          </a:p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application logic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89DD2-45BE-44E9-B700-B1EFF755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E194E-5535-4D59-9BF4-24CD72B7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F93D0-134D-4BAB-AEBC-726DBC6C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Next step: connect a device, open the panel, and build the first Node-RED sequence.</a:t>
            </a:r>
          </a:p>
        </p:txBody>
      </p:sp>
    </p:spTree>
    <p:extLst>
      <p:ext uri="{BB962C8B-B14F-4D97-AF65-F5344CB8AC3E}">
        <p14:creationId xmlns:p14="http://schemas.microsoft.com/office/powerpoint/2010/main" val="1203733630"/>
      </p:ext>
    </p:extLst>
  </p:cSld>
</p:sld>
</file>

<file path=ppt/theme/theme1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2026-09-07T09:32:36.2370000Z</dcterms:created>
  <dcterms:modified xsi:type="dcterms:W3CDTF">2026-09-07T09:32:36.2370000Z</dcterms:modified>
</coreProperties>
</file>