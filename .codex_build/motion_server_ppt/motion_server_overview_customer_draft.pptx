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ba32062e0044b5" /><Relationship Type="http://schemas.openxmlformats.org/officeDocument/2006/relationships/extended-properties" Target="/docProps/app.xml" Id="Rfd3e0ec930b84e9e" /><Relationship Type="http://schemas.openxmlformats.org/officeDocument/2006/relationships/officeDocument" Target="/ppt/presentation.xml" Id="R857370dfaeaf47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e2238ad91d417c"/>
    <p:sldMasterId xmlns:r="http://schemas.openxmlformats.org/officeDocument/2006/relationships" id="2147483711" r:id="R932a19add8474f53"/>
  </p:sldMasterIdLst>
  <p:notesMasterIdLst>
    <p:notesMasterId xmlns:r="http://schemas.openxmlformats.org/officeDocument/2006/relationships" r:id="Ra56f5eb6301b4259"/>
  </p:notesMasterIdLst>
  <p:sldIdLst>
    <p:sldId xmlns:r="http://schemas.openxmlformats.org/officeDocument/2006/relationships" id="256" r:id="Rd85cf91e0289481e"/>
    <p:sldId xmlns:r="http://schemas.openxmlformats.org/officeDocument/2006/relationships" id="257" r:id="R5877910c5a8d4992"/>
    <p:sldId xmlns:r="http://schemas.openxmlformats.org/officeDocument/2006/relationships" id="258" r:id="R6ffbe6a1557f4231"/>
    <p:sldId xmlns:r="http://schemas.openxmlformats.org/officeDocument/2006/relationships" id="259" r:id="Rfddedaed9e0147c3"/>
    <p:sldId xmlns:r="http://schemas.openxmlformats.org/officeDocument/2006/relationships" id="260" r:id="R86e75f45b0eb4573"/>
    <p:sldId xmlns:r="http://schemas.openxmlformats.org/officeDocument/2006/relationships" id="261" r:id="Rf73ba7a190774495"/>
    <p:sldId xmlns:r="http://schemas.openxmlformats.org/officeDocument/2006/relationships" id="262" r:id="R0128ae01c9904fa3"/>
    <p:sldId xmlns:r="http://schemas.openxmlformats.org/officeDocument/2006/relationships" id="263" r:id="Rc1eee4e6713645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1ab116dd34470f" /><Relationship Type="http://schemas.openxmlformats.org/officeDocument/2006/relationships/slideMaster" Target="/ppt/slideMasters/slideMaster1.xml" Id="R51e2238ad91d417c" /><Relationship Type="http://schemas.openxmlformats.org/officeDocument/2006/relationships/slideMaster" Target="/ppt/slideMasters/slideMaster2.xml" Id="R932a19add8474f53" /><Relationship Type="http://schemas.openxmlformats.org/officeDocument/2006/relationships/notesMaster" Target="/ppt/notesMasters/notesMaster1.xml" Id="Ra56f5eb6301b4259" /><Relationship Type="http://schemas.openxmlformats.org/officeDocument/2006/relationships/presProps" Target="/ppt/presProps.xml" Id="Rdf375e817c3b4d50" /><Relationship Type="http://schemas.openxmlformats.org/officeDocument/2006/relationships/viewProps" Target="/ppt/viewProps.xml" Id="R51b7433b0c074f50" /><Relationship Type="http://schemas.openxmlformats.org/officeDocument/2006/relationships/tableStyles" Target="/ppt/tableStyles.xml" Id="R270e3a3f50664368" /><Relationship Type="http://schemas.openxmlformats.org/officeDocument/2006/relationships/slide" Target="/ppt/slides/slide1.xml" Id="Rd85cf91e0289481e" /><Relationship Type="http://schemas.openxmlformats.org/officeDocument/2006/relationships/slide" Target="/ppt/slides/slide2.xml" Id="R5877910c5a8d4992" /><Relationship Type="http://schemas.openxmlformats.org/officeDocument/2006/relationships/slide" Target="/ppt/slides/slide3.xml" Id="R6ffbe6a1557f4231" /><Relationship Type="http://schemas.openxmlformats.org/officeDocument/2006/relationships/slide" Target="/ppt/slides/slide4.xml" Id="Rfddedaed9e0147c3" /><Relationship Type="http://schemas.openxmlformats.org/officeDocument/2006/relationships/slide" Target="/ppt/slides/slide5.xml" Id="R86e75f45b0eb4573" /><Relationship Type="http://schemas.openxmlformats.org/officeDocument/2006/relationships/slide" Target="/ppt/slides/slide6.xml" Id="Rf73ba7a190774495" /><Relationship Type="http://schemas.openxmlformats.org/officeDocument/2006/relationships/slide" Target="/ppt/slides/slide7.xml" Id="R0128ae01c9904fa3" /><Relationship Type="http://schemas.openxmlformats.org/officeDocument/2006/relationships/slide" Target="/ppt/slides/slide8.xml" Id="Rc1eee4e6713645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e6e39b4f0844f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751fc3758a4b1d" /><Relationship Type="http://schemas.openxmlformats.org/officeDocument/2006/relationships/notesMaster" Target="/ppt/notesMasters/notesMaster1.xml" Id="Re19bbfe379304e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601ec66d74f6c" /><Relationship Type="http://schemas.openxmlformats.org/officeDocument/2006/relationships/notesMaster" Target="/ppt/notesMasters/notesMaster1.xml" Id="Rba8c81b9a7854f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532083375441b" /><Relationship Type="http://schemas.openxmlformats.org/officeDocument/2006/relationships/notesMaster" Target="/ppt/notesMasters/notesMaster1.xml" Id="Rf4642763b7aa41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9aa891b11e459b" /><Relationship Type="http://schemas.openxmlformats.org/officeDocument/2006/relationships/notesMaster" Target="/ppt/notesMasters/notesMaster1.xml" Id="Rd25c39f4385a43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2dcae0d8764a5e" /><Relationship Type="http://schemas.openxmlformats.org/officeDocument/2006/relationships/notesMaster" Target="/ppt/notesMasters/notesMaster1.xml" Id="Ra829eb97c359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c3eed5d83e4f5d" /><Relationship Type="http://schemas.openxmlformats.org/officeDocument/2006/relationships/notesMaster" Target="/ppt/notesMasters/notesMaster1.xml" Id="R5d555d01c6c244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207d57fa447d1" /><Relationship Type="http://schemas.openxmlformats.org/officeDocument/2006/relationships/notesMaster" Target="/ppt/notesMasters/notesMaster1.xml" Id="Recab3148f22942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187b9defc84ba8" /><Relationship Type="http://schemas.openxmlformats.org/officeDocument/2006/relationships/notesMaster" Target="/ppt/notesMasters/notesMaster1.xml" Id="R28d54f7c7ad74b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793b6aa954c95" /><Relationship Type="http://schemas.openxmlformats.org/officeDocument/2006/relationships/image" Target="/ppt/media/image2.png" Id="Rd6551d33a41c4cc5" /><Relationship Type="http://schemas.openxmlformats.org/officeDocument/2006/relationships/image" Target="/ppt/media/image2.svg" Id="Rb912b163799d44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2264d8f5a49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1e91ac8164b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5622aed0d4b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ebfce724c4d3e" /><Relationship Type="http://schemas.openxmlformats.org/officeDocument/2006/relationships/image" Target="/ppt/media/image3.png" Id="R3b839246a34b411d" /><Relationship Type="http://schemas.openxmlformats.org/officeDocument/2006/relationships/image" Target="/ppt/media/image3.svg" Id="R29be3789b7f544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8736b20fd47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b931e91b14761" /><Relationship Type="http://schemas.openxmlformats.org/officeDocument/2006/relationships/image" Target="/ppt/media/image3.png" Id="R9385b90a2a1b4456" /><Relationship Type="http://schemas.openxmlformats.org/officeDocument/2006/relationships/image" Target="/ppt/media/image3.svg" Id="Raf6499cb0b9044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a676850ec4d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fd8ed898e4b81" /><Relationship Type="http://schemas.openxmlformats.org/officeDocument/2006/relationships/image" Target="/ppt/media/image3.png" Id="Rb835b92ac4324237" /><Relationship Type="http://schemas.openxmlformats.org/officeDocument/2006/relationships/image" Target="/ppt/media/image3.svg" Id="R1921f85c310147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4b926d4804a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f6327d089442d" /><Relationship Type="http://schemas.openxmlformats.org/officeDocument/2006/relationships/image" Target="/ppt/media/image4.png" Id="Rd0fb6fae9f38461e" /><Relationship Type="http://schemas.openxmlformats.org/officeDocument/2006/relationships/image" Target="/ppt/media/image4.svg" Id="Raa45bf16bbb64f70" /><Relationship Type="http://schemas.openxmlformats.org/officeDocument/2006/relationships/image" Target="/ppt/media/image3.png" Id="R2d5be04c2df54e63" /><Relationship Type="http://schemas.openxmlformats.org/officeDocument/2006/relationships/image" Target="/ppt/media/image3.svg" Id="Ra80e66da0e21498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42fee7dd8436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4558c5fda49b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bc51f2d5a43c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82a7034fd405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0304cdad44ed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14dc0f72b48b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f8de511024156" /><Relationship Type="http://schemas.openxmlformats.org/officeDocument/2006/relationships/image" Target="/ppt/media/image5.png" Id="R5901708b1d844c73" /><Relationship Type="http://schemas.openxmlformats.org/officeDocument/2006/relationships/image" Target="/ppt/media/image5.svg" Id="Rad5fc3ee4f76406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da02029fe4bde" /><Relationship Type="http://schemas.openxmlformats.org/officeDocument/2006/relationships/image" Target="/ppt/media/image5.png" Id="R34d7181b80af4205" /><Relationship Type="http://schemas.openxmlformats.org/officeDocument/2006/relationships/image" Target="/ppt/media/image5.svg" Id="Raf74951cecbc4ad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fc83023e545a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b27d3c9494d73" /><Relationship Type="http://schemas.openxmlformats.org/officeDocument/2006/relationships/image" Target="/ppt/media/image4.png" Id="R1723901df5ce4298" /><Relationship Type="http://schemas.openxmlformats.org/officeDocument/2006/relationships/image" Target="/ppt/media/image4.svg" Id="R4ab6ba78a1724f4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d6b9e248346b9" /><Relationship Type="http://schemas.openxmlformats.org/officeDocument/2006/relationships/image" Target="/ppt/media/image4.png" Id="R9a28472e85e24e2b" /><Relationship Type="http://schemas.openxmlformats.org/officeDocument/2006/relationships/image" Target="/ppt/media/image4.svg" Id="Ra71d7965452a41c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71552e5b54b6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7a5f0034d4bc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8ad17940346c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16b7f5c0940d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d52a29d364f71" /><Relationship Type="http://schemas.openxmlformats.org/officeDocument/2006/relationships/image" Target="/ppt/media/image3.png" Id="Re23f5b404c574602" /><Relationship Type="http://schemas.openxmlformats.org/officeDocument/2006/relationships/image" Target="/ppt/media/image3.svg" Id="Rb1dc46a535dc4c1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f8c9674034c45" /><Relationship Type="http://schemas.openxmlformats.org/officeDocument/2006/relationships/image" Target="/ppt/media/image3.png" Id="R53d0dcce5fb94763" /><Relationship Type="http://schemas.openxmlformats.org/officeDocument/2006/relationships/image" Target="/ppt/media/image3.svg" Id="Ree3a89ecd24547c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772be53734b3f" /><Relationship Type="http://schemas.openxmlformats.org/officeDocument/2006/relationships/image" Target="/ppt/media/image3.png" Id="Rd6f02b79e1224852" /><Relationship Type="http://schemas.openxmlformats.org/officeDocument/2006/relationships/image" Target="/ppt/media/image3.svg" Id="R7b186a2ea13d4d5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505e999974f91" /><Relationship Type="http://schemas.openxmlformats.org/officeDocument/2006/relationships/image" Target="/ppt/media/image3.png" Id="Rd13f4bb4eece4159" /><Relationship Type="http://schemas.openxmlformats.org/officeDocument/2006/relationships/image" Target="/ppt/media/image3.svg" Id="R7b51896caefa45c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2ca8b6f884126" /><Relationship Type="http://schemas.openxmlformats.org/officeDocument/2006/relationships/image" Target="/ppt/media/image3.png" Id="Rd239b83dca694f2a" /><Relationship Type="http://schemas.openxmlformats.org/officeDocument/2006/relationships/image" Target="/ppt/media/image3.svg" Id="R3c88ae777f3f4e5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ddcbf4e9b4df9" /><Relationship Type="http://schemas.openxmlformats.org/officeDocument/2006/relationships/image" Target="/ppt/media/image3.png" Id="R09eddbbb37174725" /><Relationship Type="http://schemas.openxmlformats.org/officeDocument/2006/relationships/image" Target="/ppt/media/image3.svg" Id="R82ec1e5e28c14c6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684119f384088" /><Relationship Type="http://schemas.openxmlformats.org/officeDocument/2006/relationships/image" Target="/ppt/media/image3.png" Id="R404a0b37f20b4c4d" /><Relationship Type="http://schemas.openxmlformats.org/officeDocument/2006/relationships/image" Target="/ppt/media/image3.svg" Id="R140d9f0c2b024347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6e9aa11534b41" /><Relationship Type="http://schemas.openxmlformats.org/officeDocument/2006/relationships/image" Target="/ppt/media/image3.png" Id="Rec52ef30e5e14f7b" /><Relationship Type="http://schemas.openxmlformats.org/officeDocument/2006/relationships/image" Target="/ppt/media/image3.svg" Id="R646b1aba9fb6418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d468e24174ab0" /><Relationship Type="http://schemas.openxmlformats.org/officeDocument/2006/relationships/image" Target="/ppt/media/image3.png" Id="R026a671e09c34f33" /><Relationship Type="http://schemas.openxmlformats.org/officeDocument/2006/relationships/image" Target="/ppt/media/image3.svg" Id="R782453981dce4ff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9b506503e49a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64f3f28e44031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2df25156740d8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0b7eeee9741af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c1ed72499409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7143f1af64ec4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6eac93d6f4f90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82e57e0354895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65691191e4304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e7185dcc94900" /><Relationship Type="http://schemas.openxmlformats.org/officeDocument/2006/relationships/image" Target="/ppt/media/image3.png" Id="Rffe2a2200fdc43eb" /><Relationship Type="http://schemas.openxmlformats.org/officeDocument/2006/relationships/image" Target="/ppt/media/image3.svg" Id="R854db254597a456b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8fb03ad474e8f" /><Relationship Type="http://schemas.openxmlformats.org/officeDocument/2006/relationships/image" Target="/ppt/media/image3.png" Id="R59edf45b6e144fed" /><Relationship Type="http://schemas.openxmlformats.org/officeDocument/2006/relationships/image" Target="/ppt/media/image3.svg" Id="R8a2f5ff574b84c6c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a6b0e414e4cfe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6946f7b9d4e17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6713095df498f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328edce2e4549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5d31d9ad642c0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a54ab3200470c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53f36af0147df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c2829cd8e448a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f31b63e3f42cd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d7cecafe94541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731b42b184827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8eca176a54809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7456758794cd3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3d9db7e644f75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d338f94ba4a3c" /><Relationship Type="http://schemas.openxmlformats.org/officeDocument/2006/relationships/image" Target="/ppt/media/image.png" Id="R03f40999b8534f40" /><Relationship Type="http://schemas.openxmlformats.org/officeDocument/2006/relationships/image" Target="/ppt/media/image.svg" Id="R49c0145657ac414c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e159065aa4766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e7d9f7e1f24350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60e7551e7f4d87" /><Relationship Type="http://schemas.openxmlformats.org/officeDocument/2006/relationships/image" Target="/ppt/media/image2.png" Id="R24da8e78cb4d435b" /><Relationship Type="http://schemas.openxmlformats.org/officeDocument/2006/relationships/image" Target="/ppt/media/image2.svg" Id="Rfeca452a8ab548f1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11514bcb154313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1b38e11b3a4a4a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75d2b9aa354a1d" /><Relationship Type="http://schemas.openxmlformats.org/officeDocument/2006/relationships/image" Target="/ppt/media/image3.png" Id="Rfa6d418723c64c56" /><Relationship Type="http://schemas.openxmlformats.org/officeDocument/2006/relationships/image" Target="/ppt/media/image3.svg" Id="Rc821ad7d7a6e4904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c8639549534b19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4dea115285461e" /><Relationship Type="http://schemas.openxmlformats.org/officeDocument/2006/relationships/image" Target="/ppt/media/image3.png" Id="Rf2ac831248fe45d3" /><Relationship Type="http://schemas.openxmlformats.org/officeDocument/2006/relationships/image" Target="/ppt/media/image3.svg" Id="Raee959b3bc654913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34501c86934acc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dba0bc6fe94c12" /><Relationship Type="http://schemas.openxmlformats.org/officeDocument/2006/relationships/image" Target="/ppt/media/image3.png" Id="Rf414c31d08814336" /><Relationship Type="http://schemas.openxmlformats.org/officeDocument/2006/relationships/image" Target="/ppt/media/image3.svg" Id="Rb33a6c030b9e447d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beb13e776f4b5a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6d82f0658d4fc4" /><Relationship Type="http://schemas.openxmlformats.org/officeDocument/2006/relationships/image" Target="/ppt/media/image4.png" Id="R9feb5fb690b94370" /><Relationship Type="http://schemas.openxmlformats.org/officeDocument/2006/relationships/image" Target="/ppt/media/image4.svg" Id="Rd219398ec23848ac" /><Relationship Type="http://schemas.openxmlformats.org/officeDocument/2006/relationships/image" Target="/ppt/media/image3.png" Id="R0d3ec32cee4e4074" /><Relationship Type="http://schemas.openxmlformats.org/officeDocument/2006/relationships/image" Target="/ppt/media/image3.svg" Id="R8b951670fbde441a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4bb795088e485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e100febf84482e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690b7748b04435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b44e9892a244af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4d68740ec14440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6c07c8dc064120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069508c1554d91" /><Relationship Type="http://schemas.openxmlformats.org/officeDocument/2006/relationships/image" Target="/ppt/media/image5.png" Id="R073d52307ef449f7" /><Relationship Type="http://schemas.openxmlformats.org/officeDocument/2006/relationships/image" Target="/ppt/media/image5.svg" Id="R161c65c9f67542cc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8f1d07c2df4d9e" /><Relationship Type="http://schemas.openxmlformats.org/officeDocument/2006/relationships/image" Target="/ppt/media/image5.png" Id="Red6d1af354494958" /><Relationship Type="http://schemas.openxmlformats.org/officeDocument/2006/relationships/image" Target="/ppt/media/image5.svg" Id="R9f69b7d63d094a4d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f0209ce6234f8f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260d25aade46b8" /><Relationship Type="http://schemas.openxmlformats.org/officeDocument/2006/relationships/image" Target="/ppt/media/image4.png" Id="R89a987d81f8d4755" /><Relationship Type="http://schemas.openxmlformats.org/officeDocument/2006/relationships/image" Target="/ppt/media/image4.svg" Id="Rb70904bade5e4004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6ee462b95f49de" /><Relationship Type="http://schemas.openxmlformats.org/officeDocument/2006/relationships/image" Target="/ppt/media/image4.png" Id="Ra6f64a9bd9d04830" /><Relationship Type="http://schemas.openxmlformats.org/officeDocument/2006/relationships/image" Target="/ppt/media/image4.svg" Id="Rbc2d699ebd6c46ca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454546e7bd446b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b345b738f54afc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28a52197374e94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0d519e9b8d415e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c16df829ca4cb7" /><Relationship Type="http://schemas.openxmlformats.org/officeDocument/2006/relationships/image" Target="/ppt/media/image3.png" Id="Rbd8a9b9c2d3d45b0" /><Relationship Type="http://schemas.openxmlformats.org/officeDocument/2006/relationships/image" Target="/ppt/media/image3.svg" Id="R320be12f626b448a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f9d401bdb14cd1" /><Relationship Type="http://schemas.openxmlformats.org/officeDocument/2006/relationships/image" Target="/ppt/media/image3.png" Id="R764b8edb3c314b29" /><Relationship Type="http://schemas.openxmlformats.org/officeDocument/2006/relationships/image" Target="/ppt/media/image3.svg" Id="R93e467d766f64479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df7fc913c74a76" /><Relationship Type="http://schemas.openxmlformats.org/officeDocument/2006/relationships/image" Target="/ppt/media/image3.png" Id="R95ee29a037bb4635" /><Relationship Type="http://schemas.openxmlformats.org/officeDocument/2006/relationships/image" Target="/ppt/media/image3.svg" Id="Ra5814f67d5394f9f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8911d7df804fc3" /><Relationship Type="http://schemas.openxmlformats.org/officeDocument/2006/relationships/image" Target="/ppt/media/image3.png" Id="Reb982fb59d794a6d" /><Relationship Type="http://schemas.openxmlformats.org/officeDocument/2006/relationships/image" Target="/ppt/media/image3.svg" Id="R5547fd591b5e4f18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4c573e29254b7b" /><Relationship Type="http://schemas.openxmlformats.org/officeDocument/2006/relationships/image" Target="/ppt/media/image3.png" Id="Rfe1bebbed66f42f7" /><Relationship Type="http://schemas.openxmlformats.org/officeDocument/2006/relationships/image" Target="/ppt/media/image3.svg" Id="R6a5bfd398d054d41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51ce36e9ac4a59" /><Relationship Type="http://schemas.openxmlformats.org/officeDocument/2006/relationships/image" Target="/ppt/media/image3.png" Id="R4cf4cae9b7854b0b" /><Relationship Type="http://schemas.openxmlformats.org/officeDocument/2006/relationships/image" Target="/ppt/media/image3.svg" Id="R193dde87ea244c48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ae3182edf34466" /><Relationship Type="http://schemas.openxmlformats.org/officeDocument/2006/relationships/image" Target="/ppt/media/image3.png" Id="R80998fc19a114a37" /><Relationship Type="http://schemas.openxmlformats.org/officeDocument/2006/relationships/image" Target="/ppt/media/image3.svg" Id="Rcb9da20e25c2414a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d8966a0d084186" /><Relationship Type="http://schemas.openxmlformats.org/officeDocument/2006/relationships/image" Target="/ppt/media/image3.png" Id="R8d04903c6da446d6" /><Relationship Type="http://schemas.openxmlformats.org/officeDocument/2006/relationships/image" Target="/ppt/media/image3.svg" Id="R75312b547d4349c6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8ccd752bb54c61" /><Relationship Type="http://schemas.openxmlformats.org/officeDocument/2006/relationships/image" Target="/ppt/media/image3.png" Id="R4857a14919814a33" /><Relationship Type="http://schemas.openxmlformats.org/officeDocument/2006/relationships/image" Target="/ppt/media/image3.svg" Id="R88b2b248c7104664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58b15b2e144971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6ebd37bb2f454b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c166ef16194f90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e5f7a1188c4b29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0b9ff022c34e83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5703c33d784942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5bcabef6c54122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8ca0ed8a274c95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e81165a0d54d9e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1c6089110748fb" /><Relationship Type="http://schemas.openxmlformats.org/officeDocument/2006/relationships/image" Target="/ppt/media/image3.png" Id="R9a99709d7342468e" /><Relationship Type="http://schemas.openxmlformats.org/officeDocument/2006/relationships/image" Target="/ppt/media/image3.svg" Id="R9d2bd7da0f13444a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3d9e0bac55450b" /><Relationship Type="http://schemas.openxmlformats.org/officeDocument/2006/relationships/image" Target="/ppt/media/image3.png" Id="R52f81ee7a5cb4990" /><Relationship Type="http://schemas.openxmlformats.org/officeDocument/2006/relationships/image" Target="/ppt/media/image3.svg" Id="R069dd70a63414575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137498cd5a4e6d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8b482b83314e8b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4dbc3af9e341d6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6c52c16b734f76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4d753f088046dc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9bf62b2eb44c7c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ed940891c54703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6127a51c034634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3a2fe538a04c07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7365174e8d4662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fa321bf4444391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fe0aa443b24182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b0e3f7f0134924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1c4559d6de493e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ee026d30be4220" /><Relationship Type="http://schemas.openxmlformats.org/officeDocument/2006/relationships/image" Target="/ppt/media/image.png" Id="Rd55324962d864d14" /><Relationship Type="http://schemas.openxmlformats.org/officeDocument/2006/relationships/image" Target="/ppt/media/image.svg" Id="R3e0d17e9fb0c453c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51d33a41c4cc5">
            <a:extLst>
              <a:ext uri="{96DAC541-7B7A-43D3-8B79-37D633B846F1}">
                <asvg:svgBlip xmlns:asvg="http://schemas.microsoft.com/office/drawing/2016/SVG/main" r:embed="Rb912b163799d44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63D801C-188C-44C5-B2BC-C7DFB71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839246a34b411d">
              <a:extLst>
                <a:ext uri="{96DAC541-7B7A-43D3-8B79-37D633B846F1}">
                  <asvg:svgBlip xmlns:asvg="http://schemas.microsoft.com/office/drawing/2016/SVG/main" r:embed="R29be3789b7f544c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29A9E342-384D-43CF-BCC3-B363D6D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385b90a2a1b4456">
              <a:extLst>
                <a:ext uri="{96DAC541-7B7A-43D3-8B79-37D633B846F1}">
                  <asvg:svgBlip xmlns:asvg="http://schemas.microsoft.com/office/drawing/2016/SVG/main" r:embed="Raf6499cb0b90440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835b92ac4324237">
              <a:extLst>
                <a:ext uri="{96DAC541-7B7A-43D3-8B79-37D633B846F1}">
                  <asvg:svgBlip xmlns:asvg="http://schemas.microsoft.com/office/drawing/2016/SVG/main" r:embed="R1921f85c310147d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0fb6fae9f38461e">
              <a:extLst>
                <a:ext uri="{96DAC541-7B7A-43D3-8B79-37D633B846F1}">
                  <asvg:svgBlip xmlns:asvg="http://schemas.microsoft.com/office/drawing/2016/SVG/main" r:embed="Raa45bf16bbb64f7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d5be04c2df54e63">
              <a:extLst>
                <a:ext uri="{96DAC541-7B7A-43D3-8B79-37D633B846F1}">
                  <asvg:svgBlip xmlns:asvg="http://schemas.microsoft.com/office/drawing/2016/SVG/main" r:embed="Ra80e66da0e21498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38245E42-D35E-485A-B39F-80C9F86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36BC487F-57D9-4FC2-B87E-B626189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F753980-5DBC-4849-BDB4-218B353E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10B63787-528B-4D8E-BC93-7F774189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450DE90C-0404-4115-A93B-A0EB63F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901708b1d844c73">
              <a:extLst>
                <a:ext uri="{96DAC541-7B7A-43D3-8B79-37D633B846F1}">
                  <asvg:svgBlip xmlns:asvg="http://schemas.microsoft.com/office/drawing/2016/SVG/main" r:embed="Rad5fc3ee4f76406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901708b1d844c73">
              <a:extLst>
                <a:ext uri="{96DAC541-7B7A-43D3-8B79-37D633B846F1}">
                  <asvg:svgBlip xmlns:asvg="http://schemas.microsoft.com/office/drawing/2016/SVG/main" r:embed="Rad5fc3ee4f76406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901708b1d844c73">
              <a:extLst>
                <a:ext uri="{96DAC541-7B7A-43D3-8B79-37D633B846F1}">
                  <asvg:svgBlip xmlns:asvg="http://schemas.microsoft.com/office/drawing/2016/SVG/main" r:embed="Rad5fc3ee4f76406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901708b1d844c73">
              <a:extLst>
                <a:ext uri="{96DAC541-7B7A-43D3-8B79-37D633B846F1}">
                  <asvg:svgBlip xmlns:asvg="http://schemas.microsoft.com/office/drawing/2016/SVG/main" r:embed="Rad5fc3ee4f76406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B46B028-2BF5-4D22-94C3-8E44C38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d7181b80af4205">
              <a:extLst>
                <a:ext uri="{96DAC541-7B7A-43D3-8B79-37D633B846F1}">
                  <asvg:svgBlip xmlns:asvg="http://schemas.microsoft.com/office/drawing/2016/SVG/main" r:embed="Raf74951cecbc4ad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d7181b80af4205">
              <a:extLst>
                <a:ext uri="{96DAC541-7B7A-43D3-8B79-37D633B846F1}">
                  <asvg:svgBlip xmlns:asvg="http://schemas.microsoft.com/office/drawing/2016/SVG/main" r:embed="Raf74951cecbc4ad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d7181b80af4205">
              <a:extLst>
                <a:ext uri="{96DAC541-7B7A-43D3-8B79-37D633B846F1}">
                  <asvg:svgBlip xmlns:asvg="http://schemas.microsoft.com/office/drawing/2016/SVG/main" r:embed="Raf74951cecbc4ad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d7181b80af4205">
              <a:extLst>
                <a:ext uri="{96DAC541-7B7A-43D3-8B79-37D633B846F1}">
                  <asvg:svgBlip xmlns:asvg="http://schemas.microsoft.com/office/drawing/2016/SVG/main" r:embed="Raf74951cecbc4ad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d7181b80af4205">
              <a:extLst>
                <a:ext uri="{96DAC541-7B7A-43D3-8B79-37D633B846F1}">
                  <asvg:svgBlip xmlns:asvg="http://schemas.microsoft.com/office/drawing/2016/SVG/main" r:embed="Raf74951cecbc4ad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AE281B4-0734-44CB-9CFD-49A39C58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0E46D4D-0800-4528-8A7A-CC95181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23901df5ce4298">
              <a:extLst>
                <a:ext uri="{96DAC541-7B7A-43D3-8B79-37D633B846F1}">
                  <asvg:svgBlip xmlns:asvg="http://schemas.microsoft.com/office/drawing/2016/SVG/main" r:embed="R4ab6ba78a1724f4a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23901df5ce4298">
              <a:extLst>
                <a:ext uri="{96DAC541-7B7A-43D3-8B79-37D633B846F1}">
                  <asvg:svgBlip xmlns:asvg="http://schemas.microsoft.com/office/drawing/2016/SVG/main" r:embed="R4ab6ba78a1724f4a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BEF307C-9921-40FA-8669-651400B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a28472e85e24e2b">
              <a:extLst>
                <a:ext uri="{96DAC541-7B7A-43D3-8B79-37D633B846F1}">
                  <asvg:svgBlip xmlns:asvg="http://schemas.microsoft.com/office/drawing/2016/SVG/main" r:embed="Ra71d7965452a41c5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a28472e85e24e2b">
              <a:extLst>
                <a:ext uri="{96DAC541-7B7A-43D3-8B79-37D633B846F1}">
                  <asvg:svgBlip xmlns:asvg="http://schemas.microsoft.com/office/drawing/2016/SVG/main" r:embed="Ra71d7965452a41c5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a28472e85e24e2b">
              <a:extLst>
                <a:ext uri="{96DAC541-7B7A-43D3-8B79-37D633B846F1}">
                  <asvg:svgBlip xmlns:asvg="http://schemas.microsoft.com/office/drawing/2016/SVG/main" r:embed="Ra71d7965452a41c5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9DBBA3F-51D1-4F8D-A7AD-D61E4FE3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4978086-CE04-4CB8-AE05-C693961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17C527D6-6C28-41D5-A269-6DEEC3A41A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0D88EC9E-2990-4172-9E2E-449A7E0080D1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54D16AC8-7DFB-4A14-A08C-6C4D9932796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8C291ED-47A0-478C-B2EA-4A22D0EDFB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A15A992-E7DC-4CF9-97B7-671E887E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D3172633-742A-4CCC-9DB3-ADAD0C4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23f5b404c574602">
              <a:extLst>
                <a:ext uri="{96DAC541-7B7A-43D3-8B79-37D633B846F1}">
                  <asvg:svgBlip xmlns:asvg="http://schemas.microsoft.com/office/drawing/2016/SVG/main" r:embed="Rb1dc46a535dc4c1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377680D-F5D2-4370-AA76-4CF8D165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3d0dcce5fb94763">
              <a:extLst>
                <a:ext uri="{96DAC541-7B7A-43D3-8B79-37D633B846F1}">
                  <asvg:svgBlip xmlns:asvg="http://schemas.microsoft.com/office/drawing/2016/SVG/main" r:embed="Ree3a89ecd24547c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476153A-4B2F-47E6-ADB9-C964306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6f02b79e1224852">
              <a:extLst>
                <a:ext uri="{96DAC541-7B7A-43D3-8B79-37D633B846F1}">
                  <asvg:svgBlip xmlns:asvg="http://schemas.microsoft.com/office/drawing/2016/SVG/main" r:embed="R7b186a2ea13d4d5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F4B8168-E21A-4957-B949-4200F57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13f4bb4eece4159">
              <a:extLst>
                <a:ext uri="{96DAC541-7B7A-43D3-8B79-37D633B846F1}">
                  <asvg:svgBlip xmlns:asvg="http://schemas.microsoft.com/office/drawing/2016/SVG/main" r:embed="R7b51896caefa45c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09081D3-D987-4259-8A2F-DAB1D280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239b83dca694f2a">
              <a:extLst>
                <a:ext uri="{96DAC541-7B7A-43D3-8B79-37D633B846F1}">
                  <asvg:svgBlip xmlns:asvg="http://schemas.microsoft.com/office/drawing/2016/SVG/main" r:embed="R3c88ae777f3f4e5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2703802-C044-43D9-89A2-C4CE8F4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9eddbbb37174725">
              <a:extLst>
                <a:ext uri="{96DAC541-7B7A-43D3-8B79-37D633B846F1}">
                  <asvg:svgBlip xmlns:asvg="http://schemas.microsoft.com/office/drawing/2016/SVG/main" r:embed="R82ec1e5e28c14c6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B1ED69B-D49F-4B28-9F55-7D390015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04a0b37f20b4c4d">
              <a:extLst>
                <a:ext uri="{96DAC541-7B7A-43D3-8B79-37D633B846F1}">
                  <asvg:svgBlip xmlns:asvg="http://schemas.microsoft.com/office/drawing/2016/SVG/main" r:embed="R140d9f0c2b02434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DE5674DA-5821-438F-AB9E-F700EA1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c52ef30e5e14f7b">
              <a:extLst>
                <a:ext uri="{96DAC541-7B7A-43D3-8B79-37D633B846F1}">
                  <asvg:svgBlip xmlns:asvg="http://schemas.microsoft.com/office/drawing/2016/SVG/main" r:embed="R646b1aba9fb6418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1681FA3-7BB5-4A6D-BA84-749A651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26a671e09c34f33">
              <a:extLst>
                <a:ext uri="{96DAC541-7B7A-43D3-8B79-37D633B846F1}">
                  <asvg:svgBlip xmlns:asvg="http://schemas.microsoft.com/office/drawing/2016/SVG/main" r:embed="R782453981dce4ff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06C6E3D-AC22-49F1-9E37-E75240C9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fe2a2200fdc43eb">
              <a:extLst>
                <a:ext uri="{96DAC541-7B7A-43D3-8B79-37D633B846F1}">
                  <asvg:svgBlip xmlns:asvg="http://schemas.microsoft.com/office/drawing/2016/SVG/main" r:embed="R854db254597a456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9edf45b6e144fed">
              <a:extLst>
                <a:ext uri="{96DAC541-7B7A-43D3-8B79-37D633B846F1}">
                  <asvg:svgBlip xmlns:asvg="http://schemas.microsoft.com/office/drawing/2016/SVG/main" r:embed="R8a2f5ff574b84c6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2B99FE2F-1636-4AAB-9BD5-59036BE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A9DE676-4990-4948-AD3B-5A02338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757F26BE-BD53-44A5-89D1-155809DD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71A2684-44C8-4A08-8E8D-1F8B11B9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E5680BF2-3957-4342-9BA8-2BFFD34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50A3ABD-8F1D-4BEB-B03D-51DB2137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81AEEE0-F259-47D3-999E-71613BE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5D47B071-DCA5-4048-90C3-B5F7676E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98EF842B-9A7F-424C-9796-5188C0AF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355E092-ED81-4CD2-9BC6-A87D3CF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D5613D96-F52D-40C1-A03A-0A6AF54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40999b8534f40">
            <a:extLst>
              <a:ext uri="{96DAC541-7B7A-43D3-8B79-37D633B846F1}">
                <asvg:svgBlip xmlns:asvg="http://schemas.microsoft.com/office/drawing/2016/SVG/main" r:embed="R49c0145657ac41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A32AF-9D28-410C-AE2C-602489AC6B1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a8e78cb4d435b">
            <a:extLst>
              <a:ext uri="{96DAC541-7B7A-43D3-8B79-37D633B846F1}">
                <asvg:svgBlip xmlns:asvg="http://schemas.microsoft.com/office/drawing/2016/SVG/main" r:embed="Rfeca452a8ab548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333938A-05C9-4B2F-87C6-028FADAB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a6d418723c64c56">
              <a:extLst>
                <a:ext uri="{96DAC541-7B7A-43D3-8B79-37D633B846F1}">
                  <asvg:svgBlip xmlns:asvg="http://schemas.microsoft.com/office/drawing/2016/SVG/main" r:embed="Rc821ad7d7a6e490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5FFE8CD-C966-41F9-8525-4D746120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2ac831248fe45d3">
              <a:extLst>
                <a:ext uri="{96DAC541-7B7A-43D3-8B79-37D633B846F1}">
                  <asvg:svgBlip xmlns:asvg="http://schemas.microsoft.com/office/drawing/2016/SVG/main" r:embed="Raee959b3bc65491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14c31d08814336">
              <a:extLst>
                <a:ext uri="{96DAC541-7B7A-43D3-8B79-37D633B846F1}">
                  <asvg:svgBlip xmlns:asvg="http://schemas.microsoft.com/office/drawing/2016/SVG/main" r:embed="Rb33a6c030b9e447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feb5fb690b94370">
              <a:extLst>
                <a:ext uri="{96DAC541-7B7A-43D3-8B79-37D633B846F1}">
                  <asvg:svgBlip xmlns:asvg="http://schemas.microsoft.com/office/drawing/2016/SVG/main" r:embed="Rd219398ec23848ac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d3ec32cee4e4074">
              <a:extLst>
                <a:ext uri="{96DAC541-7B7A-43D3-8B79-37D633B846F1}">
                  <asvg:svgBlip xmlns:asvg="http://schemas.microsoft.com/office/drawing/2016/SVG/main" r:embed="R8b951670fbde441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168B5C77-8229-4161-A419-49987FD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F05A5B82-91CA-4A42-BBC1-B753FDE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53C6EA3E-FD06-4A1B-BA82-D7590375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D398BA61-833A-4744-B95B-3E2EFE1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72D1E94F-581A-41F1-83F1-6D7385B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73d52307ef449f7">
              <a:extLst>
                <a:ext uri="{96DAC541-7B7A-43D3-8B79-37D633B846F1}">
                  <asvg:svgBlip xmlns:asvg="http://schemas.microsoft.com/office/drawing/2016/SVG/main" r:embed="R161c65c9f67542c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73d52307ef449f7">
              <a:extLst>
                <a:ext uri="{96DAC541-7B7A-43D3-8B79-37D633B846F1}">
                  <asvg:svgBlip xmlns:asvg="http://schemas.microsoft.com/office/drawing/2016/SVG/main" r:embed="R161c65c9f67542c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73d52307ef449f7">
              <a:extLst>
                <a:ext uri="{96DAC541-7B7A-43D3-8B79-37D633B846F1}">
                  <asvg:svgBlip xmlns:asvg="http://schemas.microsoft.com/office/drawing/2016/SVG/main" r:embed="R161c65c9f67542c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73d52307ef449f7">
              <a:extLst>
                <a:ext uri="{96DAC541-7B7A-43D3-8B79-37D633B846F1}">
                  <asvg:svgBlip xmlns:asvg="http://schemas.microsoft.com/office/drawing/2016/SVG/main" r:embed="R161c65c9f67542c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612ADF29-8531-473C-85C5-D088869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6d1af354494958">
              <a:extLst>
                <a:ext uri="{96DAC541-7B7A-43D3-8B79-37D633B846F1}">
                  <asvg:svgBlip xmlns:asvg="http://schemas.microsoft.com/office/drawing/2016/SVG/main" r:embed="R9f69b7d63d094a4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6d1af354494958">
              <a:extLst>
                <a:ext uri="{96DAC541-7B7A-43D3-8B79-37D633B846F1}">
                  <asvg:svgBlip xmlns:asvg="http://schemas.microsoft.com/office/drawing/2016/SVG/main" r:embed="R9f69b7d63d094a4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6d1af354494958">
              <a:extLst>
                <a:ext uri="{96DAC541-7B7A-43D3-8B79-37D633B846F1}">
                  <asvg:svgBlip xmlns:asvg="http://schemas.microsoft.com/office/drawing/2016/SVG/main" r:embed="R9f69b7d63d094a4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6d1af354494958">
              <a:extLst>
                <a:ext uri="{96DAC541-7B7A-43D3-8B79-37D633B846F1}">
                  <asvg:svgBlip xmlns:asvg="http://schemas.microsoft.com/office/drawing/2016/SVG/main" r:embed="R9f69b7d63d094a4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6d1af354494958">
              <a:extLst>
                <a:ext uri="{96DAC541-7B7A-43D3-8B79-37D633B846F1}">
                  <asvg:svgBlip xmlns:asvg="http://schemas.microsoft.com/office/drawing/2016/SVG/main" r:embed="R9f69b7d63d094a4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516755A-17D2-4163-9823-6C83DFA3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27C22C6-2D9A-4162-AC69-98AD4B7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9a987d81f8d4755">
              <a:extLst>
                <a:ext uri="{96DAC541-7B7A-43D3-8B79-37D633B846F1}">
                  <asvg:svgBlip xmlns:asvg="http://schemas.microsoft.com/office/drawing/2016/SVG/main" r:embed="Rb70904bade5e4004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9a987d81f8d4755">
              <a:extLst>
                <a:ext uri="{96DAC541-7B7A-43D3-8B79-37D633B846F1}">
                  <asvg:svgBlip xmlns:asvg="http://schemas.microsoft.com/office/drawing/2016/SVG/main" r:embed="Rb70904bade5e4004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2AE67E1-AE44-428D-80AA-702C966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6f64a9bd9d04830">
              <a:extLst>
                <a:ext uri="{96DAC541-7B7A-43D3-8B79-37D633B846F1}">
                  <asvg:svgBlip xmlns:asvg="http://schemas.microsoft.com/office/drawing/2016/SVG/main" r:embed="Rbc2d699ebd6c46c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6f64a9bd9d04830">
              <a:extLst>
                <a:ext uri="{96DAC541-7B7A-43D3-8B79-37D633B846F1}">
                  <asvg:svgBlip xmlns:asvg="http://schemas.microsoft.com/office/drawing/2016/SVG/main" r:embed="Rbc2d699ebd6c46c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6f64a9bd9d04830">
              <a:extLst>
                <a:ext uri="{96DAC541-7B7A-43D3-8B79-37D633B846F1}">
                  <asvg:svgBlip xmlns:asvg="http://schemas.microsoft.com/office/drawing/2016/SVG/main" r:embed="Rbc2d699ebd6c46c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A663FFAD-A31F-49CF-90AB-CDF58C46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BA0E837-5A75-4F3C-A1A0-185CCA2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F5D511D4-CAB7-4134-B23E-15C473E301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A0F11EBF-ABCD-4AA7-A720-B40865ECBE57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7FD7C62D-7BDC-4098-A1D1-648DECCADCC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939C5037-0CDA-473A-89C7-BCD14533E46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D816E0F-D79D-4C2F-9085-7FECE7A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EC141AE8-205C-47D0-B1CD-A6D2AC2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d8a9b9c2d3d45b0">
              <a:extLst>
                <a:ext uri="{96DAC541-7B7A-43D3-8B79-37D633B846F1}">
                  <asvg:svgBlip xmlns:asvg="http://schemas.microsoft.com/office/drawing/2016/SVG/main" r:embed="R320be12f626b448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95F46B0-EB86-4B3E-A771-CEB25EF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64b8edb3c314b29">
              <a:extLst>
                <a:ext uri="{96DAC541-7B7A-43D3-8B79-37D633B846F1}">
                  <asvg:svgBlip xmlns:asvg="http://schemas.microsoft.com/office/drawing/2016/SVG/main" r:embed="R93e467d766f6447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DDBA9E5-6E6C-4EFD-B99A-F7E7043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5ee29a037bb4635">
              <a:extLst>
                <a:ext uri="{96DAC541-7B7A-43D3-8B79-37D633B846F1}">
                  <asvg:svgBlip xmlns:asvg="http://schemas.microsoft.com/office/drawing/2016/SVG/main" r:embed="Ra5814f67d5394f9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A491D68-B795-450C-BAA5-D44A472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b982fb59d794a6d">
              <a:extLst>
                <a:ext uri="{96DAC541-7B7A-43D3-8B79-37D633B846F1}">
                  <asvg:svgBlip xmlns:asvg="http://schemas.microsoft.com/office/drawing/2016/SVG/main" r:embed="R5547fd591b5e4f1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F631BBB-8400-41D7-88AF-E2E7D02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e1bebbed66f42f7">
              <a:extLst>
                <a:ext uri="{96DAC541-7B7A-43D3-8B79-37D633B846F1}">
                  <asvg:svgBlip xmlns:asvg="http://schemas.microsoft.com/office/drawing/2016/SVG/main" r:embed="R6a5bfd398d054d4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784D3F8-7991-4569-A70C-12EA82C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cf4cae9b7854b0b">
              <a:extLst>
                <a:ext uri="{96DAC541-7B7A-43D3-8B79-37D633B846F1}">
                  <asvg:svgBlip xmlns:asvg="http://schemas.microsoft.com/office/drawing/2016/SVG/main" r:embed="R193dde87ea244c4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3A6DB58-FC86-4635-AF6C-CEF543D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0998fc19a114a37">
              <a:extLst>
                <a:ext uri="{96DAC541-7B7A-43D3-8B79-37D633B846F1}">
                  <asvg:svgBlip xmlns:asvg="http://schemas.microsoft.com/office/drawing/2016/SVG/main" r:embed="Rcb9da20e25c2414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2BF45664-6D55-43C2-A46F-9D0180E4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d04903c6da446d6">
              <a:extLst>
                <a:ext uri="{96DAC541-7B7A-43D3-8B79-37D633B846F1}">
                  <asvg:svgBlip xmlns:asvg="http://schemas.microsoft.com/office/drawing/2016/SVG/main" r:embed="R75312b547d4349c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BFCA956-4AB5-442C-9276-4BF7C5E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857a14919814a33">
              <a:extLst>
                <a:ext uri="{96DAC541-7B7A-43D3-8B79-37D633B846F1}">
                  <asvg:svgBlip xmlns:asvg="http://schemas.microsoft.com/office/drawing/2016/SVG/main" r:embed="R88b2b248c710466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88C61BB-AAC0-4738-B841-33D69FA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a99709d7342468e">
              <a:extLst>
                <a:ext uri="{96DAC541-7B7A-43D3-8B79-37D633B846F1}">
                  <asvg:svgBlip xmlns:asvg="http://schemas.microsoft.com/office/drawing/2016/SVG/main" r:embed="R9d2bd7da0f13444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f81ee7a5cb4990">
              <a:extLst>
                <a:ext uri="{96DAC541-7B7A-43D3-8B79-37D633B846F1}">
                  <asvg:svgBlip xmlns:asvg="http://schemas.microsoft.com/office/drawing/2016/SVG/main" r:embed="R069dd70a6341457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49525AF-CA0C-4EE9-AB5F-922BA14A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20111BF-679D-40E4-8FC6-01939EA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BD8B6F2-6C33-4B85-A308-564A771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098E421-381A-4722-B224-CD5EB990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306FE9E-A1C4-4F13-9325-3B9BCA9B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7FD0C8F-53A3-41C8-A08E-62B979AC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FF2A003-E06B-4832-AE6D-1EFBBEA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5D076565-6808-46BF-B162-F785C599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E4A23A35-3D9C-404E-9E92-8EFC249B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3A01F0A-0E82-498A-BD11-C7236B25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12BB0368-B434-4CBF-8E91-3553DAC3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324962d864d14">
            <a:extLst>
              <a:ext uri="{96DAC541-7B7A-43D3-8B79-37D633B846F1}">
                <asvg:svgBlip xmlns:asvg="http://schemas.microsoft.com/office/drawing/2016/SVG/main" r:embed="R3e0d17e9fb0c45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d8b9385ca674989" /><Relationship Type="http://schemas.openxmlformats.org/officeDocument/2006/relationships/image" Target="/ppt/media/image.svg" Id="R1c198b3166b64e25" /><Relationship Type="http://schemas.openxmlformats.org/officeDocument/2006/relationships/theme" Target="/ppt/slideMasters/theme/theme2.xml" Id="R510349e4892d4f48" /><Relationship Type="http://schemas.openxmlformats.org/officeDocument/2006/relationships/slideLayout" Target="/ppt/slideLayouts/slideLayout1.xml" Id="R0486beb3d6674fc0" /><Relationship Type="http://schemas.openxmlformats.org/officeDocument/2006/relationships/slideLayout" Target="/ppt/slideLayouts/slideLayout2.xml" Id="Rdcc3aa17e9fd47b1" /><Relationship Type="http://schemas.openxmlformats.org/officeDocument/2006/relationships/slideLayout" Target="/ppt/slideLayouts/slideLayout3.xml" Id="R085bf6c62d2a42e2" /><Relationship Type="http://schemas.openxmlformats.org/officeDocument/2006/relationships/slideLayout" Target="/ppt/slideLayouts/slideLayout4.xml" Id="R9132fc6446474b35" /><Relationship Type="http://schemas.openxmlformats.org/officeDocument/2006/relationships/slideLayout" Target="/ppt/slideLayouts/slideLayout5.xml" Id="R378a7f0f7e5e42f2" /><Relationship Type="http://schemas.openxmlformats.org/officeDocument/2006/relationships/slideLayout" Target="/ppt/slideLayouts/slideLayout6.xml" Id="Rcbcdcce343764cbd" /><Relationship Type="http://schemas.openxmlformats.org/officeDocument/2006/relationships/slideLayout" Target="/ppt/slideLayouts/slideLayout7.xml" Id="Rd6086c79d37f482a" /><Relationship Type="http://schemas.openxmlformats.org/officeDocument/2006/relationships/slideLayout" Target="/ppt/slideLayouts/slideLayout8.xml" Id="R8a539f652846486c" /><Relationship Type="http://schemas.openxmlformats.org/officeDocument/2006/relationships/slideLayout" Target="/ppt/slideLayouts/slideLayout9.xml" Id="R4c6c3792b9494945" /><Relationship Type="http://schemas.openxmlformats.org/officeDocument/2006/relationships/slideLayout" Target="/ppt/slideLayouts/slideLayout10.xml" Id="R78c37f679f754cfd" /><Relationship Type="http://schemas.openxmlformats.org/officeDocument/2006/relationships/slideLayout" Target="/ppt/slideLayouts/slideLayout11.xml" Id="R496efdfe4fd04dba" /><Relationship Type="http://schemas.openxmlformats.org/officeDocument/2006/relationships/slideLayout" Target="/ppt/slideLayouts/slideLayout12.xml" Id="R002a215c94984eb1" /><Relationship Type="http://schemas.openxmlformats.org/officeDocument/2006/relationships/slideLayout" Target="/ppt/slideLayouts/slideLayout13.xml" Id="R2ecef6f9b2534899" /><Relationship Type="http://schemas.openxmlformats.org/officeDocument/2006/relationships/slideLayout" Target="/ppt/slideLayouts/slideLayout14.xml" Id="R4505e6ef80b942a5" /><Relationship Type="http://schemas.openxmlformats.org/officeDocument/2006/relationships/slideLayout" Target="/ppt/slideLayouts/slideLayout15.xml" Id="R51ba02b7cb084a82" /><Relationship Type="http://schemas.openxmlformats.org/officeDocument/2006/relationships/slideLayout" Target="/ppt/slideLayouts/slideLayout16.xml" Id="Ref6d927e539b43eb" /><Relationship Type="http://schemas.openxmlformats.org/officeDocument/2006/relationships/slideLayout" Target="/ppt/slideLayouts/slideLayout17.xml" Id="Rece7068bd6b84dd1" /><Relationship Type="http://schemas.openxmlformats.org/officeDocument/2006/relationships/slideLayout" Target="/ppt/slideLayouts/slideLayout18.xml" Id="Rb0b224837de54377" /><Relationship Type="http://schemas.openxmlformats.org/officeDocument/2006/relationships/slideLayout" Target="/ppt/slideLayouts/slideLayout19.xml" Id="R2a13b1fde4f448f8" /><Relationship Type="http://schemas.openxmlformats.org/officeDocument/2006/relationships/slideLayout" Target="/ppt/slideLayouts/slideLayout20.xml" Id="Rc3872e9d3202405d" /><Relationship Type="http://schemas.openxmlformats.org/officeDocument/2006/relationships/slideLayout" Target="/ppt/slideLayouts/slideLayout21.xml" Id="Rc76ad97739a84e89" /><Relationship Type="http://schemas.openxmlformats.org/officeDocument/2006/relationships/slideLayout" Target="/ppt/slideLayouts/slideLayout22.xml" Id="Rd550ff7ce5894c3c" /><Relationship Type="http://schemas.openxmlformats.org/officeDocument/2006/relationships/slideLayout" Target="/ppt/slideLayouts/slideLayout23.xml" Id="R4f93924688504305" /><Relationship Type="http://schemas.openxmlformats.org/officeDocument/2006/relationships/slideLayout" Target="/ppt/slideLayouts/slideLayout24.xml" Id="R8bcd82cb486a45e8" /><Relationship Type="http://schemas.openxmlformats.org/officeDocument/2006/relationships/slideLayout" Target="/ppt/slideLayouts/slideLayout25.xml" Id="R635d2b5cd5f44c5d" /><Relationship Type="http://schemas.openxmlformats.org/officeDocument/2006/relationships/slideLayout" Target="/ppt/slideLayouts/slideLayout26.xml" Id="Rf24ebde96a0645d1" /><Relationship Type="http://schemas.openxmlformats.org/officeDocument/2006/relationships/slideLayout" Target="/ppt/slideLayouts/slideLayout27.xml" Id="R758dc3e32a424fe9" /><Relationship Type="http://schemas.openxmlformats.org/officeDocument/2006/relationships/slideLayout" Target="/ppt/slideLayouts/slideLayout28.xml" Id="R3c4abd23f048459c" /><Relationship Type="http://schemas.openxmlformats.org/officeDocument/2006/relationships/slideLayout" Target="/ppt/slideLayouts/slideLayout29.xml" Id="R3ce0653bd5f746a9" /><Relationship Type="http://schemas.openxmlformats.org/officeDocument/2006/relationships/slideLayout" Target="/ppt/slideLayouts/slideLayout30.xml" Id="Rf1978b6ea7014cf1" /><Relationship Type="http://schemas.openxmlformats.org/officeDocument/2006/relationships/slideLayout" Target="/ppt/slideLayouts/slideLayout31.xml" Id="R30e502e4bc7548b9" /><Relationship Type="http://schemas.openxmlformats.org/officeDocument/2006/relationships/slideLayout" Target="/ppt/slideLayouts/slideLayout32.xml" Id="R30bac43fa4334b7f" /><Relationship Type="http://schemas.openxmlformats.org/officeDocument/2006/relationships/slideLayout" Target="/ppt/slideLayouts/slideLayout33.xml" Id="R0897155b6b7f43f6" /><Relationship Type="http://schemas.openxmlformats.org/officeDocument/2006/relationships/slideLayout" Target="/ppt/slideLayouts/slideLayout34.xml" Id="Ra955489207114f98" /><Relationship Type="http://schemas.openxmlformats.org/officeDocument/2006/relationships/slideLayout" Target="/ppt/slideLayouts/slideLayout35.xml" Id="Raefa1c1e15b5402e" /><Relationship Type="http://schemas.openxmlformats.org/officeDocument/2006/relationships/slideLayout" Target="/ppt/slideLayouts/slideLayout36.xml" Id="Rfbec06b24e4a49b4" /><Relationship Type="http://schemas.openxmlformats.org/officeDocument/2006/relationships/slideLayout" Target="/ppt/slideLayouts/slideLayout37.xml" Id="R87884865369e46dd" /><Relationship Type="http://schemas.openxmlformats.org/officeDocument/2006/relationships/slideLayout" Target="/ppt/slideLayouts/slideLayout38.xml" Id="Rc60dce9b2d564c00" /><Relationship Type="http://schemas.openxmlformats.org/officeDocument/2006/relationships/slideLayout" Target="/ppt/slideLayouts/slideLayout39.xml" Id="R2c2e08c7d3f14030" /><Relationship Type="http://schemas.openxmlformats.org/officeDocument/2006/relationships/slideLayout" Target="/ppt/slideLayouts/slideLayout40.xml" Id="R9849dfe2988e478c" /><Relationship Type="http://schemas.openxmlformats.org/officeDocument/2006/relationships/slideLayout" Target="/ppt/slideLayouts/slideLayout41.xml" Id="R442b9f6f00474dbb" /><Relationship Type="http://schemas.openxmlformats.org/officeDocument/2006/relationships/slideLayout" Target="/ppt/slideLayouts/slideLayout42.xml" Id="R440c01a07a114f0d" /><Relationship Type="http://schemas.openxmlformats.org/officeDocument/2006/relationships/slideLayout" Target="/ppt/slideLayouts/slideLayout43.xml" Id="Re73ebbf0f3904935" /><Relationship Type="http://schemas.openxmlformats.org/officeDocument/2006/relationships/slideLayout" Target="/ppt/slideLayouts/slideLayout44.xml" Id="R004da7d8e43a43ec" /><Relationship Type="http://schemas.openxmlformats.org/officeDocument/2006/relationships/slideLayout" Target="/ppt/slideLayouts/slideLayout45.xml" Id="R91eb8f72122f4852" /><Relationship Type="http://schemas.openxmlformats.org/officeDocument/2006/relationships/slideLayout" Target="/ppt/slideLayouts/slideLayout46.xml" Id="R994a141d94cf4f64" /><Relationship Type="http://schemas.openxmlformats.org/officeDocument/2006/relationships/slideLayout" Target="/ppt/slideLayouts/slideLayout47.xml" Id="R1abd896d4e3d4a30" /><Relationship Type="http://schemas.openxmlformats.org/officeDocument/2006/relationships/slideLayout" Target="/ppt/slideLayouts/slideLayout48.xml" Id="R553e058c555c4f30" /><Relationship Type="http://schemas.openxmlformats.org/officeDocument/2006/relationships/slideLayout" Target="/ppt/slideLayouts/slideLayout49.xml" Id="R1c485126b0ba4a93" /><Relationship Type="http://schemas.openxmlformats.org/officeDocument/2006/relationships/slideLayout" Target="/ppt/slideLayouts/slideLayout50.xml" Id="Rfc8a6ffffd4a4286" /><Relationship Type="http://schemas.openxmlformats.org/officeDocument/2006/relationships/slideLayout" Target="/ppt/slideLayouts/slideLayout51.xml" Id="R5c2dc144ee6e41df" /><Relationship Type="http://schemas.openxmlformats.org/officeDocument/2006/relationships/slideLayout" Target="/ppt/slideLayouts/slideLayout52.xml" Id="R0e98f7b0698941fe" /><Relationship Type="http://schemas.openxmlformats.org/officeDocument/2006/relationships/slideLayout" Target="/ppt/slideLayouts/slideLayout53.xml" Id="R73b22f7bcf1a4276" /><Relationship Type="http://schemas.openxmlformats.org/officeDocument/2006/relationships/slideLayout" Target="/ppt/slideLayouts/slideLayout54.xml" Id="R0bee5e3e10fc4f33" /><Relationship Type="http://schemas.openxmlformats.org/officeDocument/2006/relationships/slideLayout" Target="/ppt/slideLayouts/slideLayout55.xml" Id="Re1fd0a0ba4b44382" /><Relationship Type="http://schemas.openxmlformats.org/officeDocument/2006/relationships/slideLayout" Target="/ppt/slideLayouts/slideLayout56.xml" Id="R0db021c1570443e9" /><Relationship Type="http://schemas.openxmlformats.org/officeDocument/2006/relationships/slideLayout" Target="/ppt/slideLayouts/slideLayout57.xml" Id="R701a1539cbe2439a" /><Relationship Type="http://schemas.openxmlformats.org/officeDocument/2006/relationships/slideLayout" Target="/ppt/slideLayouts/slideLayout58.xml" Id="Rd419441708d94df7" /><Relationship Type="http://schemas.openxmlformats.org/officeDocument/2006/relationships/slideLayout" Target="/ppt/slideLayouts/slideLayout59.xml" Id="R4ddc1ea558404690" /><Relationship Type="http://schemas.openxmlformats.org/officeDocument/2006/relationships/slideLayout" Target="/ppt/slideLayouts/slideLayout60.xml" Id="R7009ffb838fc4bf9" /><Relationship Type="http://schemas.openxmlformats.org/officeDocument/2006/relationships/slideLayout" Target="/ppt/slideLayouts/slideLayout61.xml" Id="Radbbc52a89f740fa" /><Relationship Type="http://schemas.openxmlformats.org/officeDocument/2006/relationships/slideLayout" Target="/ppt/slideLayouts/slideLayout62.xml" Id="R4946859528474c4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f4e60c0da0da484f" /><Relationship Type="http://schemas.openxmlformats.org/officeDocument/2006/relationships/image" Target="/ppt/media/image.svg" Id="R6a2318e7b64a4fae" /><Relationship Type="http://schemas.openxmlformats.org/officeDocument/2006/relationships/theme" Target="/ppt/slideMasters/theme/theme3.xml" Id="Rbe8b4001d6864889" /><Relationship Type="http://schemas.openxmlformats.org/officeDocument/2006/relationships/slideLayout" Target="/ppt/slideLayouts/slideLayout63.xml" Id="R3723392dab34403a" /><Relationship Type="http://schemas.openxmlformats.org/officeDocument/2006/relationships/slideLayout" Target="/ppt/slideLayouts/slideLayout64.xml" Id="R131c44da9a07488d" /><Relationship Type="http://schemas.openxmlformats.org/officeDocument/2006/relationships/slideLayout" Target="/ppt/slideLayouts/slideLayout65.xml" Id="R42aedf5e11744160" /><Relationship Type="http://schemas.openxmlformats.org/officeDocument/2006/relationships/slideLayout" Target="/ppt/slideLayouts/slideLayout66.xml" Id="R0c9c9472036144a0" /><Relationship Type="http://schemas.openxmlformats.org/officeDocument/2006/relationships/slideLayout" Target="/ppt/slideLayouts/slideLayout67.xml" Id="R570ddbbd12684f9f" /><Relationship Type="http://schemas.openxmlformats.org/officeDocument/2006/relationships/slideLayout" Target="/ppt/slideLayouts/slideLayout68.xml" Id="R7c8d315a5e5446b4" /><Relationship Type="http://schemas.openxmlformats.org/officeDocument/2006/relationships/slideLayout" Target="/ppt/slideLayouts/slideLayout69.xml" Id="R4048e006980048a2" /><Relationship Type="http://schemas.openxmlformats.org/officeDocument/2006/relationships/slideLayout" Target="/ppt/slideLayouts/slideLayout70.xml" Id="Red695f22ebc54cb2" /><Relationship Type="http://schemas.openxmlformats.org/officeDocument/2006/relationships/slideLayout" Target="/ppt/slideLayouts/slideLayout71.xml" Id="R9d0ea909106e427a" /><Relationship Type="http://schemas.openxmlformats.org/officeDocument/2006/relationships/slideLayout" Target="/ppt/slideLayouts/slideLayout72.xml" Id="R24a3db8a2bff41d9" /><Relationship Type="http://schemas.openxmlformats.org/officeDocument/2006/relationships/slideLayout" Target="/ppt/slideLayouts/slideLayout73.xml" Id="Rf20b15d7332c4402" /><Relationship Type="http://schemas.openxmlformats.org/officeDocument/2006/relationships/slideLayout" Target="/ppt/slideLayouts/slideLayout74.xml" Id="R653651015a2247c4" /><Relationship Type="http://schemas.openxmlformats.org/officeDocument/2006/relationships/slideLayout" Target="/ppt/slideLayouts/slideLayout75.xml" Id="Rdee51c1e8965414a" /><Relationship Type="http://schemas.openxmlformats.org/officeDocument/2006/relationships/slideLayout" Target="/ppt/slideLayouts/slideLayout76.xml" Id="R53aa98f62aa049a2" /><Relationship Type="http://schemas.openxmlformats.org/officeDocument/2006/relationships/slideLayout" Target="/ppt/slideLayouts/slideLayout77.xml" Id="R38e51e6eaccf4ab7" /><Relationship Type="http://schemas.openxmlformats.org/officeDocument/2006/relationships/slideLayout" Target="/ppt/slideLayouts/slideLayout78.xml" Id="R15467b77885b47eb" /><Relationship Type="http://schemas.openxmlformats.org/officeDocument/2006/relationships/slideLayout" Target="/ppt/slideLayouts/slideLayout79.xml" Id="R3caabea331394425" /><Relationship Type="http://schemas.openxmlformats.org/officeDocument/2006/relationships/slideLayout" Target="/ppt/slideLayouts/slideLayout80.xml" Id="Rddaf7c07d6e442da" /><Relationship Type="http://schemas.openxmlformats.org/officeDocument/2006/relationships/slideLayout" Target="/ppt/slideLayouts/slideLayout81.xml" Id="R8fd779c2a3084c98" /><Relationship Type="http://schemas.openxmlformats.org/officeDocument/2006/relationships/slideLayout" Target="/ppt/slideLayouts/slideLayout82.xml" Id="R497099141eaa4d83" /><Relationship Type="http://schemas.openxmlformats.org/officeDocument/2006/relationships/slideLayout" Target="/ppt/slideLayouts/slideLayout83.xml" Id="R672e80a89a194562" /><Relationship Type="http://schemas.openxmlformats.org/officeDocument/2006/relationships/slideLayout" Target="/ppt/slideLayouts/slideLayout84.xml" Id="Re17ef8ab659e4a94" /><Relationship Type="http://schemas.openxmlformats.org/officeDocument/2006/relationships/slideLayout" Target="/ppt/slideLayouts/slideLayout85.xml" Id="R54dd09031c5b457a" /><Relationship Type="http://schemas.openxmlformats.org/officeDocument/2006/relationships/slideLayout" Target="/ppt/slideLayouts/slideLayout86.xml" Id="Rbf01bb8fab524587" /><Relationship Type="http://schemas.openxmlformats.org/officeDocument/2006/relationships/slideLayout" Target="/ppt/slideLayouts/slideLayout87.xml" Id="R79e7a5dc4da14f06" /><Relationship Type="http://schemas.openxmlformats.org/officeDocument/2006/relationships/slideLayout" Target="/ppt/slideLayouts/slideLayout88.xml" Id="R3d7bbb73a6614459" /><Relationship Type="http://schemas.openxmlformats.org/officeDocument/2006/relationships/slideLayout" Target="/ppt/slideLayouts/slideLayout89.xml" Id="Re802fa3bab0c4e2b" /><Relationship Type="http://schemas.openxmlformats.org/officeDocument/2006/relationships/slideLayout" Target="/ppt/slideLayouts/slideLayout90.xml" Id="Re89b72c5296e4595" /><Relationship Type="http://schemas.openxmlformats.org/officeDocument/2006/relationships/slideLayout" Target="/ppt/slideLayouts/slideLayout91.xml" Id="Re681de92bed74bd2" /><Relationship Type="http://schemas.openxmlformats.org/officeDocument/2006/relationships/slideLayout" Target="/ppt/slideLayouts/slideLayout92.xml" Id="Rb8612f67ae114c10" /><Relationship Type="http://schemas.openxmlformats.org/officeDocument/2006/relationships/slideLayout" Target="/ppt/slideLayouts/slideLayout93.xml" Id="Rf49837abf39d4fe9" /><Relationship Type="http://schemas.openxmlformats.org/officeDocument/2006/relationships/slideLayout" Target="/ppt/slideLayouts/slideLayout94.xml" Id="R6f2b4062b52f41f6" /><Relationship Type="http://schemas.openxmlformats.org/officeDocument/2006/relationships/slideLayout" Target="/ppt/slideLayouts/slideLayout95.xml" Id="Rec7fc093182b49cb" /><Relationship Type="http://schemas.openxmlformats.org/officeDocument/2006/relationships/slideLayout" Target="/ppt/slideLayouts/slideLayout96.xml" Id="R03eea7d8f7824285" /><Relationship Type="http://schemas.openxmlformats.org/officeDocument/2006/relationships/slideLayout" Target="/ppt/slideLayouts/slideLayout97.xml" Id="Ra4e00bcfa77f4540" /><Relationship Type="http://schemas.openxmlformats.org/officeDocument/2006/relationships/slideLayout" Target="/ppt/slideLayouts/slideLayout98.xml" Id="R3b20092860a94ea3" /><Relationship Type="http://schemas.openxmlformats.org/officeDocument/2006/relationships/slideLayout" Target="/ppt/slideLayouts/slideLayout99.xml" Id="R9a50877584b84127" /><Relationship Type="http://schemas.openxmlformats.org/officeDocument/2006/relationships/slideLayout" Target="/ppt/slideLayouts/slideLayout100.xml" Id="Rc2245b30ae7542be" /><Relationship Type="http://schemas.openxmlformats.org/officeDocument/2006/relationships/slideLayout" Target="/ppt/slideLayouts/slideLayout101.xml" Id="R00e2cb90f4f046c3" /><Relationship Type="http://schemas.openxmlformats.org/officeDocument/2006/relationships/slideLayout" Target="/ppt/slideLayouts/slideLayout102.xml" Id="R195391d8c3f948ea" /><Relationship Type="http://schemas.openxmlformats.org/officeDocument/2006/relationships/slideLayout" Target="/ppt/slideLayouts/slideLayout103.xml" Id="R1f0b7b35f5ba4c75" /><Relationship Type="http://schemas.openxmlformats.org/officeDocument/2006/relationships/slideLayout" Target="/ppt/slideLayouts/slideLayout104.xml" Id="Rc9f84a1b4e154246" /><Relationship Type="http://schemas.openxmlformats.org/officeDocument/2006/relationships/slideLayout" Target="/ppt/slideLayouts/slideLayout105.xml" Id="Rc79d7c3bfded44f5" /><Relationship Type="http://schemas.openxmlformats.org/officeDocument/2006/relationships/slideLayout" Target="/ppt/slideLayouts/slideLayout106.xml" Id="Re5f6fa7938294357" /><Relationship Type="http://schemas.openxmlformats.org/officeDocument/2006/relationships/slideLayout" Target="/ppt/slideLayouts/slideLayout107.xml" Id="Rbe91947a87504826" /><Relationship Type="http://schemas.openxmlformats.org/officeDocument/2006/relationships/slideLayout" Target="/ppt/slideLayouts/slideLayout108.xml" Id="R1948649c31fa48d4" /><Relationship Type="http://schemas.openxmlformats.org/officeDocument/2006/relationships/slideLayout" Target="/ppt/slideLayouts/slideLayout109.xml" Id="R1041b6b3bec04be3" /><Relationship Type="http://schemas.openxmlformats.org/officeDocument/2006/relationships/slideLayout" Target="/ppt/slideLayouts/slideLayout110.xml" Id="R6079256d0cb84064" /><Relationship Type="http://schemas.openxmlformats.org/officeDocument/2006/relationships/slideLayout" Target="/ppt/slideLayouts/slideLayout111.xml" Id="R3778e89367e84403" /><Relationship Type="http://schemas.openxmlformats.org/officeDocument/2006/relationships/slideLayout" Target="/ppt/slideLayouts/slideLayout112.xml" Id="R3d8fd6d42c1d49bd" /><Relationship Type="http://schemas.openxmlformats.org/officeDocument/2006/relationships/slideLayout" Target="/ppt/slideLayouts/slideLayout113.xml" Id="R12713c9828bb4b02" /><Relationship Type="http://schemas.openxmlformats.org/officeDocument/2006/relationships/slideLayout" Target="/ppt/slideLayouts/slideLayout114.xml" Id="Re87345d748ee4198" /><Relationship Type="http://schemas.openxmlformats.org/officeDocument/2006/relationships/slideLayout" Target="/ppt/slideLayouts/slideLayout115.xml" Id="Rbc0aab7d637f4caa" /><Relationship Type="http://schemas.openxmlformats.org/officeDocument/2006/relationships/slideLayout" Target="/ppt/slideLayouts/slideLayout116.xml" Id="R7093b7640c674f24" /><Relationship Type="http://schemas.openxmlformats.org/officeDocument/2006/relationships/slideLayout" Target="/ppt/slideLayouts/slideLayout117.xml" Id="R1cec7278e91e415f" /><Relationship Type="http://schemas.openxmlformats.org/officeDocument/2006/relationships/slideLayout" Target="/ppt/slideLayouts/slideLayout118.xml" Id="Rfa538581ab64461b" /><Relationship Type="http://schemas.openxmlformats.org/officeDocument/2006/relationships/slideLayout" Target="/ppt/slideLayouts/slideLayout119.xml" Id="Rf673931ad28f4444" /><Relationship Type="http://schemas.openxmlformats.org/officeDocument/2006/relationships/slideLayout" Target="/ppt/slideLayouts/slideLayout120.xml" Id="R4c8ecf59d19340f8" /><Relationship Type="http://schemas.openxmlformats.org/officeDocument/2006/relationships/slideLayout" Target="/ppt/slideLayouts/slideLayout121.xml" Id="R2ced0609ff3b4050" /><Relationship Type="http://schemas.openxmlformats.org/officeDocument/2006/relationships/slideLayout" Target="/ppt/slideLayouts/slideLayout122.xml" Id="R7b2a2f6370a74510" /><Relationship Type="http://schemas.openxmlformats.org/officeDocument/2006/relationships/slideLayout" Target="/ppt/slideLayouts/slideLayout123.xml" Id="R4ad64dbd40f94a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b9385ca674989">
            <a:extLst>
              <a:ext uri="{96DAC541-7B7A-43D3-8B79-37D633B846F1}">
                <asvg:svgBlip xmlns:asvg="http://schemas.microsoft.com/office/drawing/2016/SVG/main" r:embed="R1c198b3166b64e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6beb3d6674fc0"/>
    <p:sldLayoutId xmlns:r="http://schemas.openxmlformats.org/officeDocument/2006/relationships" id="2147483650" r:id="Rdcc3aa17e9fd47b1"/>
    <p:sldLayoutId xmlns:r="http://schemas.openxmlformats.org/officeDocument/2006/relationships" id="2147483651" r:id="R085bf6c62d2a42e2"/>
    <p:sldLayoutId xmlns:r="http://schemas.openxmlformats.org/officeDocument/2006/relationships" id="2147483652" r:id="R9132fc6446474b35"/>
    <p:sldLayoutId xmlns:r="http://schemas.openxmlformats.org/officeDocument/2006/relationships" id="2147483653" r:id="R378a7f0f7e5e42f2"/>
    <p:sldLayoutId xmlns:r="http://schemas.openxmlformats.org/officeDocument/2006/relationships" id="2147483654" r:id="Rcbcdcce343764cbd"/>
    <p:sldLayoutId xmlns:r="http://schemas.openxmlformats.org/officeDocument/2006/relationships" id="2147483655" r:id="Rd6086c79d37f482a"/>
    <p:sldLayoutId xmlns:r="http://schemas.openxmlformats.org/officeDocument/2006/relationships" id="2147483656" r:id="R8a539f652846486c"/>
    <p:sldLayoutId xmlns:r="http://schemas.openxmlformats.org/officeDocument/2006/relationships" id="2147483657" r:id="R4c6c3792b9494945"/>
    <p:sldLayoutId xmlns:r="http://schemas.openxmlformats.org/officeDocument/2006/relationships" id="2147483658" r:id="R78c37f679f754cfd"/>
    <p:sldLayoutId xmlns:r="http://schemas.openxmlformats.org/officeDocument/2006/relationships" id="2147483659" r:id="R496efdfe4fd04dba"/>
    <p:sldLayoutId xmlns:r="http://schemas.openxmlformats.org/officeDocument/2006/relationships" id="2147483660" r:id="R002a215c94984eb1"/>
    <p:sldLayoutId xmlns:r="http://schemas.openxmlformats.org/officeDocument/2006/relationships" id="2147483661" r:id="R2ecef6f9b2534899"/>
    <p:sldLayoutId xmlns:r="http://schemas.openxmlformats.org/officeDocument/2006/relationships" id="2147483662" r:id="R4505e6ef80b942a5"/>
    <p:sldLayoutId xmlns:r="http://schemas.openxmlformats.org/officeDocument/2006/relationships" id="2147483663" r:id="R51ba02b7cb084a82"/>
    <p:sldLayoutId xmlns:r="http://schemas.openxmlformats.org/officeDocument/2006/relationships" id="2147483664" r:id="Ref6d927e539b43eb"/>
    <p:sldLayoutId xmlns:r="http://schemas.openxmlformats.org/officeDocument/2006/relationships" id="2147483665" r:id="Rece7068bd6b84dd1"/>
    <p:sldLayoutId xmlns:r="http://schemas.openxmlformats.org/officeDocument/2006/relationships" id="2147483666" r:id="Rb0b224837de54377"/>
    <p:sldLayoutId xmlns:r="http://schemas.openxmlformats.org/officeDocument/2006/relationships" id="2147483667" r:id="R2a13b1fde4f448f8"/>
    <p:sldLayoutId xmlns:r="http://schemas.openxmlformats.org/officeDocument/2006/relationships" id="2147483668" r:id="Rc3872e9d3202405d"/>
    <p:sldLayoutId xmlns:r="http://schemas.openxmlformats.org/officeDocument/2006/relationships" id="2147483669" r:id="Rc76ad97739a84e89"/>
    <p:sldLayoutId xmlns:r="http://schemas.openxmlformats.org/officeDocument/2006/relationships" id="2147483670" r:id="Rd550ff7ce5894c3c"/>
    <p:sldLayoutId xmlns:r="http://schemas.openxmlformats.org/officeDocument/2006/relationships" id="2147483671" r:id="R4f93924688504305"/>
    <p:sldLayoutId xmlns:r="http://schemas.openxmlformats.org/officeDocument/2006/relationships" id="2147483672" r:id="R8bcd82cb486a45e8"/>
    <p:sldLayoutId xmlns:r="http://schemas.openxmlformats.org/officeDocument/2006/relationships" id="2147483673" r:id="R635d2b5cd5f44c5d"/>
    <p:sldLayoutId xmlns:r="http://schemas.openxmlformats.org/officeDocument/2006/relationships" id="2147483674" r:id="Rf24ebde96a0645d1"/>
    <p:sldLayoutId xmlns:r="http://schemas.openxmlformats.org/officeDocument/2006/relationships" id="2147483675" r:id="R758dc3e32a424fe9"/>
    <p:sldLayoutId xmlns:r="http://schemas.openxmlformats.org/officeDocument/2006/relationships" id="2147483676" r:id="R3c4abd23f048459c"/>
    <p:sldLayoutId xmlns:r="http://schemas.openxmlformats.org/officeDocument/2006/relationships" id="2147483677" r:id="R3ce0653bd5f746a9"/>
    <p:sldLayoutId xmlns:r="http://schemas.openxmlformats.org/officeDocument/2006/relationships" id="2147483678" r:id="Rf1978b6ea7014cf1"/>
    <p:sldLayoutId xmlns:r="http://schemas.openxmlformats.org/officeDocument/2006/relationships" id="2147483679" r:id="R30e502e4bc7548b9"/>
    <p:sldLayoutId xmlns:r="http://schemas.openxmlformats.org/officeDocument/2006/relationships" id="2147483680" r:id="R30bac43fa4334b7f"/>
    <p:sldLayoutId xmlns:r="http://schemas.openxmlformats.org/officeDocument/2006/relationships" id="2147483681" r:id="R0897155b6b7f43f6"/>
    <p:sldLayoutId xmlns:r="http://schemas.openxmlformats.org/officeDocument/2006/relationships" id="2147483682" r:id="Ra955489207114f98"/>
    <p:sldLayoutId xmlns:r="http://schemas.openxmlformats.org/officeDocument/2006/relationships" id="2147483683" r:id="Raefa1c1e15b5402e"/>
    <p:sldLayoutId xmlns:r="http://schemas.openxmlformats.org/officeDocument/2006/relationships" id="2147483684" r:id="Rfbec06b24e4a49b4"/>
    <p:sldLayoutId xmlns:r="http://schemas.openxmlformats.org/officeDocument/2006/relationships" id="2147483685" r:id="R87884865369e46dd"/>
    <p:sldLayoutId xmlns:r="http://schemas.openxmlformats.org/officeDocument/2006/relationships" id="2147483686" r:id="Rc60dce9b2d564c00"/>
    <p:sldLayoutId xmlns:r="http://schemas.openxmlformats.org/officeDocument/2006/relationships" id="2147483687" r:id="R2c2e08c7d3f14030"/>
    <p:sldLayoutId xmlns:r="http://schemas.openxmlformats.org/officeDocument/2006/relationships" id="2147483688" r:id="R9849dfe2988e478c"/>
    <p:sldLayoutId xmlns:r="http://schemas.openxmlformats.org/officeDocument/2006/relationships" id="2147483689" r:id="R442b9f6f00474dbb"/>
    <p:sldLayoutId xmlns:r="http://schemas.openxmlformats.org/officeDocument/2006/relationships" id="2147483690" r:id="R440c01a07a114f0d"/>
    <p:sldLayoutId xmlns:r="http://schemas.openxmlformats.org/officeDocument/2006/relationships" id="2147483691" r:id="Re73ebbf0f3904935"/>
    <p:sldLayoutId xmlns:r="http://schemas.openxmlformats.org/officeDocument/2006/relationships" id="2147483692" r:id="R004da7d8e43a43ec"/>
    <p:sldLayoutId xmlns:r="http://schemas.openxmlformats.org/officeDocument/2006/relationships" id="2147483693" r:id="R91eb8f72122f4852"/>
    <p:sldLayoutId xmlns:r="http://schemas.openxmlformats.org/officeDocument/2006/relationships" id="2147483694" r:id="R994a141d94cf4f64"/>
    <p:sldLayoutId xmlns:r="http://schemas.openxmlformats.org/officeDocument/2006/relationships" id="2147483695" r:id="R1abd896d4e3d4a30"/>
    <p:sldLayoutId xmlns:r="http://schemas.openxmlformats.org/officeDocument/2006/relationships" id="2147483696" r:id="R553e058c555c4f30"/>
    <p:sldLayoutId xmlns:r="http://schemas.openxmlformats.org/officeDocument/2006/relationships" id="2147483697" r:id="R1c485126b0ba4a93"/>
    <p:sldLayoutId xmlns:r="http://schemas.openxmlformats.org/officeDocument/2006/relationships" id="2147483698" r:id="Rfc8a6ffffd4a4286"/>
    <p:sldLayoutId xmlns:r="http://schemas.openxmlformats.org/officeDocument/2006/relationships" id="2147483699" r:id="R5c2dc144ee6e41df"/>
    <p:sldLayoutId xmlns:r="http://schemas.openxmlformats.org/officeDocument/2006/relationships" id="2147483700" r:id="R0e98f7b0698941fe"/>
    <p:sldLayoutId xmlns:r="http://schemas.openxmlformats.org/officeDocument/2006/relationships" id="2147483701" r:id="R73b22f7bcf1a4276"/>
    <p:sldLayoutId xmlns:r="http://schemas.openxmlformats.org/officeDocument/2006/relationships" id="2147483702" r:id="R0bee5e3e10fc4f33"/>
    <p:sldLayoutId xmlns:r="http://schemas.openxmlformats.org/officeDocument/2006/relationships" id="2147483703" r:id="Re1fd0a0ba4b44382"/>
    <p:sldLayoutId xmlns:r="http://schemas.openxmlformats.org/officeDocument/2006/relationships" id="2147483704" r:id="R0db021c1570443e9"/>
    <p:sldLayoutId xmlns:r="http://schemas.openxmlformats.org/officeDocument/2006/relationships" id="2147483705" r:id="R701a1539cbe2439a"/>
    <p:sldLayoutId xmlns:r="http://schemas.openxmlformats.org/officeDocument/2006/relationships" id="2147483706" r:id="Rd419441708d94df7"/>
    <p:sldLayoutId xmlns:r="http://schemas.openxmlformats.org/officeDocument/2006/relationships" id="2147483707" r:id="R4ddc1ea558404690"/>
    <p:sldLayoutId xmlns:r="http://schemas.openxmlformats.org/officeDocument/2006/relationships" id="2147483708" r:id="R7009ffb838fc4bf9"/>
    <p:sldLayoutId xmlns:r="http://schemas.openxmlformats.org/officeDocument/2006/relationships" id="2147483709" r:id="Radbbc52a89f740fa"/>
    <p:sldLayoutId xmlns:r="http://schemas.openxmlformats.org/officeDocument/2006/relationships" id="2147483710" r:id="R4946859528474c48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60c0da0da484f">
            <a:extLst>
              <a:ext uri="{96DAC541-7B7A-43D3-8B79-37D633B846F1}">
                <asvg:svgBlip xmlns:asvg="http://schemas.microsoft.com/office/drawing/2016/SVG/main" r:embed="R6a2318e7b64a4fa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3723392dab34403a"/>
    <p:sldLayoutId xmlns:r="http://schemas.openxmlformats.org/officeDocument/2006/relationships" id="2147483713" r:id="R131c44da9a07488d"/>
    <p:sldLayoutId xmlns:r="http://schemas.openxmlformats.org/officeDocument/2006/relationships" id="2147483714" r:id="R42aedf5e11744160"/>
    <p:sldLayoutId xmlns:r="http://schemas.openxmlformats.org/officeDocument/2006/relationships" id="2147483715" r:id="R0c9c9472036144a0"/>
    <p:sldLayoutId xmlns:r="http://schemas.openxmlformats.org/officeDocument/2006/relationships" id="2147483716" r:id="R570ddbbd12684f9f"/>
    <p:sldLayoutId xmlns:r="http://schemas.openxmlformats.org/officeDocument/2006/relationships" id="2147483717" r:id="R7c8d315a5e5446b4"/>
    <p:sldLayoutId xmlns:r="http://schemas.openxmlformats.org/officeDocument/2006/relationships" id="2147483718" r:id="R4048e006980048a2"/>
    <p:sldLayoutId xmlns:r="http://schemas.openxmlformats.org/officeDocument/2006/relationships" id="2147483719" r:id="Red695f22ebc54cb2"/>
    <p:sldLayoutId xmlns:r="http://schemas.openxmlformats.org/officeDocument/2006/relationships" id="2147483720" r:id="R9d0ea909106e427a"/>
    <p:sldLayoutId xmlns:r="http://schemas.openxmlformats.org/officeDocument/2006/relationships" id="2147483721" r:id="R24a3db8a2bff41d9"/>
    <p:sldLayoutId xmlns:r="http://schemas.openxmlformats.org/officeDocument/2006/relationships" id="2147483722" r:id="Rf20b15d7332c4402"/>
    <p:sldLayoutId xmlns:r="http://schemas.openxmlformats.org/officeDocument/2006/relationships" id="2147483723" r:id="R653651015a2247c4"/>
    <p:sldLayoutId xmlns:r="http://schemas.openxmlformats.org/officeDocument/2006/relationships" id="2147483724" r:id="Rdee51c1e8965414a"/>
    <p:sldLayoutId xmlns:r="http://schemas.openxmlformats.org/officeDocument/2006/relationships" id="2147483725" r:id="R53aa98f62aa049a2"/>
    <p:sldLayoutId xmlns:r="http://schemas.openxmlformats.org/officeDocument/2006/relationships" id="2147483726" r:id="R38e51e6eaccf4ab7"/>
    <p:sldLayoutId xmlns:r="http://schemas.openxmlformats.org/officeDocument/2006/relationships" id="2147483727" r:id="R15467b77885b47eb"/>
    <p:sldLayoutId xmlns:r="http://schemas.openxmlformats.org/officeDocument/2006/relationships" id="2147483728" r:id="R3caabea331394425"/>
    <p:sldLayoutId xmlns:r="http://schemas.openxmlformats.org/officeDocument/2006/relationships" id="2147483729" r:id="Rddaf7c07d6e442da"/>
    <p:sldLayoutId xmlns:r="http://schemas.openxmlformats.org/officeDocument/2006/relationships" id="2147483730" r:id="R8fd779c2a3084c98"/>
    <p:sldLayoutId xmlns:r="http://schemas.openxmlformats.org/officeDocument/2006/relationships" id="2147483731" r:id="R497099141eaa4d83"/>
    <p:sldLayoutId xmlns:r="http://schemas.openxmlformats.org/officeDocument/2006/relationships" id="2147483732" r:id="R672e80a89a194562"/>
    <p:sldLayoutId xmlns:r="http://schemas.openxmlformats.org/officeDocument/2006/relationships" id="2147483733" r:id="Re17ef8ab659e4a94"/>
    <p:sldLayoutId xmlns:r="http://schemas.openxmlformats.org/officeDocument/2006/relationships" id="2147483734" r:id="R54dd09031c5b457a"/>
    <p:sldLayoutId xmlns:r="http://schemas.openxmlformats.org/officeDocument/2006/relationships" id="2147483735" r:id="Rbf01bb8fab524587"/>
    <p:sldLayoutId xmlns:r="http://schemas.openxmlformats.org/officeDocument/2006/relationships" id="2147483736" r:id="R79e7a5dc4da14f06"/>
    <p:sldLayoutId xmlns:r="http://schemas.openxmlformats.org/officeDocument/2006/relationships" id="2147483737" r:id="R3d7bbb73a6614459"/>
    <p:sldLayoutId xmlns:r="http://schemas.openxmlformats.org/officeDocument/2006/relationships" id="2147483738" r:id="Re802fa3bab0c4e2b"/>
    <p:sldLayoutId xmlns:r="http://schemas.openxmlformats.org/officeDocument/2006/relationships" id="2147483739" r:id="Re89b72c5296e4595"/>
    <p:sldLayoutId xmlns:r="http://schemas.openxmlformats.org/officeDocument/2006/relationships" id="2147483740" r:id="Re681de92bed74bd2"/>
    <p:sldLayoutId xmlns:r="http://schemas.openxmlformats.org/officeDocument/2006/relationships" id="2147483741" r:id="Rb8612f67ae114c10"/>
    <p:sldLayoutId xmlns:r="http://schemas.openxmlformats.org/officeDocument/2006/relationships" id="2147483742" r:id="Rf49837abf39d4fe9"/>
    <p:sldLayoutId xmlns:r="http://schemas.openxmlformats.org/officeDocument/2006/relationships" id="2147483743" r:id="R6f2b4062b52f41f6"/>
    <p:sldLayoutId xmlns:r="http://schemas.openxmlformats.org/officeDocument/2006/relationships" id="2147483744" r:id="Rec7fc093182b49cb"/>
    <p:sldLayoutId xmlns:r="http://schemas.openxmlformats.org/officeDocument/2006/relationships" id="2147483745" r:id="R03eea7d8f7824285"/>
    <p:sldLayoutId xmlns:r="http://schemas.openxmlformats.org/officeDocument/2006/relationships" id="2147483746" r:id="Ra4e00bcfa77f4540"/>
    <p:sldLayoutId xmlns:r="http://schemas.openxmlformats.org/officeDocument/2006/relationships" id="2147483747" r:id="R3b20092860a94ea3"/>
    <p:sldLayoutId xmlns:r="http://schemas.openxmlformats.org/officeDocument/2006/relationships" id="2147483748" r:id="R9a50877584b84127"/>
    <p:sldLayoutId xmlns:r="http://schemas.openxmlformats.org/officeDocument/2006/relationships" id="2147483749" r:id="Rc2245b30ae7542be"/>
    <p:sldLayoutId xmlns:r="http://schemas.openxmlformats.org/officeDocument/2006/relationships" id="2147483750" r:id="R00e2cb90f4f046c3"/>
    <p:sldLayoutId xmlns:r="http://schemas.openxmlformats.org/officeDocument/2006/relationships" id="2147483751" r:id="R195391d8c3f948ea"/>
    <p:sldLayoutId xmlns:r="http://schemas.openxmlformats.org/officeDocument/2006/relationships" id="2147483752" r:id="R1f0b7b35f5ba4c75"/>
    <p:sldLayoutId xmlns:r="http://schemas.openxmlformats.org/officeDocument/2006/relationships" id="2147483753" r:id="Rc9f84a1b4e154246"/>
    <p:sldLayoutId xmlns:r="http://schemas.openxmlformats.org/officeDocument/2006/relationships" id="2147483754" r:id="Rc79d7c3bfded44f5"/>
    <p:sldLayoutId xmlns:r="http://schemas.openxmlformats.org/officeDocument/2006/relationships" id="2147483755" r:id="Re5f6fa7938294357"/>
    <p:sldLayoutId xmlns:r="http://schemas.openxmlformats.org/officeDocument/2006/relationships" id="2147483756" r:id="Rbe91947a87504826"/>
    <p:sldLayoutId xmlns:r="http://schemas.openxmlformats.org/officeDocument/2006/relationships" id="2147483757" r:id="R1948649c31fa48d4"/>
    <p:sldLayoutId xmlns:r="http://schemas.openxmlformats.org/officeDocument/2006/relationships" id="2147483758" r:id="R1041b6b3bec04be3"/>
    <p:sldLayoutId xmlns:r="http://schemas.openxmlformats.org/officeDocument/2006/relationships" id="2147483759" r:id="R6079256d0cb84064"/>
    <p:sldLayoutId xmlns:r="http://schemas.openxmlformats.org/officeDocument/2006/relationships" id="2147483760" r:id="R3778e89367e84403"/>
    <p:sldLayoutId xmlns:r="http://schemas.openxmlformats.org/officeDocument/2006/relationships" id="2147483761" r:id="R3d8fd6d42c1d49bd"/>
    <p:sldLayoutId xmlns:r="http://schemas.openxmlformats.org/officeDocument/2006/relationships" id="2147483762" r:id="R12713c9828bb4b02"/>
    <p:sldLayoutId xmlns:r="http://schemas.openxmlformats.org/officeDocument/2006/relationships" id="2147483763" r:id="Re87345d748ee4198"/>
    <p:sldLayoutId xmlns:r="http://schemas.openxmlformats.org/officeDocument/2006/relationships" id="2147483764" r:id="Rbc0aab7d637f4caa"/>
    <p:sldLayoutId xmlns:r="http://schemas.openxmlformats.org/officeDocument/2006/relationships" id="2147483765" r:id="R7093b7640c674f24"/>
    <p:sldLayoutId xmlns:r="http://schemas.openxmlformats.org/officeDocument/2006/relationships" id="2147483766" r:id="R1cec7278e91e415f"/>
    <p:sldLayoutId xmlns:r="http://schemas.openxmlformats.org/officeDocument/2006/relationships" id="2147483767" r:id="Rfa538581ab64461b"/>
    <p:sldLayoutId xmlns:r="http://schemas.openxmlformats.org/officeDocument/2006/relationships" id="2147483768" r:id="Rf673931ad28f4444"/>
    <p:sldLayoutId xmlns:r="http://schemas.openxmlformats.org/officeDocument/2006/relationships" id="2147483769" r:id="R4c8ecf59d19340f8"/>
    <p:sldLayoutId xmlns:r="http://schemas.openxmlformats.org/officeDocument/2006/relationships" id="2147483770" r:id="R2ced0609ff3b4050"/>
    <p:sldLayoutId xmlns:r="http://schemas.openxmlformats.org/officeDocument/2006/relationships" id="2147483771" r:id="R7b2a2f6370a74510"/>
    <p:sldLayoutId xmlns:r="http://schemas.openxmlformats.org/officeDocument/2006/relationships" id="2147483772" r:id="R4ad64dbd40f94a03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e020452c444eb2" /><Relationship Type="http://schemas.openxmlformats.org/officeDocument/2006/relationships/notesSlide" Target="/ppt/notesSlides/notesSlide1.xml" Id="Rf1aaf69af45846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f44ca5f446d482c" /><Relationship Type="http://schemas.openxmlformats.org/officeDocument/2006/relationships/notesSlide" Target="/ppt/notesSlides/notesSlide2.xml" Id="R69203e5c32c643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d544bc05a594302" /><Relationship Type="http://schemas.openxmlformats.org/officeDocument/2006/relationships/notesSlide" Target="/ppt/notesSlides/notesSlide3.xml" Id="R1e9c448da51b40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774ac518fa4411f" /><Relationship Type="http://schemas.openxmlformats.org/officeDocument/2006/relationships/notesSlide" Target="/ppt/notesSlides/notesSlide4.xml" Id="R6cde3759e9a3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c9ff2c43fd54da4" /><Relationship Type="http://schemas.openxmlformats.org/officeDocument/2006/relationships/notesSlide" Target="/ppt/notesSlides/notesSlide5.xml" Id="R9eb9e73adefb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8c0949f526347a7" /><Relationship Type="http://schemas.openxmlformats.org/officeDocument/2006/relationships/notesSlide" Target="/ppt/notesSlides/notesSlide6.xml" Id="R86bf1c2700b640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ce7a310f41a47db" /><Relationship Type="http://schemas.openxmlformats.org/officeDocument/2006/relationships/notesSlide" Target="/ppt/notesSlides/notesSlide7.xml" Id="R395447f08a0c45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93eddc80ae54de4" /><Relationship Type="http://schemas.openxmlformats.org/officeDocument/2006/relationships/notesSlide" Target="/ppt/notesSlides/notesSlide8.xml" Id="Rb899ae199c1d46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0ECA0-41FC-453C-B96B-0056AB29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5C069-2538-4B08-9616-E766ED3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쉽게 구성하는 모션 애플리케이션 플랫폼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CD87-2290-409D-AC4B-31804B5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3962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complex motion code</a:t>
            </a:r>
          </a:p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API for test and real devices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5C6C7-B957-4649-9A53-A6A2E64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67234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6BF68-38C4-45B5-B628-116A2D9A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9555-394B-42B3-8FB5-5FDC695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application development made simpler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460D9-F6E5-4D1E-95D4-429B84F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38B80-8970-4F16-86E2-40F4107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9549C-2998-4541-A7D8-2989604F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94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lets the application send simple commands while the server handles the device-specific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93C0-F3CC-4663-86A6-95C0DE36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Application focuses on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sequence and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3774-4D53-47EA-B236-25BBB46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 handles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commands and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3FAD4-ECB0-4084-9C65-E2E7F40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Devices run through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consistent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A75C1-68A8-4821-9374-16E20BC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Result: faster prototyping, easier testing, and less custom integration work.</a:t>
            </a:r>
          </a:p>
        </p:txBody>
      </p:sp>
    </p:spTree>
    <p:extLst>
      <p:ext uri="{BB962C8B-B14F-4D97-AF65-F5344CB8AC3E}">
        <p14:creationId xmlns:p14="http://schemas.microsoft.com/office/powerpoint/2010/main" val="185662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2534-EDA3-4E3D-B908-F02F133E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78D70-2241-4A63-8BB8-9C88F139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What Motion Server provides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01381-6BF2-4A16-B075-2E83CEE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89450-D5F7-4E06-9C11-0CE46D2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7D5B4-303E-45A8-884D-5DB8FFD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A TCP JSON command interface for motion, I/O, and device parameters</a:t>
            </a:r>
          </a:p>
          <a:p xmlns:a="http://schemas.openxmlformats.org/drawingml/2006/main">
            <a: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Command authority so multiple clients do not send conflicting motion commands</a:t>
            </a:r>
          </a:p>
          <a:p xmlns:a="http://schemas.openxmlformats.org/drawingml/2006/main">
            <a: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Automatic unit handling for linear and rotary axes</a:t>
            </a:r>
          </a:p>
          <a:p xmlns:a="http://schemas.openxmlformats.org/drawingml/2006/main">
            <a: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Common feedback for panels, Node-RED flows, and other clients</a:t>
            </a:r>
          </a:p>
          <a:p xmlns:a="http://schemas.openxmlformats.org/drawingml/2006/main">
            <a: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Fault and recovery commands for practical machine operation</a:t>
            </a:r>
          </a:p>
        </p:txBody>
      </p:sp>
    </p:spTree>
    <p:extLst>
      <p:ext uri="{BB962C8B-B14F-4D97-AF65-F5344CB8AC3E}">
        <p14:creationId xmlns:p14="http://schemas.microsoft.com/office/powerpoint/2010/main" val="151308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CA6AA-E532-42FC-87BE-CB20F14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EC23D-90A8-4AB6-A95D-788626A3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From idea to motion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90650-8156-40CC-8F99-1248552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123DF-9972-4232-A2D0-B39E7E88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47486-3D1F-42F0-8C77-6CC31A9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98437-F4F4-4386-943E-B981D82B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Connect</a:t>
            </a:r>
          </a:p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Open a TCP connection to Motion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B1EF-D7B9-4B32-9530-24E4D57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813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091C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E5696-ACB1-4AC6-9D6B-CFA500C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89B2E-F8A3-465E-8AE0-05BFAC0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Reserve motion command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4AD20-EEFD-47B0-8C5C-50975FD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091C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E48C2-1A2E-4A05-8F05-687AD19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23C8D-62D2-4A39-8B7D-B116BA6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Send commands</a:t>
            </a:r>
          </a:p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Enable, home, move, jog, or write I/O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C56FF-44E3-4C63-AF48-559ACA3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813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091C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CF649-5A0F-4286-A969-F3E0249B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B4FAF-D308-40C4-8993-F6C659A8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Watch feedback</a:t>
            </a:r>
          </a:p>
          <a:p xmlns:a="http://schemas.openxmlformats.org/drawingml/2006/main">
            <a:pPr algn="ctr"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Use live status to continue the 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B99BC-4775-484B-B766-D212C448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27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same command flow can run from a control panel, Node-RED, Python, or another host application.</a:t>
            </a:r>
          </a:p>
        </p:txBody>
      </p:sp>
    </p:spTree>
    <p:extLst>
      <p:ext uri="{BB962C8B-B14F-4D97-AF65-F5344CB8AC3E}">
        <p14:creationId xmlns:p14="http://schemas.microsoft.com/office/powerpoint/2010/main" val="686236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2DA79-94AD-4638-807B-C00E1722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E1BC3-0D2D-4D4B-BA00-86FC9B0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and reference clients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830DC-887D-4A8E-8A15-F9E4ADA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82115-AA77-4334-AB37-4FCF4ABB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D2679-50D4-4B03-A662-B97CCD3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77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is designed so customers can start without writing a full motion program from scratch.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F4348-5E54-466C-BBAF-FDD4062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operation and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48781-30B7-424D-9A1C-D34FBB58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monitoring and parameter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6D065-C227-48BE-A9C2-0810F44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flows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sequences visually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F7B7A-C1C0-4ABF-97C5-484AC335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41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Reference flows show how to combine motion, I/O, authority, and feedback in a simple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94408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0FECB-DC8E-4D3B-B592-DB487BDE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1B103-C754-4CC0-A39B-D70E0EC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API for real devices and virtual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DD6BD-3085-4E8E-AEAE-EE226636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3AAFB-69EB-443E-A3C8-B6C540C2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64A44-FE68-4D9C-9670-26AE61C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69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application can use the same Motion Server commands during simulation and on the real EtherCAT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7076C-3CDB-4796-A464-4EDAD0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429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devices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sequence logic before hardware is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9C93-D76C-4A8B-A67D-5975E53C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 API</a:t>
            </a:r>
          </a:p>
          <a:p xmlns:a="http://schemas.openxmlformats.org/drawingml/2006/main">
            <a:pPr algn="ctr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commands and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73C6F-91F7-4404-8EBA-C8818079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429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</a:t>
            </a:r>
          </a:p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Run the same application with EtherCAT hardware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6FB9A-059E-4281-B37D-73E9070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This supports early testing and a smoother move from virtual commissioning to real equipment.</a:t>
            </a:r>
          </a:p>
        </p:txBody>
      </p:sp>
    </p:spTree>
    <p:extLst>
      <p:ext uri="{BB962C8B-B14F-4D97-AF65-F5344CB8AC3E}">
        <p14:creationId xmlns:p14="http://schemas.microsoft.com/office/powerpoint/2010/main" val="1117847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4DB3B-ABF3-4EDA-BF77-D376900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C4005-6536-4569-AE35-77167C9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Built-in controls for practical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C69E5-422B-45EB-8309-4033D5B7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A343-A187-4CDD-B7EF-F8633A36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ABBF-154D-485C-B2FC-7FB7CB9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9906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Command authority prevents conflicting motion commands from different clients</a:t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Server feedback reports axis, I/O, authority, and diagnostic status</a:t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Fault reset, bus reconnect, and server restart commands support recovery workflows</a:t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Parameter access supports setup and troubleshooting from the same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AEFFD-EB2B-4C10-B175-3183E4A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applications stay simple because common operating tasks are already handled by Motion Server.</a:t>
            </a:r>
          </a:p>
        </p:txBody>
      </p:sp>
    </p:spTree>
    <p:extLst>
      <p:ext uri="{BB962C8B-B14F-4D97-AF65-F5344CB8AC3E}">
        <p14:creationId xmlns:p14="http://schemas.microsoft.com/office/powerpoint/2010/main" val="1944807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40FEE-6DAA-441E-AF37-525AAF8A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FC05C-B20F-44B2-97A3-B768A60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Where Motion Server 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CA25E-7A4D-4458-B670-0F686FE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91726-2255-4BA9-B2C3-E53BA86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52073-D2E5-40EA-AD56-AFF322D4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48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Use Motion Server when a customer needs a fast path from manual testing to a working motion sequence.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04BC7-C326-4DAB-AB1E-C6F5228F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Good fit</a:t>
            </a:r>
          </a:p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machines, lab systems, proof-of-concept stations, and customer demos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71880-8A29-4413-B216-D0DF1DC0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</a:t>
            </a:r>
          </a:p>
          <a:p xmlns:a="http://schemas.openxmlformats.org/drawingml/2006/main"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Connect a device, open the panel, and build the first sequence with reference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EC547-6932-470C-BB01-AF56A95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5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Motion Server reduces the work needed to turn device control into an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53071805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2026-09-07T08:45:00.3870000Z</dcterms:created>
  <dcterms:modified xsi:type="dcterms:W3CDTF">2026-09-07T08:45:00.3870000Z</dcterms:modified>
</coreProperties>
</file>