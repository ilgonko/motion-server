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d29d199e984133" /><Relationship Type="http://schemas.openxmlformats.org/officeDocument/2006/relationships/extended-properties" Target="/docProps/app.xml" Id="R773d4f9898c0496c" /><Relationship Type="http://schemas.openxmlformats.org/officeDocument/2006/relationships/officeDocument" Target="/ppt/presentation.xml" Id="R90264dc1ff624c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a1c1173be345a5"/>
    <p:sldMasterId xmlns:r="http://schemas.openxmlformats.org/officeDocument/2006/relationships" id="2147483711" r:id="R7418cf6ec79f43be"/>
  </p:sldMasterIdLst>
  <p:notesMasterIdLst>
    <p:notesMasterId xmlns:r="http://schemas.openxmlformats.org/officeDocument/2006/relationships" r:id="Rb6cd86ef2aa54eda"/>
  </p:notesMasterIdLst>
  <p:sldIdLst>
    <p:sldId xmlns:r="http://schemas.openxmlformats.org/officeDocument/2006/relationships" id="256" r:id="Raf9e873606e34d91"/>
    <p:sldId xmlns:r="http://schemas.openxmlformats.org/officeDocument/2006/relationships" id="257" r:id="Rce13613ef9bd4eb5"/>
    <p:sldId xmlns:r="http://schemas.openxmlformats.org/officeDocument/2006/relationships" id="258" r:id="R21223bb9eb524b32"/>
    <p:sldId xmlns:r="http://schemas.openxmlformats.org/officeDocument/2006/relationships" id="259" r:id="Rf5c757460dca4d7d"/>
    <p:sldId xmlns:r="http://schemas.openxmlformats.org/officeDocument/2006/relationships" id="260" r:id="Reaf9e3101a4148c0"/>
    <p:sldId xmlns:r="http://schemas.openxmlformats.org/officeDocument/2006/relationships" id="261" r:id="R011ed1f881a64cd8"/>
    <p:sldId xmlns:r="http://schemas.openxmlformats.org/officeDocument/2006/relationships" id="262" r:id="R66a2e67fb71b48d4"/>
    <p:sldId xmlns:r="http://schemas.openxmlformats.org/officeDocument/2006/relationships" id="263" r:id="Raabe4f082bef4b93"/>
    <p:sldId xmlns:r="http://schemas.openxmlformats.org/officeDocument/2006/relationships" id="264" r:id="Rf7b727dd151749d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cf8a7e4c0d4ca8" /><Relationship Type="http://schemas.openxmlformats.org/officeDocument/2006/relationships/slideMaster" Target="/ppt/slideMasters/slideMaster1.xml" Id="R56a1c1173be345a5" /><Relationship Type="http://schemas.openxmlformats.org/officeDocument/2006/relationships/slideMaster" Target="/ppt/slideMasters/slideMaster2.xml" Id="R7418cf6ec79f43be" /><Relationship Type="http://schemas.openxmlformats.org/officeDocument/2006/relationships/notesMaster" Target="/ppt/notesMasters/notesMaster1.xml" Id="Rb6cd86ef2aa54eda" /><Relationship Type="http://schemas.openxmlformats.org/officeDocument/2006/relationships/presProps" Target="/ppt/presProps.xml" Id="R06711c0a32904128" /><Relationship Type="http://schemas.openxmlformats.org/officeDocument/2006/relationships/viewProps" Target="/ppt/viewProps.xml" Id="Rc60cde9bfc3b4edd" /><Relationship Type="http://schemas.openxmlformats.org/officeDocument/2006/relationships/tableStyles" Target="/ppt/tableStyles.xml" Id="R3a6852a850244347" /><Relationship Type="http://schemas.openxmlformats.org/officeDocument/2006/relationships/slide" Target="/ppt/slides/slide1.xml" Id="Raf9e873606e34d91" /><Relationship Type="http://schemas.openxmlformats.org/officeDocument/2006/relationships/slide" Target="/ppt/slides/slide2.xml" Id="Rce13613ef9bd4eb5" /><Relationship Type="http://schemas.openxmlformats.org/officeDocument/2006/relationships/slide" Target="/ppt/slides/slide3.xml" Id="R21223bb9eb524b32" /><Relationship Type="http://schemas.openxmlformats.org/officeDocument/2006/relationships/slide" Target="/ppt/slides/slide4.xml" Id="Rf5c757460dca4d7d" /><Relationship Type="http://schemas.openxmlformats.org/officeDocument/2006/relationships/slide" Target="/ppt/slides/slide5.xml" Id="Reaf9e3101a4148c0" /><Relationship Type="http://schemas.openxmlformats.org/officeDocument/2006/relationships/slide" Target="/ppt/slides/slide6.xml" Id="R011ed1f881a64cd8" /><Relationship Type="http://schemas.openxmlformats.org/officeDocument/2006/relationships/slide" Target="/ppt/slides/slide7.xml" Id="R66a2e67fb71b48d4" /><Relationship Type="http://schemas.openxmlformats.org/officeDocument/2006/relationships/slide" Target="/ppt/slides/slide8.xml" Id="Raabe4f082bef4b93" /><Relationship Type="http://schemas.openxmlformats.org/officeDocument/2006/relationships/slide" Target="/ppt/slides/slide9.xml" Id="Rf7b727dd151749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702ba7cf5a094eb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Festo">
  <a:themeElements>
    <a:clrScheme name="Festo">
      <a:dk1>
        <a:srgbClr val="333333"/>
      </a:dk1>
      <a:lt1>
        <a:srgbClr val="FFFFFF"/>
      </a:lt1>
      <a:dk2>
        <a:srgbClr val="333333"/>
      </a:dk2>
      <a:lt2>
        <a:srgbClr val="FFFFFF"/>
      </a:lt2>
      <a:accent1>
        <a:srgbClr val="717D86"/>
      </a:accent1>
      <a:accent2>
        <a:srgbClr val="B6BEC6"/>
      </a:accent2>
      <a:accent3>
        <a:srgbClr val="E5E8EB"/>
      </a:accent3>
      <a:accent4>
        <a:srgbClr val="0091DC"/>
      </a:accent4>
      <a:accent5>
        <a:srgbClr val="48B9EB"/>
      </a:accent5>
      <a:accent6>
        <a:srgbClr val="C8E6FA"/>
      </a:accent6>
      <a:hlink>
        <a:srgbClr val="333333"/>
      </a:hlink>
      <a:folHlink>
        <a:srgbClr val="717D86"/>
      </a:folHlink>
    </a:clrScheme>
    <a:fontScheme name="Benutzerdefiniert 4">
      <a:majorFont>
        <a:latin typeface="Festo"/>
        <a:ea typeface=""/>
        <a:cs typeface=""/>
      </a:majorFont>
      <a:minorFont>
        <a:latin typeface="Festo"/>
        <a:ea typeface=""/>
        <a:cs typeface=""/>
      </a:minorFont>
    </a:fontScheme>
    <a:fmtScheme name="Festo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c5d102a55e4c21" /><Relationship Type="http://schemas.openxmlformats.org/officeDocument/2006/relationships/notesMaster" Target="/ppt/notesMasters/notesMaster1.xml" Id="Rfcd3b6cb292648e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4c437f1dbd4d81" /><Relationship Type="http://schemas.openxmlformats.org/officeDocument/2006/relationships/notesMaster" Target="/ppt/notesMasters/notesMaster1.xml" Id="R66de94b13d474e8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0b8b2930edf4dc1" /><Relationship Type="http://schemas.openxmlformats.org/officeDocument/2006/relationships/notesMaster" Target="/ppt/notesMasters/notesMaster1.xml" Id="Rabb724d98fab4cc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1aea91399ca4c58" /><Relationship Type="http://schemas.openxmlformats.org/officeDocument/2006/relationships/notesMaster" Target="/ppt/notesMasters/notesMaster1.xml" Id="Re4b89183187945d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eefbd909ca44fb6" /><Relationship Type="http://schemas.openxmlformats.org/officeDocument/2006/relationships/notesMaster" Target="/ppt/notesMasters/notesMaster1.xml" Id="Rc45b15c8581f400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6719bc1c79846e7" /><Relationship Type="http://schemas.openxmlformats.org/officeDocument/2006/relationships/notesMaster" Target="/ppt/notesMasters/notesMaster1.xml" Id="R5639ec15c63140b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564f537293a4d38" /><Relationship Type="http://schemas.openxmlformats.org/officeDocument/2006/relationships/notesMaster" Target="/ppt/notesMasters/notesMaster1.xml" Id="Ra0bbc29ac70a433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07c5916cf6c4a5b" /><Relationship Type="http://schemas.openxmlformats.org/officeDocument/2006/relationships/notesMaster" Target="/ppt/notesMasters/notesMaster1.xml" Id="R197fa661a54248f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f264b4caf4b49cb" /><Relationship Type="http://schemas.openxmlformats.org/officeDocument/2006/relationships/notesMaster" Target="/ppt/notesMasters/notesMaster1.xml" Id="R32732f87973b40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28eff79c8b4f9a" /><Relationship Type="http://schemas.openxmlformats.org/officeDocument/2006/relationships/image" Target="/ppt/media/image2.png" Id="R87ac167e5d8546db" /><Relationship Type="http://schemas.openxmlformats.org/officeDocument/2006/relationships/image" Target="/ppt/media/image2.svg" Id="Rea728600925040f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4bf230e243407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9b0f21864a41a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f3a5fd9c03462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5db216e0c14313" /><Relationship Type="http://schemas.openxmlformats.org/officeDocument/2006/relationships/image" Target="/ppt/media/image3.png" Id="R6c5ce1e7b6824286" /><Relationship Type="http://schemas.openxmlformats.org/officeDocument/2006/relationships/image" Target="/ppt/media/image3.svg" Id="R7e3f5601e1b34e1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94cec0e4124e4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1c34c867d34f6e" /><Relationship Type="http://schemas.openxmlformats.org/officeDocument/2006/relationships/image" Target="/ppt/media/image3.png" Id="Re0dbe1576e8e4bb8" /><Relationship Type="http://schemas.openxmlformats.org/officeDocument/2006/relationships/image" Target="/ppt/media/image3.svg" Id="Ref60a847f6d5434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53d70368cc44f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1b3a81fa7d4999" /><Relationship Type="http://schemas.openxmlformats.org/officeDocument/2006/relationships/image" Target="/ppt/media/image3.png" Id="R7926e0519ba64462" /><Relationship Type="http://schemas.openxmlformats.org/officeDocument/2006/relationships/image" Target="/ppt/media/image3.svg" Id="R3b9508d0bc764ed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702eb83bcf42b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ed6b89c2084f41" /><Relationship Type="http://schemas.openxmlformats.org/officeDocument/2006/relationships/image" Target="/ppt/media/image4.png" Id="Rd05f4cfae3c3479f" /><Relationship Type="http://schemas.openxmlformats.org/officeDocument/2006/relationships/image" Target="/ppt/media/image4.svg" Id="R5a72f0b235464b7a" /><Relationship Type="http://schemas.openxmlformats.org/officeDocument/2006/relationships/image" Target="/ppt/media/image3.png" Id="Rba73a5f67cb6406e" /><Relationship Type="http://schemas.openxmlformats.org/officeDocument/2006/relationships/image" Target="/ppt/media/image3.svg" Id="Rf5f3fe1ee2dc4968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238f45143c4634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6d5f361eb248c9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6ca196d3a04f22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7a776935904995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3cb7a4a7cd45e2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4f71c1fd4d4b2f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c9ebaccb294bed" /><Relationship Type="http://schemas.openxmlformats.org/officeDocument/2006/relationships/image" Target="/ppt/media/image5.png" Id="R415048c1fdf94ebf" /><Relationship Type="http://schemas.openxmlformats.org/officeDocument/2006/relationships/image" Target="/ppt/media/image5.svg" Id="Re2cef71b3c794503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0e2019bb8343dc" /><Relationship Type="http://schemas.openxmlformats.org/officeDocument/2006/relationships/image" Target="/ppt/media/image5.png" Id="R682b9ceb5fcd4bc6" /><Relationship Type="http://schemas.openxmlformats.org/officeDocument/2006/relationships/image" Target="/ppt/media/image5.svg" Id="R5f29c656cad348e0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82385cc8774081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756f39be104ded" /><Relationship Type="http://schemas.openxmlformats.org/officeDocument/2006/relationships/image" Target="/ppt/media/image4.png" Id="R55b0b91719494b64" /><Relationship Type="http://schemas.openxmlformats.org/officeDocument/2006/relationships/image" Target="/ppt/media/image4.svg" Id="R6ed9baeefca1498c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e8889481934f7a" /><Relationship Type="http://schemas.openxmlformats.org/officeDocument/2006/relationships/image" Target="/ppt/media/image4.png" Id="R298acbd344a048b1" /><Relationship Type="http://schemas.openxmlformats.org/officeDocument/2006/relationships/image" Target="/ppt/media/image4.svg" Id="R1bfd03cfeec44a00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5b567cff7a48d8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8f0461fefe445f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f154bf48c04b86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c9361a2867496e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ff406af00a42b9" /><Relationship Type="http://schemas.openxmlformats.org/officeDocument/2006/relationships/image" Target="/ppt/media/image3.png" Id="R057960eeb46641c7" /><Relationship Type="http://schemas.openxmlformats.org/officeDocument/2006/relationships/image" Target="/ppt/media/image3.svg" Id="R969285f0e84042d4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26ee1e76e745b9" /><Relationship Type="http://schemas.openxmlformats.org/officeDocument/2006/relationships/image" Target="/ppt/media/image3.png" Id="R69788e3e1104478c" /><Relationship Type="http://schemas.openxmlformats.org/officeDocument/2006/relationships/image" Target="/ppt/media/image3.svg" Id="Rdb2358d8ba0748b3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fa0430c31443f8" /><Relationship Type="http://schemas.openxmlformats.org/officeDocument/2006/relationships/image" Target="/ppt/media/image3.png" Id="R72a8aa2e213b41ed" /><Relationship Type="http://schemas.openxmlformats.org/officeDocument/2006/relationships/image" Target="/ppt/media/image3.svg" Id="Rdb3c52db60014894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7ab8c1a8e44dcb" /><Relationship Type="http://schemas.openxmlformats.org/officeDocument/2006/relationships/image" Target="/ppt/media/image3.png" Id="R65acc603b0df4278" /><Relationship Type="http://schemas.openxmlformats.org/officeDocument/2006/relationships/image" Target="/ppt/media/image3.svg" Id="R6cb8e92a3d66423c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baadbedb2943a6" /><Relationship Type="http://schemas.openxmlformats.org/officeDocument/2006/relationships/image" Target="/ppt/media/image3.png" Id="R5180302dfa6a4d21" /><Relationship Type="http://schemas.openxmlformats.org/officeDocument/2006/relationships/image" Target="/ppt/media/image3.svg" Id="R800234584fc34720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b9849637c74299" /><Relationship Type="http://schemas.openxmlformats.org/officeDocument/2006/relationships/image" Target="/ppt/media/image3.png" Id="R3e87153c568a4bf2" /><Relationship Type="http://schemas.openxmlformats.org/officeDocument/2006/relationships/image" Target="/ppt/media/image3.svg" Id="R523c38571bc248d7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e54195980446c9" /><Relationship Type="http://schemas.openxmlformats.org/officeDocument/2006/relationships/image" Target="/ppt/media/image3.png" Id="R0590b93bb08a4003" /><Relationship Type="http://schemas.openxmlformats.org/officeDocument/2006/relationships/image" Target="/ppt/media/image3.svg" Id="R1c4d92227de14c02" /></Relationships>
</file>

<file path=ppt/slideLayouts/_rels/slideLayout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059760f8fc4392" /><Relationship Type="http://schemas.openxmlformats.org/officeDocument/2006/relationships/image" Target="/ppt/media/image3.png" Id="R959665a02f8f4f34" /><Relationship Type="http://schemas.openxmlformats.org/officeDocument/2006/relationships/image" Target="/ppt/media/image3.svg" Id="R19f5b14759c84f0b" /></Relationships>
</file>

<file path=ppt/slideLayouts/_rels/slideLayout3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cdaca6fe7948f9" /><Relationship Type="http://schemas.openxmlformats.org/officeDocument/2006/relationships/image" Target="/ppt/media/image3.png" Id="Rb7f88782af884267" /><Relationship Type="http://schemas.openxmlformats.org/officeDocument/2006/relationships/image" Target="/ppt/media/image3.svg" Id="Rb6f760b78f9a4fb7" /></Relationships>
</file>

<file path=ppt/slideLayouts/_rels/slideLayout3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27517900c14f94" /></Relationships>
</file>

<file path=ppt/slideLayouts/_rels/slideLayout3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65287704574235" /></Relationships>
</file>

<file path=ppt/slideLayouts/_rels/slideLayout3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75ec3b5966447b" /></Relationships>
</file>

<file path=ppt/slideLayouts/_rels/slideLayout3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1ad77533524c94" /></Relationships>
</file>

<file path=ppt/slideLayouts/_rels/slideLayout4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ce52ff144049de" /></Relationships>
</file>

<file path=ppt/slideLayouts/_rels/slideLayout4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6b2b4abf1f4cfa" /></Relationships>
</file>

<file path=ppt/slideLayouts/_rels/slideLayout4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a1bcd5ee16425d" /></Relationships>
</file>

<file path=ppt/slideLayouts/_rels/slideLayout4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dec6fe5ff649d0" /></Relationships>
</file>

<file path=ppt/slideLayouts/_rels/slideLayout4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31fb9f2b4f4e5a" /></Relationships>
</file>

<file path=ppt/slideLayouts/_rels/slideLayout4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3f6b3dafc8432c" /><Relationship Type="http://schemas.openxmlformats.org/officeDocument/2006/relationships/image" Target="/ppt/media/image3.png" Id="Rb1f76261e7464f78" /><Relationship Type="http://schemas.openxmlformats.org/officeDocument/2006/relationships/image" Target="/ppt/media/image3.svg" Id="Rd3f0cf02e8dc4b9c" /></Relationships>
</file>

<file path=ppt/slideLayouts/_rels/slideLayout4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e9d2ea98344c01" /><Relationship Type="http://schemas.openxmlformats.org/officeDocument/2006/relationships/image" Target="/ppt/media/image3.png" Id="R34722e944cc74cc7" /><Relationship Type="http://schemas.openxmlformats.org/officeDocument/2006/relationships/image" Target="/ppt/media/image3.svg" Id="R08949d090edd43c6" /></Relationships>
</file>

<file path=ppt/slideLayouts/_rels/slideLayout4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2f9c4e82ec40a3" /></Relationships>
</file>

<file path=ppt/slideLayouts/_rels/slideLayout4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9c8b04dd9f4a46" /></Relationships>
</file>

<file path=ppt/slideLayouts/_rels/slideLayout4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9b2d0ad1374bfb" /></Relationships>
</file>

<file path=ppt/slideLayouts/_rels/slideLayout5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da05ba03aa4221" /></Relationships>
</file>

<file path=ppt/slideLayouts/_rels/slideLayout5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b3731d4613495d" /></Relationships>
</file>

<file path=ppt/slideLayouts/_rels/slideLayout5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24c33051fe4720" /></Relationships>
</file>

<file path=ppt/slideLayouts/_rels/slideLayout5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5fb967f54d464f" /></Relationships>
</file>

<file path=ppt/slideLayouts/_rels/slideLayout5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29eb203cb84d1d" /></Relationships>
</file>

<file path=ppt/slideLayouts/_rels/slideLayout5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92a8a925fc49da" /></Relationships>
</file>

<file path=ppt/slideLayouts/_rels/slideLayout5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fa5823cc254232" /></Relationships>
</file>

<file path=ppt/slideLayouts/_rels/slideLayout5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b8a62e30ab4011" /></Relationships>
</file>

<file path=ppt/slideLayouts/_rels/slideLayout5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87c2a4aae14291" /></Relationships>
</file>

<file path=ppt/slideLayouts/_rels/slideLayout5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e26ddc34de40c4" /></Relationships>
</file>

<file path=ppt/slideLayouts/_rels/slideLayout6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16a57da6ee4515" /></Relationships>
</file>

<file path=ppt/slideLayouts/_rels/slideLayout6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5b568bdb054b49" /><Relationship Type="http://schemas.openxmlformats.org/officeDocument/2006/relationships/image" Target="/ppt/media/image.png" Id="R85a08227ca444c66" /><Relationship Type="http://schemas.openxmlformats.org/officeDocument/2006/relationships/image" Target="/ppt/media/image.svg" Id="R337c02f0d0d847d1" /></Relationships>
</file>

<file path=ppt/slideLayouts/_rels/slideLayout6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3d27a945354212" /></Relationships>
</file>

<file path=ppt/slideLayouts/_rels/slideLayout6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88d7aa1f40243c2" /></Relationships>
</file>

<file path=ppt/slideLayouts/_rels/slideLayout6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e0cf484614a43b9" /><Relationship Type="http://schemas.openxmlformats.org/officeDocument/2006/relationships/image" Target="/ppt/media/image2.png" Id="Rd7a4ecc3b09d4d1c" /><Relationship Type="http://schemas.openxmlformats.org/officeDocument/2006/relationships/image" Target="/ppt/media/image2.svg" Id="R8c6b35b16d2e4ee1" /></Relationships>
</file>

<file path=ppt/slideLayouts/_rels/slideLayout6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8bfce888cec482e" /></Relationships>
</file>

<file path=ppt/slideLayouts/_rels/slideLayout6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60d1bc9037e479a" /></Relationships>
</file>

<file path=ppt/slideLayouts/_rels/slideLayout6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592ecea00a64dd5" /><Relationship Type="http://schemas.openxmlformats.org/officeDocument/2006/relationships/image" Target="/ppt/media/image3.png" Id="Rfae5fd6bd39e4575" /><Relationship Type="http://schemas.openxmlformats.org/officeDocument/2006/relationships/image" Target="/ppt/media/image3.svg" Id="Rdf321372a9c44d16" /></Relationships>
</file>

<file path=ppt/slideLayouts/_rels/slideLayout6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bd2d10dd0f344fc" /></Relationships>
</file>

<file path=ppt/slideLayouts/_rels/slideLayout6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3802079dcae4054" /><Relationship Type="http://schemas.openxmlformats.org/officeDocument/2006/relationships/image" Target="/ppt/media/image3.png" Id="Rffdc43929fff458e" /><Relationship Type="http://schemas.openxmlformats.org/officeDocument/2006/relationships/image" Target="/ppt/media/image3.svg" Id="R1e85249f66034ea9" /></Relationships>
</file>

<file path=ppt/slideLayouts/_rels/slideLayout7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ab763b1ed1b448d" /></Relationships>
</file>

<file path=ppt/slideLayouts/_rels/slideLayout7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d3ee3edf5bb461e" /><Relationship Type="http://schemas.openxmlformats.org/officeDocument/2006/relationships/image" Target="/ppt/media/image3.png" Id="R2984b7cdb6d740da" /><Relationship Type="http://schemas.openxmlformats.org/officeDocument/2006/relationships/image" Target="/ppt/media/image3.svg" Id="R72a01420e0374bb1" /></Relationships>
</file>

<file path=ppt/slideLayouts/_rels/slideLayout7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cdce6e103e146bf" /></Relationships>
</file>

<file path=ppt/slideLayouts/_rels/slideLayout7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db0fea7b2594c1c" /><Relationship Type="http://schemas.openxmlformats.org/officeDocument/2006/relationships/image" Target="/ppt/media/image4.png" Id="Rd2ffae3d69994757" /><Relationship Type="http://schemas.openxmlformats.org/officeDocument/2006/relationships/image" Target="/ppt/media/image4.svg" Id="Rc49b50ad7fef4723" /><Relationship Type="http://schemas.openxmlformats.org/officeDocument/2006/relationships/image" Target="/ppt/media/image3.png" Id="R8c82257bea874379" /><Relationship Type="http://schemas.openxmlformats.org/officeDocument/2006/relationships/image" Target="/ppt/media/image3.svg" Id="Ra41a845907f84621" /></Relationships>
</file>

<file path=ppt/slideLayouts/_rels/slideLayout7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472f5b66227405c" /></Relationships>
</file>

<file path=ppt/slideLayouts/_rels/slideLayout7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8159fccebf149f9" /></Relationships>
</file>

<file path=ppt/slideLayouts/_rels/slideLayout7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f7995b64fcf4e9b" /></Relationships>
</file>

<file path=ppt/slideLayouts/_rels/slideLayout7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7c82a1202bd4f63" /></Relationships>
</file>

<file path=ppt/slideLayouts/_rels/slideLayout7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8fce5da8dd747f4" /></Relationships>
</file>

<file path=ppt/slideLayouts/_rels/slideLayout7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09a2f82b8b749dc" /></Relationships>
</file>

<file path=ppt/slideLayouts/_rels/slideLayout8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bc6bcfaf4b04337" /><Relationship Type="http://schemas.openxmlformats.org/officeDocument/2006/relationships/image" Target="/ppt/media/image5.png" Id="Rd8c293cd16994511" /><Relationship Type="http://schemas.openxmlformats.org/officeDocument/2006/relationships/image" Target="/ppt/media/image5.svg" Id="Rdaee8f6adbed44e8" /></Relationships>
</file>

<file path=ppt/slideLayouts/_rels/slideLayout8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fffe22adec74417" /><Relationship Type="http://schemas.openxmlformats.org/officeDocument/2006/relationships/image" Target="/ppt/media/image5.png" Id="R80f8432454574378" /><Relationship Type="http://schemas.openxmlformats.org/officeDocument/2006/relationships/image" Target="/ppt/media/image5.svg" Id="R8c8866ed276f4463" /></Relationships>
</file>

<file path=ppt/slideLayouts/_rels/slideLayout8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0cb32b3e7294703" /></Relationships>
</file>

<file path=ppt/slideLayouts/_rels/slideLayout8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033a894ffdf48e5" /><Relationship Type="http://schemas.openxmlformats.org/officeDocument/2006/relationships/image" Target="/ppt/media/image4.png" Id="R25e7f0b1b6af4bce" /><Relationship Type="http://schemas.openxmlformats.org/officeDocument/2006/relationships/image" Target="/ppt/media/image4.svg" Id="Rc1616e6d015f4304" /></Relationships>
</file>

<file path=ppt/slideLayouts/_rels/slideLayout8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16e42b7502b4190" /><Relationship Type="http://schemas.openxmlformats.org/officeDocument/2006/relationships/image" Target="/ppt/media/image4.png" Id="R4408dab4d5564fc7" /><Relationship Type="http://schemas.openxmlformats.org/officeDocument/2006/relationships/image" Target="/ppt/media/image4.svg" Id="R68e7f88de8004559" /></Relationships>
</file>

<file path=ppt/slideLayouts/_rels/slideLayout8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03473b042a149ed" /></Relationships>
</file>

<file path=ppt/slideLayouts/_rels/slideLayout8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27c2741ed6c47f8" /></Relationships>
</file>

<file path=ppt/slideLayouts/_rels/slideLayout8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25388b92b414102" /></Relationships>
</file>

<file path=ppt/slideLayouts/_rels/slideLayout8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565a9689f5c4f68" /></Relationships>
</file>

<file path=ppt/slideLayouts/_rels/slideLayout8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b41da0652de4388" /><Relationship Type="http://schemas.openxmlformats.org/officeDocument/2006/relationships/image" Target="/ppt/media/image3.png" Id="Rf0b1e9e0ec7d431e" /><Relationship Type="http://schemas.openxmlformats.org/officeDocument/2006/relationships/image" Target="/ppt/media/image3.svg" Id="R598e092fe96f4fed" /></Relationships>
</file>

<file path=ppt/slideLayouts/_rels/slideLayout9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4577eea16974225" /><Relationship Type="http://schemas.openxmlformats.org/officeDocument/2006/relationships/image" Target="/ppt/media/image3.png" Id="Rd6ffe5e3982f4b0e" /><Relationship Type="http://schemas.openxmlformats.org/officeDocument/2006/relationships/image" Target="/ppt/media/image3.svg" Id="Ra0f17090f96e4c8f" /></Relationships>
</file>

<file path=ppt/slideLayouts/_rels/slideLayout9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89d84c116ea428f" /><Relationship Type="http://schemas.openxmlformats.org/officeDocument/2006/relationships/image" Target="/ppt/media/image3.png" Id="R90fe0b238fa946a7" /><Relationship Type="http://schemas.openxmlformats.org/officeDocument/2006/relationships/image" Target="/ppt/media/image3.svg" Id="Rbbc45a0e0f374b54" /></Relationships>
</file>

<file path=ppt/slideLayouts/_rels/slideLayout9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1d6b91da8b544f9" /><Relationship Type="http://schemas.openxmlformats.org/officeDocument/2006/relationships/image" Target="/ppt/media/image3.png" Id="Ra82c2e2fbf2e48d7" /><Relationship Type="http://schemas.openxmlformats.org/officeDocument/2006/relationships/image" Target="/ppt/media/image3.svg" Id="Re921855a3e0545f8" /></Relationships>
</file>

<file path=ppt/slideLayouts/_rels/slideLayout9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45862b3ab954b61" /><Relationship Type="http://schemas.openxmlformats.org/officeDocument/2006/relationships/image" Target="/ppt/media/image3.png" Id="R9d9a9e46823f46c6" /><Relationship Type="http://schemas.openxmlformats.org/officeDocument/2006/relationships/image" Target="/ppt/media/image3.svg" Id="Rbbc5aa606ebc44e1" /></Relationships>
</file>

<file path=ppt/slideLayouts/_rels/slideLayout9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1965eb053bb4c8e" /><Relationship Type="http://schemas.openxmlformats.org/officeDocument/2006/relationships/image" Target="/ppt/media/image3.png" Id="R3c20355966954854" /><Relationship Type="http://schemas.openxmlformats.org/officeDocument/2006/relationships/image" Target="/ppt/media/image3.svg" Id="R7b2bbba4a1a84c24" /></Relationships>
</file>

<file path=ppt/slideLayouts/_rels/slideLayout9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cab0ac42a364c53" /><Relationship Type="http://schemas.openxmlformats.org/officeDocument/2006/relationships/image" Target="/ppt/media/image3.png" Id="R711b86e6ab1a4075" /><Relationship Type="http://schemas.openxmlformats.org/officeDocument/2006/relationships/image" Target="/ppt/media/image3.svg" Id="R59a914ee687249c1" /></Relationships>
</file>

<file path=ppt/slideLayouts/_rels/slideLayout9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56c6ad4258749ce" /><Relationship Type="http://schemas.openxmlformats.org/officeDocument/2006/relationships/image" Target="/ppt/media/image3.png" Id="R64c00a660f194465" /><Relationship Type="http://schemas.openxmlformats.org/officeDocument/2006/relationships/image" Target="/ppt/media/image3.svg" Id="R9b8e915fcd844d04" /></Relationships>
</file>

<file path=ppt/slideLayouts/_rels/slideLayout9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b694594f4084fad" /><Relationship Type="http://schemas.openxmlformats.org/officeDocument/2006/relationships/image" Target="/ppt/media/image3.png" Id="Rcbeb93d9e5e443bd" /><Relationship Type="http://schemas.openxmlformats.org/officeDocument/2006/relationships/image" Target="/ppt/media/image3.svg" Id="R5cdcaf131ffc465d" /></Relationships>
</file>

<file path=ppt/slideLayouts/_rels/slideLayout9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bd38a46b1d64d92" /></Relationships>
</file>

<file path=ppt/slideLayouts/_rels/slideLayout9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4ce7fc82efb4720" /></Relationships>
</file>

<file path=ppt/slideLayouts/_rels/slideLayout10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68eebe5f0044bc3" /></Relationships>
</file>

<file path=ppt/slideLayouts/_rels/slideLayout10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d48e9996be947b8" /></Relationships>
</file>

<file path=ppt/slideLayouts/_rels/slideLayout10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d7441dff7ae4824" /></Relationships>
</file>

<file path=ppt/slideLayouts/_rels/slideLayout10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0e4105166f74b5c" /></Relationships>
</file>

<file path=ppt/slideLayouts/_rels/slideLayout10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0a77de1154a4ce1" /></Relationships>
</file>

<file path=ppt/slideLayouts/_rels/slideLayout10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bf15870f6274c4b" /></Relationships>
</file>

<file path=ppt/slideLayouts/_rels/slideLayout10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64816878f8d4e80" /></Relationships>
</file>

<file path=ppt/slideLayouts/_rels/slideLayout10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cf616573cdd4ba4" /><Relationship Type="http://schemas.openxmlformats.org/officeDocument/2006/relationships/image" Target="/ppt/media/image3.png" Id="Rf574cde332914f3b" /><Relationship Type="http://schemas.openxmlformats.org/officeDocument/2006/relationships/image" Target="/ppt/media/image3.svg" Id="R679f131d5ef54be2" /></Relationships>
</file>

<file path=ppt/slideLayouts/_rels/slideLayout10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32f1a1863214e9a" /><Relationship Type="http://schemas.openxmlformats.org/officeDocument/2006/relationships/image" Target="/ppt/media/image3.png" Id="R0537b9fe7a8a4635" /><Relationship Type="http://schemas.openxmlformats.org/officeDocument/2006/relationships/image" Target="/ppt/media/image3.svg" Id="Re3ace96ee07947f3" /></Relationships>
</file>

<file path=ppt/slideLayouts/_rels/slideLayout10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4a82cf8cfa64cd9" /></Relationships>
</file>

<file path=ppt/slideLayouts/_rels/slideLayout1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2681c79ce224e8f" /></Relationships>
</file>

<file path=ppt/slideLayouts/_rels/slideLayout1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1176950bb5a45ae" /></Relationships>
</file>

<file path=ppt/slideLayouts/_rels/slideLayout1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073a271559744b2" /></Relationships>
</file>

<file path=ppt/slideLayouts/_rels/slideLayout1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845dd10022d4477" /></Relationships>
</file>

<file path=ppt/slideLayouts/_rels/slideLayout1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e73775cee6f4ac9" /></Relationships>
</file>

<file path=ppt/slideLayouts/_rels/slideLayout1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d2ff208a55a47c9" /></Relationships>
</file>

<file path=ppt/slideLayouts/_rels/slideLayout1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e30696456fb4a9d" /></Relationships>
</file>

<file path=ppt/slideLayouts/_rels/slideLayout1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c32299acdb14f23" /></Relationships>
</file>

<file path=ppt/slideLayouts/_rels/slideLayout1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bc5d721c0524d68" /></Relationships>
</file>

<file path=ppt/slideLayouts/_rels/slideLayout1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debd96d633a4a8f" /></Relationships>
</file>

<file path=ppt/slideLayouts/_rels/slideLayout1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61bb3514bee4415" /></Relationships>
</file>

<file path=ppt/slideLayouts/_rels/slideLayout1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9b24168367a430e" /></Relationships>
</file>

<file path=ppt/slideLayouts/_rels/slideLayout1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254af4f628944f4" /></Relationships>
</file>

<file path=ppt/slideLayouts/_rels/slideLayout1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822742ac3e14dbc" /><Relationship Type="http://schemas.openxmlformats.org/officeDocument/2006/relationships/image" Target="/ppt/media/image.png" Id="R447dcb99cefd468b" /><Relationship Type="http://schemas.openxmlformats.org/officeDocument/2006/relationships/image" Target="/ppt/media/image.svg" Id="Rba2b783872cc4558" /></Relationships>
</file>

<file path=ppt/slideLayouts/slideLayout1.xml><?xml version="1.0" encoding="utf-8"?>
<p:sldLayout xmlns:p="http://schemas.openxmlformats.org/presentationml/2006/main" showMasterSp="0" preserve="1">
  <p:cSld name="Logo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Grafik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ac167e5d8546db">
            <a:extLst>
              <a:ext uri="{96DAC541-7B7A-43D3-8B79-37D633B846F1}">
                <asvg:svgBlip xmlns:asvg="http://schemas.microsoft.com/office/drawing/2016/SVG/main" r:embed="Rea728600925040f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54039" y="3149583"/>
            <a:ext cx="3083922" cy="558832"/>
          </a:xfrm>
          <a:prstGeom xmlns:a="http://schemas.openxmlformats.org/drawingml/2006/main" prst="rect">
            <a:avLst/>
          </a:prstGeom>
        </p:spPr>
      </p:pic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0FA7AEBB-B69C-AAD8-20FA-DB8761E1DFB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65EEE200-7763-292E-E2C8-980814C3A3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E8F691CA-EE3F-7A8F-A5A6-1F794D5A95F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.xml><?xml version="1.0" encoding="utf-8"?>
<p:sldLayout xmlns:p="http://schemas.openxmlformats.org/presentationml/2006/main" preserve="1">
  <p:cSld name="Intro Slides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feld 5">
            <a:extLst xmlns:a="http://schemas.openxmlformats.org/drawingml/2006/main">
              <a:ext uri="{FF2B5EF4-FFF2-40B4-BE49-F238E27FC236}">
                <a16:creationId xmlns:a16="http://schemas.microsoft.com/office/drawing/2014/main" id="{EB4D9AFF-BFB1-3060-5E48-71EBC380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1" y="1888014"/>
            <a:ext cx="11819898" cy="2569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611"/>
              </a:spcBef>
              <a:spcAft>
                <a:spcPts val="611"/>
              </a:spcAft>
              <a:buClr>
                <a:schemeClr val="accent4"/>
              </a:buClr>
              <a:buFont typeface="Arial"/>
              <a:buNone/>
            </a:pPr>
            <a:r>
              <a:rPr sz="11516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Internal master</a:t>
            </a:r>
            <a:br/>
            <a:r>
              <a:rPr sz="14064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Intro slides</a:t>
            </a:r>
          </a:p>
        </p:txBody>
      </p:sp>
      <p:sp>
        <p:nvSpPr>
          <p:cNvPr id="7" name="Rechteck 6">
            <a:extLst xmlns:a="http://schemas.openxmlformats.org/drawingml/2006/main">
              <a:ext uri="{FF2B5EF4-FFF2-40B4-BE49-F238E27FC236}">
                <a16:creationId xmlns:a16="http://schemas.microsoft.com/office/drawing/2014/main" id="{8E99E6B3-1DE5-748B-A56B-C7615EF2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420637"/>
            <a:ext cx="3596446" cy="51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r>
              <a:rPr sz="1834">
                <a:solidFill>
                  <a:schemeClr val="tx1"/>
                </a:solidFill>
              </a:rPr>
              <a:t>Not for layout purposes</a:t>
            </a:r>
          </a:p>
        </p:txBody>
      </p:sp>
      <p:sp>
        <p:nvSpPr>
          <p:cNvPr id="11" name="Rechteck 10">
            <a:extLst xmlns:a="http://schemas.openxmlformats.org/drawingml/2006/main">
              <a:ext uri="{FF2B5EF4-FFF2-40B4-BE49-F238E27FC236}">
                <a16:creationId xmlns:a16="http://schemas.microsoft.com/office/drawing/2014/main" id="{D034F769-59D0-5FCD-0FF6-F4348DF0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300" y="0"/>
            <a:ext cx="1614599" cy="13735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 sz="1834">
              <a:solidFill>
                <a:schemeClr val="bg1"/>
              </a:solidFill>
            </a:endParaRPr>
          </a:p>
        </p:txBody>
      </p:sp>
    </p:spTree>
  </p:cSld>
  <p:hf sldNum="0" hdr="0" ftr="0" dt="0"/>
</p:sldLayout>
</file>

<file path=ppt/slideLayouts/slideLayout3.xml><?xml version="1.0" encoding="utf-8"?>
<p:sldLayout xmlns:p="http://schemas.openxmlformats.org/presentationml/2006/main" preserve="1">
  <p:cSld name="Presentation 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6023198" cy="6511782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25" y="1888013"/>
            <a:ext cx="4036497" cy="1540178"/>
          </a:xfrm>
        </p:spPr>
        <p:txBody>
          <a:bodyPr xmlns:a="http://schemas.openxmlformats.org/drawingml/2006/main" vert="horz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7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6CBEBFA2-4B0E-A9E4-8E74-2AC5CB8E1881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7123326" y="3502612"/>
            <a:ext cx="4036496" cy="19818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1pPr>
            <a:lvl2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2pPr>
            <a:lvl3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3pPr>
            <a:lvl4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4pPr>
            <a:lvl5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5pPr>
            <a:lvl6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6pPr>
            <a:lvl7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7pPr>
            <a:lvl8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8pPr>
            <a:lvl9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3" name="Textplatzhalter 12">
            <a:extLst xmlns:a="http://schemas.openxmlformats.org/drawingml/2006/main">
              <a:ext uri="{FF2B5EF4-FFF2-40B4-BE49-F238E27FC236}">
                <a16:creationId xmlns:a16="http://schemas.microsoft.com/office/drawing/2014/main" id="{6AF9FA2C-9CCB-801D-8BC1-78313438EFFF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7123326" y="5557261"/>
            <a:ext cx="4036496" cy="95452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7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0A86ABB0-DDAC-FE0D-CA47-D4DBDAB190DC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0918" y="2094287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B59D4549-0A5B-9C7E-2B0E-BB01F92D7AA0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63E2654B-A30C-B827-5997-59190D9D1F1C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6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871BB6F-EFAE-301F-F208-0B7469EED22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.xml><?xml version="1.0" encoding="utf-8"?>
<p:sldLayout xmlns:p="http://schemas.openxmlformats.org/presentationml/2006/main" preserve="1">
  <p:cSld name="Presentation Title - 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86701" y="1888013"/>
            <a:ext cx="6091148" cy="1540178"/>
          </a:xfrm>
        </p:spPr>
        <p:txBody>
          <a:bodyPr xmlns:a="http://schemas.openxmlformats.org/drawingml/2006/main" vert="horz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7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6CBEBFA2-4B0E-A9E4-8E74-2AC5CB8E1881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1986701" y="3502612"/>
            <a:ext cx="6091146" cy="19818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1pPr>
            <a:lvl2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2pPr>
            <a:lvl3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3pPr>
            <a:lvl4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4pPr>
            <a:lvl5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5pPr>
            <a:lvl6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6pPr>
            <a:lvl7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7pPr>
            <a:lvl8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8pPr>
            <a:lvl9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3" name="Textplatzhalter 12">
            <a:extLst xmlns:a="http://schemas.openxmlformats.org/drawingml/2006/main">
              <a:ext uri="{FF2B5EF4-FFF2-40B4-BE49-F238E27FC236}">
                <a16:creationId xmlns:a16="http://schemas.microsoft.com/office/drawing/2014/main" id="{6AF9FA2C-9CCB-801D-8BC1-78313438EFFF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1986701" y="5557261"/>
            <a:ext cx="6091146" cy="95452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7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0A86ABB0-DDAC-FE0D-CA47-D4DBDAB190DC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 flipV="1">
            <a:off x="21840" y="2094287"/>
            <a:ext cx="1781498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3211A596-9844-5263-2842-151460F156A8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A10196F3-9686-84CB-572B-D6D9CC7EB0F3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6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F2E1FE7D-954E-AEB3-9C9A-D0BD3800BF6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.xml><?xml version="1.0" encoding="utf-8"?>
<p:sldLayout xmlns:p="http://schemas.openxmlformats.org/presentationml/2006/main" preserve="1">
  <p:cSld name="Agenda +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2C65CC84-F51F-981C-9818-237CE520FF4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959378" y="933490"/>
            <a:ext cx="5063822" cy="954522"/>
          </a:xfrm>
        </p:spPr>
        <p:txBody>
          <a:bodyPr xmlns:a="http://schemas.openxmlformats.org/drawingml/2006/main" vert="horz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Agenda Titel</a:t>
            </a:r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479C6221-BAFE-3496-4DB6-276B07BA46A6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287"/>
            <a:ext cx="5063822" cy="403649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458595" indent="-458595">
              <a:spcBef>
                <a:spcPts val="1834"/>
              </a:spcBef>
              <a:spcAft>
                <a:spcPts val="0"/>
              </a:spcAft>
              <a:buClr>
                <a:schemeClr val="accent4"/>
              </a:buClr>
              <a:buFont typeface="+mj-lt"/>
              <a:buAutoNum type="arabicPeriod"/>
              <a:defRPr sz="2242"/>
            </a:lvl1pPr>
            <a:lvl2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2pPr>
            <a:lvl3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3pPr>
            <a:lvl4pPr marL="458595" indent="0">
              <a:spcBef>
                <a:spcPts val="0"/>
              </a:spcBef>
              <a:spcAft>
                <a:spcPts val="0"/>
              </a:spcAft>
              <a:buNone/>
              <a:defRPr sz="1834">
                <a:solidFill>
                  <a:schemeClr val="tx1"/>
                </a:solidFill>
              </a:defRPr>
            </a:lvl4pPr>
            <a:lvl5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5pPr>
            <a:lvl6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6pPr>
            <a:lvl7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7pPr>
            <a:lvl8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8pPr>
            <a:lvl9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3675021C-79E6-11F4-F86F-7FB4DDE20A7A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858000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ED7090D6-C524-404B-9E7C-FC2DE38A0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FESTO-Logo">
            <a:extLst xmlns:a="http://schemas.openxmlformats.org/drawingml/2006/main">
              <a:ext uri="{FF2B5EF4-FFF2-40B4-BE49-F238E27FC236}">
                <a16:creationId xmlns:a16="http://schemas.microsoft.com/office/drawing/2014/main" id="{35FFA34E-8FC3-2461-93DD-6CCE57BCBB8F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6c5ce1e7b6824286">
              <a:extLst>
                <a:ext uri="{96DAC541-7B7A-43D3-8B79-37D633B846F1}">
                  <asvg:svgBlip xmlns:asvg="http://schemas.microsoft.com/office/drawing/2016/SVG/main" r:embed="R7e3f5601e1b34e11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D9320C13-E4DE-CCD8-8385-E2BA3B6122F0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5910172C-7934-CDEC-A180-65F173A7617A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8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0AC871A-78D1-2A57-A451-8BE4A24D5DF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6.xml><?xml version="1.0" encoding="utf-8"?>
<p:sldLayout xmlns:p="http://schemas.openxmlformats.org/presentationml/2006/main" preserve="1">
  <p:cSld name="Agend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2C65CC84-F51F-981C-9818-237CE520FF4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959377" y="933490"/>
            <a:ext cx="3009172" cy="95452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Agenda Titel</a:t>
            </a:r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479C6221-BAFE-3496-4DB6-276B07BA46A6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287"/>
            <a:ext cx="9173121" cy="403649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458595" indent="-458595">
              <a:spcBef>
                <a:spcPts val="1834"/>
              </a:spcBef>
              <a:spcAft>
                <a:spcPts val="0"/>
              </a:spcAft>
              <a:buClr>
                <a:schemeClr val="accent4"/>
              </a:buClr>
              <a:buFont typeface="+mj-lt"/>
              <a:buAutoNum type="arabicPeriod"/>
              <a:defRPr b="0"/>
            </a:lvl1pPr>
            <a:lvl2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2pPr>
            <a:lvl3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3pPr>
            <a:lvl4pPr marL="458595" indent="0">
              <a:spcBef>
                <a:spcPts val="0"/>
              </a:spcBef>
              <a:spcAft>
                <a:spcPts val="0"/>
              </a:spcAft>
              <a:buNone/>
              <a:defRPr sz="1834">
                <a:solidFill>
                  <a:schemeClr val="tx1"/>
                </a:solidFill>
              </a:defRPr>
            </a:lvl4pPr>
            <a:lvl5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5pPr>
            <a:lvl6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6pPr>
            <a:lvl7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7pPr>
            <a:lvl8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8pPr>
            <a:lvl9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69FF8A61-C7D7-4CB8-9F40-56D6E4341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A4A13CC5-AAC5-DB9B-795C-96179337FD65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E699CFAE-313F-CD58-4563-B6AA6D388C75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582BCDE9-0F2F-5D9A-810C-54EB157720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7.xml><?xml version="1.0" encoding="utf-8"?>
<p:sldLayout xmlns:p="http://schemas.openxmlformats.org/presentationml/2006/main" preserve="1">
  <p:cSld name="Divider + Fullscreen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511783"/>
          </a:xfrm>
        </p:spPr>
        <p:txBody>
          <a:bodyPr xmlns:a="http://schemas.openxmlformats.org/drawingml/2006/main" lIns="6264000" tIns="540000" anchor="ctr"/>
          <a:lstStyle xmlns:a="http://schemas.openxmlformats.org/drawingml/2006/main">
            <a:lvl1pPr marL="0" indent="0" algn="l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" y="1"/>
            <a:ext cx="5503185" cy="65117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936000" tIns="2448000" rIns="504000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6" name="FESTO-Logo">
            <a:extLst xmlns:a="http://schemas.openxmlformats.org/drawingml/2006/main">
              <a:ext uri="{FF2B5EF4-FFF2-40B4-BE49-F238E27FC236}">
                <a16:creationId xmlns:a16="http://schemas.microsoft.com/office/drawing/2014/main" id="{5079EA0B-06F5-9F65-A5D0-0D2943694D0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e0dbe1576e8e4bb8">
              <a:extLst>
                <a:ext uri="{96DAC541-7B7A-43D3-8B79-37D633B846F1}">
                  <asvg:svgBlip xmlns:asvg="http://schemas.microsoft.com/office/drawing/2016/SVG/main" r:embed="Ref60a847f6d54343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F708548B-DDCD-C6D3-AB29-51D26DA4DE85}"/>
              </a:ext>
            </a:extLst>
          </p:cNvPr>
          <p:cNvSpPr>
            <a:spLocks xmlns:a="http://schemas.openxmlformats.org/drawingml/2006/main" noGrp="1"/>
          </p:cNvSpPr>
          <p:nvPr>
            <p:ph type="dgm" idx="18"/>
          </p:nvPr>
        </p:nvSpPr>
        <p:spPr>
          <a:xfrm xmlns:a="http://schemas.openxmlformats.org/drawingml/2006/main" flipV="1">
            <a:off x="19415" y="2759215"/>
            <a:ext cx="75596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7" name="Datumsplatzhalter 6">
            <a:extLst xmlns:a="http://schemas.openxmlformats.org/drawingml/2006/main">
              <a:ext uri="{FF2B5EF4-FFF2-40B4-BE49-F238E27FC236}">
                <a16:creationId xmlns:a16="http://schemas.microsoft.com/office/drawing/2014/main" id="{1E174B5A-F8CA-BEC1-1B1D-C026F3742E2C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0" name="Fußzeilenplatzhalter 9">
            <a:extLst xmlns:a="http://schemas.openxmlformats.org/drawingml/2006/main">
              <a:ext uri="{FF2B5EF4-FFF2-40B4-BE49-F238E27FC236}">
                <a16:creationId xmlns:a16="http://schemas.microsoft.com/office/drawing/2014/main" id="{C02714C1-712C-0774-10FC-3337450E9D9D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3688C416-B718-7A03-7534-64C9820B20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8.xml><?xml version="1.0" encoding="utf-8"?>
<p:sldLayout xmlns:p="http://schemas.openxmlformats.org/presentationml/2006/main" preserve="1">
  <p:cSld name="Divider + Fullscreen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5117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lIns="6264000" tIns="540000" anchor="ctr"/>
          <a:lstStyle xmlns:a="http://schemas.openxmlformats.org/drawingml/2006/main">
            <a:lvl1pPr marL="0" indent="0" algn="l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" y="1"/>
            <a:ext cx="5503185" cy="65117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936000" tIns="2448000" rIns="504000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42893AD1-0AEB-9155-964C-B8501008697A}"/>
              </a:ext>
            </a:extLst>
          </p:cNvPr>
          <p:cNvSpPr>
            <a:spLocks xmlns:a="http://schemas.openxmlformats.org/drawingml/2006/main" noGrp="1"/>
          </p:cNvSpPr>
          <p:nvPr>
            <p:ph type="dgm" idx="18"/>
          </p:nvPr>
        </p:nvSpPr>
        <p:spPr>
          <a:xfrm xmlns:a="http://schemas.openxmlformats.org/drawingml/2006/main" flipV="1">
            <a:off x="19415" y="2759215"/>
            <a:ext cx="75596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8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05C8E4B2-E1A4-36FD-9A12-D996C8F6B10D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90030E4F-B493-F3CE-4974-CD33B4E59B65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956DCFB3-F7CE-14B9-0E15-C2EA7D0BEEBE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7BB901F-700F-BCFD-B953-270AAAD6656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9.xml><?xml version="1.0" encoding="utf-8"?>
<p:sldLayout xmlns:p="http://schemas.openxmlformats.org/presentationml/2006/main" preserve="1">
  <p:cSld name="Divider + Fullscreen Picture Gradi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511783"/>
          </a:xfrm>
        </p:spPr>
        <p:txBody>
          <a:bodyPr xmlns:a="http://schemas.openxmlformats.org/drawingml/2006/main" lIns="6264000" tIns="540000" anchor="ctr"/>
          <a:lstStyle xmlns:a="http://schemas.openxmlformats.org/drawingml/2006/main">
            <a:lvl1pPr marL="0" indent="0" algn="l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" y="1"/>
            <a:ext cx="5503185" cy="6511783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75000">
                <a:schemeClr val="bg1">
                  <a:alpha val="80000"/>
                </a:schemeClr>
              </a:gs>
              <a:gs pos="0">
                <a:schemeClr val="accent1">
                  <a:lumMod val="5000"/>
                  <a:lumOff val="95000"/>
                  <a:alpha val="8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</p:spPr>
        <p:txBody>
          <a:bodyPr xmlns:a="http://schemas.openxmlformats.org/drawingml/2006/main" vert="horz" lIns="936000" tIns="2448000" rIns="504000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6" name="FESTO-Logo">
            <a:extLst xmlns:a="http://schemas.openxmlformats.org/drawingml/2006/main">
              <a:ext uri="{FF2B5EF4-FFF2-40B4-BE49-F238E27FC236}">
                <a16:creationId xmlns:a16="http://schemas.microsoft.com/office/drawing/2014/main" id="{5079EA0B-06F5-9F65-A5D0-0D2943694D0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7926e0519ba64462">
              <a:extLst>
                <a:ext uri="{96DAC541-7B7A-43D3-8B79-37D633B846F1}">
                  <asvg:svgBlip xmlns:asvg="http://schemas.microsoft.com/office/drawing/2016/SVG/main" r:embed="R3b9508d0bc764ed6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61F9FDFA-2792-D1F3-B9B0-1BCD4430CB93}"/>
              </a:ext>
            </a:extLst>
          </p:cNvPr>
          <p:cNvSpPr>
            <a:spLocks xmlns:a="http://schemas.openxmlformats.org/drawingml/2006/main" noGrp="1"/>
          </p:cNvSpPr>
          <p:nvPr>
            <p:ph type="dgm" idx="18"/>
          </p:nvPr>
        </p:nvSpPr>
        <p:spPr>
          <a:xfrm xmlns:a="http://schemas.openxmlformats.org/drawingml/2006/main" flipV="1">
            <a:off x="19415" y="2759215"/>
            <a:ext cx="75596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7" name="Datumsplatzhalter 6">
            <a:extLst xmlns:a="http://schemas.openxmlformats.org/drawingml/2006/main">
              <a:ext uri="{FF2B5EF4-FFF2-40B4-BE49-F238E27FC236}">
                <a16:creationId xmlns:a16="http://schemas.microsoft.com/office/drawing/2014/main" id="{D0C0D92F-00A3-8242-B8C3-E7AC3FDDB781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0" name="Fußzeilenplatzhalter 9">
            <a:extLst xmlns:a="http://schemas.openxmlformats.org/drawingml/2006/main">
              <a:ext uri="{FF2B5EF4-FFF2-40B4-BE49-F238E27FC236}">
                <a16:creationId xmlns:a16="http://schemas.microsoft.com/office/drawing/2014/main" id="{F7737547-95D4-07D2-2448-2F9B2316F338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FB36E3A5-28C1-A8ED-6372-BFBC6874BEF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10.xml><?xml version="1.0" encoding="utf-8"?>
<p:sldLayout xmlns:p="http://schemas.openxmlformats.org/presentationml/2006/main" preserve="1">
  <p:cSld name="Divider +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7051169" cy="6511783"/>
          </a:xfrm>
        </p:spPr>
        <p:txBody>
          <a:bodyPr xmlns:a="http://schemas.openxmlformats.org/drawingml/2006/main" lIns="0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50650" y="1887937"/>
            <a:ext cx="3595914" cy="2569197"/>
          </a:xfrm>
        </p:spPr>
        <p:txBody>
          <a:bodyPr xmlns:a="http://schemas.openxmlformats.org/drawingml/2006/main" vert="horz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108220F0-B277-252D-2EF4-05729507C525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6737965" y="2154955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ACBB4B0E-363E-DD67-2047-042641B1C1B8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F525B947-9CE2-6C5C-C469-B3BD68AC7E68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8D2C0D14-F88E-83FF-9EF1-3A95A94A82B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11.xml><?xml version="1.0" encoding="utf-8"?>
<p:sldLayout xmlns:p="http://schemas.openxmlformats.org/presentationml/2006/main" preserve="1">
  <p:cSld name="Single Speaker Intr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7123325" y="1"/>
            <a:ext cx="5068675" cy="6511783"/>
          </a:xfrm>
        </p:spPr>
        <p:txBody>
          <a:bodyPr xmlns:a="http://schemas.openxmlformats.org/drawingml/2006/main" lIns="0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1887938"/>
            <a:ext cx="5503543" cy="1541872"/>
          </a:xfrm>
        </p:spPr>
        <p:txBody>
          <a:bodyPr xmlns:a="http://schemas.openxmlformats.org/drawingml/2006/main" vert="horz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7AF4CA4A-A31E-4CE8-8927-9BD28AD0D640}"/>
              </a:ext>
            </a:extLst>
          </p:cNvPr>
          <p:cNvSpPr>
            <a:spLocks xmlns:a="http://schemas.openxmlformats.org/drawingml/2006/main" noGrp="1"/>
          </p:cNvSpPr>
          <p:nvPr>
            <p:ph type="dgm" idx="18"/>
          </p:nvPr>
        </p:nvSpPr>
        <p:spPr>
          <a:xfrm xmlns:a="http://schemas.openxmlformats.org/drawingml/2006/main">
            <a:off x="1" y="2153276"/>
            <a:ext cx="775381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15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7F63CAC2-3EA9-DD45-BF36-E97C840B72B5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041350" y="4897388"/>
            <a:ext cx="3009172" cy="587071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d05f4cfae3c3479f">
              <a:extLst>
                <a:ext uri="{96DAC541-7B7A-43D3-8B79-37D633B846F1}">
                  <asvg:svgBlip xmlns:asvg="http://schemas.microsoft.com/office/drawing/2016/SVG/main" r:embed="R5a72f0b235464b7a"/>
                </a:ext>
              </a:extLst>
            </a:blip>
            <a:srcRect l="0" t="0" r="0" b="0"/>
            <a:tile tx="0" ty="0" sx="100000" sy="100000" flip="none" algn="tr"/>
          </a:blipFill>
        </p:spPr>
        <p:txBody>
          <a:bodyPr xmlns:a="http://schemas.openxmlformats.org/drawingml/2006/main" rIns="720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834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834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  <a:p xmlns:a="http://schemas.openxmlformats.org/drawingml/2006/main">
            <a:pPr lvl="0">
              <a:buNone/>
            </a:pPr>
            <a:r>
              <a:t>Position</a:t>
            </a:r>
          </a:p>
        </p:txBody>
      </p:sp>
      <p:sp>
        <p:nvSpPr>
          <p:cNvPr id="16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27D44B04-3D0B-1955-B8E6-0F61C103999A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959376" y="3502612"/>
            <a:ext cx="3009172" cy="19818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1pPr>
            <a:lvl2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2pPr>
            <a:lvl3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3pPr>
            <a:lvl4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4pPr>
            <a:lvl5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5pPr>
            <a:lvl6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6pPr>
            <a:lvl7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7pPr>
            <a:lvl8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8pPr>
            <a:lvl9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4" name="FESTO-Logo">
            <a:extLst xmlns:a="http://schemas.openxmlformats.org/drawingml/2006/main">
              <a:ext uri="{FF2B5EF4-FFF2-40B4-BE49-F238E27FC236}">
                <a16:creationId xmlns:a16="http://schemas.microsoft.com/office/drawing/2014/main" id="{B775B275-537D-D0C6-FD5C-607F8DDCDF71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ba73a5f67cb6406e">
              <a:extLst>
                <a:ext uri="{96DAC541-7B7A-43D3-8B79-37D633B846F1}">
                  <asvg:svgBlip xmlns:asvg="http://schemas.microsoft.com/office/drawing/2016/SVG/main" r:embed="Rf5f3fe1ee2dc4968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785668AC-A315-7C76-8EA0-316454A8A092}"/>
              </a:ext>
            </a:extLst>
          </p:cNvPr>
          <p:cNvSpPr>
            <a:spLocks xmlns:a="http://schemas.openxmlformats.org/drawingml/2006/main" noGrp="1"/>
          </p:cNvSpPr>
          <p:nvPr>
            <p:ph type="dt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525739B8-F9C0-26CC-530B-8EDCC62A3857}"/>
              </a:ext>
            </a:extLst>
          </p:cNvPr>
          <p:cNvSpPr>
            <a:spLocks xmlns:a="http://schemas.openxmlformats.org/drawingml/2006/main" noGrp="1"/>
          </p:cNvSpPr>
          <p:nvPr>
            <p:ph type="ftr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1C0BE0AA-F78B-70D0-0E69-562A057B973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12.xml><?xml version="1.0" encoding="utf-8"?>
<p:sldLayout xmlns:p="http://schemas.openxmlformats.org/presentationml/2006/main" preserve="1">
  <p:cSld name="Basic Slides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feld 5">
            <a:extLst xmlns:a="http://schemas.openxmlformats.org/drawingml/2006/main">
              <a:ext uri="{FF2B5EF4-FFF2-40B4-BE49-F238E27FC236}">
                <a16:creationId xmlns:a16="http://schemas.microsoft.com/office/drawing/2014/main" id="{EB4D9AFF-BFB1-3060-5E48-71EBC380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1888014"/>
            <a:ext cx="11447796" cy="2569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611"/>
              </a:spcBef>
              <a:spcAft>
                <a:spcPts val="611"/>
              </a:spcAft>
              <a:buClr>
                <a:schemeClr val="accent4"/>
              </a:buClr>
              <a:buFont typeface="Arial"/>
              <a:buNone/>
            </a:pPr>
            <a:r>
              <a:rPr sz="14064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Basic slides</a:t>
            </a:r>
          </a:p>
        </p:txBody>
      </p:sp>
      <p:sp>
        <p:nvSpPr>
          <p:cNvPr id="5" name="Datumsplatzhalter 4">
            <a:extLst xmlns:a="http://schemas.openxmlformats.org/drawingml/2006/main">
              <a:ext uri="{FF2B5EF4-FFF2-40B4-BE49-F238E27FC236}">
                <a16:creationId xmlns:a16="http://schemas.microsoft.com/office/drawing/2014/main" id="{87669A0C-683E-6D0E-CE86-4E782F00E46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A146F1F3-EC33-6A46-DEF7-C60337263F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38048C61-7BAE-D31C-12EE-311C3A6DE2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 flipH="1">
            <a:off x="10426258" y="-834670"/>
            <a:ext cx="1252659" cy="8605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  <p:sp>
        <p:nvSpPr>
          <p:cNvPr id="10" name="Rechteck 9">
            <a:extLst xmlns:a="http://schemas.openxmlformats.org/drawingml/2006/main">
              <a:ext uri="{FF2B5EF4-FFF2-40B4-BE49-F238E27FC236}">
                <a16:creationId xmlns:a16="http://schemas.microsoft.com/office/drawing/2014/main" id="{1AF1F145-F6BB-9F25-6121-9CED5CA8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300" y="0"/>
            <a:ext cx="1614599" cy="13735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 sz="1834">
              <a:solidFill>
                <a:schemeClr val="bg1"/>
              </a:solidFill>
            </a:endParaRPr>
          </a:p>
        </p:txBody>
      </p:sp>
      <p:sp>
        <p:nvSpPr>
          <p:cNvPr id="12" name="Rechteck 11">
            <a:extLst xmlns:a="http://schemas.openxmlformats.org/drawingml/2006/main">
              <a:ext uri="{FF2B5EF4-FFF2-40B4-BE49-F238E27FC236}">
                <a16:creationId xmlns:a16="http://schemas.microsoft.com/office/drawing/2014/main" id="{93FA1141-1E53-4DC1-FA7F-C6382524D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420637"/>
            <a:ext cx="3596446" cy="51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r>
              <a:rPr sz="1834">
                <a:solidFill>
                  <a:schemeClr val="tx1"/>
                </a:solidFill>
              </a:rPr>
              <a:t>Not for layout purposes</a:t>
            </a:r>
          </a:p>
        </p:txBody>
      </p:sp>
    </p:spTree>
  </p:cSld>
  <p:hf sldNum="0" hdr="0" ftr="0" dt="0"/>
</p:sldLayout>
</file>

<file path=ppt/slideLayouts/slideLayout13.xml><?xml version="1.0" encoding="utf-8"?>
<p:sldLayout xmlns:p="http://schemas.openxmlformats.org/presentationml/2006/main" preserve="1">
  <p:cSld name="Only 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Gerader Verbinder 6">
            <a:extLst xmlns:a="http://schemas.openxmlformats.org/drawingml/2006/main">
              <a:ext uri="{FF2B5EF4-FFF2-40B4-BE49-F238E27FC236}">
                <a16:creationId xmlns:a16="http://schemas.microsoft.com/office/drawing/2014/main" id="{233F8C12-E16C-4242-BFEB-B6E559D65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971DF951-125C-FFA7-B39B-45C08A09CC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D9B4EB2A-DCB2-81C0-7AC6-110D76C460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C754ABC-A4AC-142B-571C-3091A40737D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14.xml><?xml version="1.0" encoding="utf-8"?>
<p:sldLayout xmlns:p="http://schemas.openxmlformats.org/presentationml/2006/main" preserve="1">
  <p:cSld name="Title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009"/>
            <a:ext cx="8145797" cy="403677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Gerader Verbinder 7">
            <a:extLst xmlns:a="http://schemas.openxmlformats.org/drawingml/2006/main">
              <a:ext uri="{FF2B5EF4-FFF2-40B4-BE49-F238E27FC236}">
                <a16:creationId xmlns:a16="http://schemas.microsoft.com/office/drawing/2014/main" id="{BC895CE3-1C9E-4B5C-8802-4B2A24D9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1314ECAA-A9DA-C8E7-19FC-B34E168C58CB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9" name="Fußzeilenplatzhalter 8">
            <a:extLst xmlns:a="http://schemas.openxmlformats.org/drawingml/2006/main">
              <a:ext uri="{FF2B5EF4-FFF2-40B4-BE49-F238E27FC236}">
                <a16:creationId xmlns:a16="http://schemas.microsoft.com/office/drawing/2014/main" id="{DE04AF4F-1DC1-7401-063B-D60FC68604A6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55946858-AA21-D05F-D0B4-5BB40EEC50F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15.xml><?xml version="1.0" encoding="utf-8"?>
<p:sldLayout xmlns:p="http://schemas.openxmlformats.org/presentationml/2006/main" preserve="1">
  <p:cSld name="Title + 2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286"/>
            <a:ext cx="4549552" cy="4036497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CDEB4EAD-6F30-5313-E6D7-3A44B6B6EFAD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6095670" y="2475286"/>
            <a:ext cx="4549552" cy="403649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Gerader Verbinder 7">
            <a:extLst xmlns:a="http://schemas.openxmlformats.org/drawingml/2006/main">
              <a:ext uri="{FF2B5EF4-FFF2-40B4-BE49-F238E27FC236}">
                <a16:creationId xmlns:a16="http://schemas.microsoft.com/office/drawing/2014/main" id="{3B20C8E7-CBA6-4328-A2ED-637AB8B29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Datumsplatzhalter 8">
            <a:extLst xmlns:a="http://schemas.openxmlformats.org/drawingml/2006/main">
              <a:ext uri="{FF2B5EF4-FFF2-40B4-BE49-F238E27FC236}">
                <a16:creationId xmlns:a16="http://schemas.microsoft.com/office/drawing/2014/main" id="{645F030C-255E-E957-4FAC-9F8258E133F3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0" name="Fußzeilenplatzhalter 9">
            <a:extLst xmlns:a="http://schemas.openxmlformats.org/drawingml/2006/main">
              <a:ext uri="{FF2B5EF4-FFF2-40B4-BE49-F238E27FC236}">
                <a16:creationId xmlns:a16="http://schemas.microsoft.com/office/drawing/2014/main" id="{727D534B-C12F-6B05-6B38-2B730F5116CF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56D1AF19-F2EC-08C6-F957-33F3771D66B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16.xml><?xml version="1.0" encoding="utf-8"?>
<p:sldLayout xmlns:p="http://schemas.openxmlformats.org/presentationml/2006/main" preserve="1">
  <p:cSld name="2x Picture + 2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4529937"/>
            <a:ext cx="3447785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CDEB4EAD-6F30-5313-E6D7-3A44B6B6EFAD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5068676" y="4529937"/>
            <a:ext cx="3447785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93990F0-19EC-5850-56E2-CF3D4AA94378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959378" y="2475287"/>
            <a:ext cx="4036495" cy="1981847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7FC5FEC-BC3E-A386-77D5-1EFBA477D7B8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5068676" y="2475287"/>
            <a:ext cx="4036495" cy="1981847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Gerader Verbinder 10">
            <a:extLst xmlns:a="http://schemas.openxmlformats.org/drawingml/2006/main">
              <a:ext uri="{FF2B5EF4-FFF2-40B4-BE49-F238E27FC236}">
                <a16:creationId xmlns:a16="http://schemas.microsoft.com/office/drawing/2014/main" id="{BABB078C-91FA-4843-9F11-F1F05EC8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Datumsplatzhalter 8">
            <a:extLst xmlns:a="http://schemas.openxmlformats.org/drawingml/2006/main">
              <a:ext uri="{FF2B5EF4-FFF2-40B4-BE49-F238E27FC236}">
                <a16:creationId xmlns:a16="http://schemas.microsoft.com/office/drawing/2014/main" id="{FBDC3B60-FAF1-128B-89D6-06146C6BE337}"/>
              </a:ext>
            </a:extLst>
          </p:cNvPr>
          <p:cNvSpPr>
            <a:spLocks xmlns:a="http://schemas.openxmlformats.org/drawingml/2006/main" noGrp="1"/>
          </p:cNvSpPr>
          <p:nvPr>
            <p:ph type="dt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2" name="Fußzeilenplatzhalter 11">
            <a:extLst xmlns:a="http://schemas.openxmlformats.org/drawingml/2006/main">
              <a:ext uri="{FF2B5EF4-FFF2-40B4-BE49-F238E27FC236}">
                <a16:creationId xmlns:a16="http://schemas.microsoft.com/office/drawing/2014/main" id="{8016A6D7-46E2-34E0-B5D2-E0C329B9A42C}"/>
              </a:ext>
            </a:extLst>
          </p:cNvPr>
          <p:cNvSpPr>
            <a:spLocks xmlns:a="http://schemas.openxmlformats.org/drawingml/2006/main" noGrp="1"/>
          </p:cNvSpPr>
          <p:nvPr>
            <p:ph type="ftr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F48F457A-583D-92B8-6151-88E9B36FCC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17.xml><?xml version="1.0" encoding="utf-8"?>
<p:sldLayout xmlns:p="http://schemas.openxmlformats.org/presentationml/2006/main" preserve="1">
  <p:cSld name="3x Picture + 3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4529937"/>
            <a:ext cx="2421418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CDEB4EAD-6F30-5313-E6D7-3A44B6B6EFAD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4041251" y="4529937"/>
            <a:ext cx="2421499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76CAE007-2F2E-F036-FBA8-9ADF7623A0B3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7123376" y="4529937"/>
            <a:ext cx="2421499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2BA3090-A4C2-73D1-182D-3BBD68CE0D6E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59377" y="2475287"/>
            <a:ext cx="3009171" cy="1981847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F3F768CB-88D4-D60D-DEB8-C65E114C22CE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4041250" y="2475287"/>
            <a:ext cx="3009171" cy="1981847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</a:t>
            </a:r>
            <a:br/>
            <a:r>
              <a:t>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8BFC965-C76E-72DE-B633-2FB2A13E93CA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7123376" y="2475287"/>
            <a:ext cx="3009171" cy="1981847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3" name="Gerader Verbinder 12">
            <a:extLst xmlns:a="http://schemas.openxmlformats.org/drawingml/2006/main">
              <a:ext uri="{FF2B5EF4-FFF2-40B4-BE49-F238E27FC236}">
                <a16:creationId xmlns:a16="http://schemas.microsoft.com/office/drawing/2014/main" id="{E12C3C74-B1AA-4F30-97CB-8DFDA4E82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Datumsplatzhalter 9">
            <a:extLst xmlns:a="http://schemas.openxmlformats.org/drawingml/2006/main">
              <a:ext uri="{FF2B5EF4-FFF2-40B4-BE49-F238E27FC236}">
                <a16:creationId xmlns:a16="http://schemas.microsoft.com/office/drawing/2014/main" id="{539CAA46-3ACB-B3B8-BFE8-E505927C10BD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A5FD5E2A-7002-AB47-4D61-38A8F12AA050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FDB0AB5D-5A54-A209-82C9-6DCC600350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18.xml><?xml version="1.0" encoding="utf-8"?>
<p:sldLayout xmlns:p="http://schemas.openxmlformats.org/presentationml/2006/main" preserve="1">
  <p:cSld name="4x Bulletpicture + 4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2BA3090-A4C2-73D1-182D-3BBD68CE0D6E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59377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F3F768CB-88D4-D60D-DEB8-C65E114C22CE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3741948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8BFC965-C76E-72DE-B633-2FB2A13E93CA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6464007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5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BC8E5022-CAC8-E389-6196-8F133D8F65A8}"/>
              </a:ext>
            </a:extLst>
          </p:cNvPr>
          <p:cNvSpPr>
            <a:spLocks xmlns:a="http://schemas.openxmlformats.org/drawingml/2006/main" noGrp="1"/>
          </p:cNvSpPr>
          <p:nvPr>
            <p:ph type="pic" idx="20" hasCustomPrompt="1"/>
          </p:nvPr>
        </p:nvSpPr>
        <p:spPr>
          <a:xfrm xmlns:a="http://schemas.openxmlformats.org/drawingml/2006/main">
            <a:off x="9251080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6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2C67417D-D1BA-7331-154C-141B24C61F79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415048c1fdf94ebf">
              <a:extLst>
                <a:ext uri="{96DAC541-7B7A-43D3-8B79-37D633B846F1}">
                  <asvg:svgBlip xmlns:asvg="http://schemas.microsoft.com/office/drawing/2016/SVG/main" r:embed="Re2cef71b3c794503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tIns="25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6BB9F258-F5FC-CD95-CC79-98BA9173ED24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3741751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415048c1fdf94ebf">
              <a:extLst>
                <a:ext uri="{96DAC541-7B7A-43D3-8B79-37D633B846F1}">
                  <asvg:svgBlip xmlns:asvg="http://schemas.microsoft.com/office/drawing/2016/SVG/main" r:embed="Re2cef71b3c794503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tIns="25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8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5790AE74-4619-2D07-07EC-067B07776DAA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464007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415048c1fdf94ebf">
              <a:extLst>
                <a:ext uri="{96DAC541-7B7A-43D3-8B79-37D633B846F1}">
                  <asvg:svgBlip xmlns:asvg="http://schemas.microsoft.com/office/drawing/2016/SVG/main" r:embed="Re2cef71b3c794503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tIns="25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9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3E3119C8-BDA4-D116-9FDD-F41A6666F659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9251080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415048c1fdf94ebf">
              <a:extLst>
                <a:ext uri="{96DAC541-7B7A-43D3-8B79-37D633B846F1}">
                  <asvg:svgBlip xmlns:asvg="http://schemas.microsoft.com/office/drawing/2016/SVG/main" r:embed="Re2cef71b3c794503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tIns="25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E30EEA21-6BEF-4754-8BF3-5C28FF787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Datumsplatzhalter 6">
            <a:extLst xmlns:a="http://schemas.openxmlformats.org/drawingml/2006/main">
              <a:ext uri="{FF2B5EF4-FFF2-40B4-BE49-F238E27FC236}">
                <a16:creationId xmlns:a16="http://schemas.microsoft.com/office/drawing/2014/main" id="{FCAC5AE1-DD17-81A8-B3CA-501B94C2AA20}"/>
              </a:ext>
            </a:extLst>
          </p:cNvPr>
          <p:cNvSpPr>
            <a:spLocks xmlns:a="http://schemas.openxmlformats.org/drawingml/2006/main" noGrp="1"/>
          </p:cNvSpPr>
          <p:nvPr>
            <p:ph type="dt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2688C00F-7597-7D03-E20D-46B356467C63}"/>
              </a:ext>
            </a:extLst>
          </p:cNvPr>
          <p:cNvSpPr>
            <a:spLocks xmlns:a="http://schemas.openxmlformats.org/drawingml/2006/main" noGrp="1"/>
          </p:cNvSpPr>
          <p:nvPr>
            <p:ph type="ftr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2B9C1BB8-637F-1441-F76C-578C29AF1F8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19.xml><?xml version="1.0" encoding="utf-8"?>
<p:sldLayout xmlns:p="http://schemas.openxmlformats.org/presentationml/2006/main" preserve="1">
  <p:cSld name="5x Bulletpicture + 5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2BA3090-A4C2-73D1-182D-3BBD68CE0D6E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59377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F3F768CB-88D4-D60D-DEB8-C65E114C22CE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3014065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8BFC965-C76E-72DE-B633-2FB2A13E93CA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5068752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5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BC8E5022-CAC8-E389-6196-8F133D8F65A8}"/>
              </a:ext>
            </a:extLst>
          </p:cNvPr>
          <p:cNvSpPr>
            <a:spLocks xmlns:a="http://schemas.openxmlformats.org/drawingml/2006/main" noGrp="1"/>
          </p:cNvSpPr>
          <p:nvPr>
            <p:ph type="pic" idx="20" hasCustomPrompt="1"/>
          </p:nvPr>
        </p:nvSpPr>
        <p:spPr>
          <a:xfrm xmlns:a="http://schemas.openxmlformats.org/drawingml/2006/main">
            <a:off x="7123439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455BA56B-3A41-BFA2-2B64-87DF0C821D53}"/>
              </a:ext>
            </a:extLst>
          </p:cNvPr>
          <p:cNvSpPr>
            <a:spLocks xmlns:a="http://schemas.openxmlformats.org/drawingml/2006/main" noGrp="1"/>
          </p:cNvSpPr>
          <p:nvPr>
            <p:ph type="pic" idx="21" hasCustomPrompt="1"/>
          </p:nvPr>
        </p:nvSpPr>
        <p:spPr>
          <a:xfrm xmlns:a="http://schemas.openxmlformats.org/drawingml/2006/main">
            <a:off x="9178126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8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D19E72B5-5D19-CB33-EFFE-5C00E1C53936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682b9ceb5fcd4bc6">
              <a:extLst>
                <a:ext uri="{96DAC541-7B7A-43D3-8B79-37D633B846F1}">
                  <asvg:svgBlip xmlns:asvg="http://schemas.microsoft.com/office/drawing/2016/SVG/main" r:embed="R5f29c656cad348e0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9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FDDC1707-C012-09AA-27B6-7A5EF3856DC2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3019360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682b9ceb5fcd4bc6">
              <a:extLst>
                <a:ext uri="{96DAC541-7B7A-43D3-8B79-37D633B846F1}">
                  <asvg:svgBlip xmlns:asvg="http://schemas.microsoft.com/office/drawing/2016/SVG/main" r:embed="R5f29c656cad348e0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20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B953A51A-53EF-A551-4AE6-C0CFD0EACE2A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5069435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682b9ceb5fcd4bc6">
              <a:extLst>
                <a:ext uri="{96DAC541-7B7A-43D3-8B79-37D633B846F1}">
                  <asvg:svgBlip xmlns:asvg="http://schemas.microsoft.com/office/drawing/2016/SVG/main" r:embed="R5f29c656cad348e0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21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1A439ACB-5B1E-ECCF-C1EC-7B965ED53E25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7124058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682b9ceb5fcd4bc6">
              <a:extLst>
                <a:ext uri="{96DAC541-7B7A-43D3-8B79-37D633B846F1}">
                  <asvg:svgBlip xmlns:asvg="http://schemas.microsoft.com/office/drawing/2016/SVG/main" r:embed="R5f29c656cad348e0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22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330376B6-82E2-6D85-A9F4-10CD928C4615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9177975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682b9ceb5fcd4bc6">
              <a:extLst>
                <a:ext uri="{96DAC541-7B7A-43D3-8B79-37D633B846F1}">
                  <asvg:svgBlip xmlns:asvg="http://schemas.microsoft.com/office/drawing/2016/SVG/main" r:embed="R5f29c656cad348e0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C157BD70-DBA6-4C1D-9D76-E829A0AF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Datumsplatzhalter 6">
            <a:extLst xmlns:a="http://schemas.openxmlformats.org/drawingml/2006/main">
              <a:ext uri="{FF2B5EF4-FFF2-40B4-BE49-F238E27FC236}">
                <a16:creationId xmlns:a16="http://schemas.microsoft.com/office/drawing/2014/main" id="{D0D5EA32-7547-91F4-27D2-04FCF311B495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1C55D207-07B7-4A91-A687-9767EA6C6634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23C15237-8C4B-5CE5-1444-3F5B79989F6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0.xml><?xml version="1.0" encoding="utf-8"?>
<p:sldLayout xmlns:p="http://schemas.openxmlformats.org/presentationml/2006/main" preserve="1">
  <p:cSld name="Keymessa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AB845F91-210D-AF4C-14EF-FF45CBCE38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86701" y="2480343"/>
            <a:ext cx="7118471" cy="300411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6115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8F2D3029-0C17-443B-8B29-A99539A41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-1" y="2841928"/>
            <a:ext cx="1529885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0FAF8966-13AB-6814-804E-CBAE6EADEC9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28E03894-DBF6-56DB-D52B-988AB996DC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1B22D338-2DE2-57A7-2315-6398C8000CA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1.xml><?xml version="1.0" encoding="utf-8"?>
<p:sldLayout xmlns:p="http://schemas.openxmlformats.org/presentationml/2006/main" preserve="1">
  <p:cSld name="2x Conta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BD3187F-A314-0111-14AD-BBCB5D1C4A08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3014126" y="2475286"/>
            <a:ext cx="2568438" cy="3009172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br/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9B74EED3-4DC4-185E-AB17-F95D76F04324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8150751" y="2475286"/>
            <a:ext cx="2568438" cy="3009172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br/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5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52AC31C9-DC96-8D9F-7335-7C2C9E78DFB0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959377" y="4566804"/>
            <a:ext cx="1981847" cy="219561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55b0b91719494b64">
              <a:extLst>
                <a:ext uri="{96DAC541-7B7A-43D3-8B79-37D633B846F1}">
                  <asvg:svgBlip xmlns:asvg="http://schemas.microsoft.com/office/drawing/2016/SVG/main" r:embed="R6ed9baeefca1498c"/>
                </a:ext>
              </a:extLst>
            </a:blip>
            <a:tile tx="0" ty="0" sx="100000" sy="100000" flip="none" algn="tr"/>
          </a:blipFill>
        </p:spPr>
        <p:txBody>
          <a:bodyPr xmlns:a="http://schemas.openxmlformats.org/drawingml/2006/main" tIns="0" rIns="108000" bIns="0" anchor="ctr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16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4EA6C058-B3B6-787F-1746-FD8E668612B8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6096000" y="4566804"/>
            <a:ext cx="1981848" cy="219561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55b0b91719494b64">
              <a:extLst>
                <a:ext uri="{96DAC541-7B7A-43D3-8B79-37D633B846F1}">
                  <asvg:svgBlip xmlns:asvg="http://schemas.microsoft.com/office/drawing/2016/SVG/main" r:embed="R6ed9baeefca1498c"/>
                </a:ext>
              </a:extLst>
            </a:blip>
            <a:tile tx="0" ty="0" sx="100000" sy="100000" flip="none" algn="tr"/>
          </a:blipFill>
        </p:spPr>
        <p:txBody>
          <a:bodyPr xmlns:a="http://schemas.openxmlformats.org/drawingml/2006/main" tIns="0" rIns="108000" bIns="0" anchor="ctr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DCC21AC4-7E0E-4E77-9351-4FC6DAB70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9C57F206-E59F-E588-487B-AAF2EE217858}"/>
              </a:ext>
            </a:extLst>
          </p:cNvPr>
          <p:cNvSpPr>
            <a:spLocks xmlns:a="http://schemas.openxmlformats.org/drawingml/2006/main" noGrp="1"/>
          </p:cNvSpPr>
          <p:nvPr>
            <p:ph type="dt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200E090E-6051-4A2B-7EC7-57D5B62A7819}"/>
              </a:ext>
            </a:extLst>
          </p:cNvPr>
          <p:cNvSpPr>
            <a:spLocks xmlns:a="http://schemas.openxmlformats.org/drawingml/2006/main" noGrp="1"/>
          </p:cNvSpPr>
          <p:nvPr>
            <p:ph type="ftr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8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357BF760-D696-AA88-AC7E-917EB456BA8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2.xml><?xml version="1.0" encoding="utf-8"?>
<p:sldLayout xmlns:p="http://schemas.openxmlformats.org/presentationml/2006/main" preserve="1">
  <p:cSld name="3x Conta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BD3187F-A314-0111-14AD-BBCB5D1C4A08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959124" y="2475286"/>
            <a:ext cx="2568767" cy="3009558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br/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9B74EED3-4DC4-185E-AB17-F95D76F04324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4041351" y="2475286"/>
            <a:ext cx="2568767" cy="3009558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br/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091B7205-BCF7-E5E6-7696-C5A959CB638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7123376" y="2475286"/>
            <a:ext cx="2568767" cy="3009558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br/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7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370B3FB5-E73F-47E5-6AD6-4664928CC467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959375" y="5557134"/>
            <a:ext cx="2568516" cy="219561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298acbd344a048b1">
              <a:extLst>
                <a:ext uri="{96DAC541-7B7A-43D3-8B79-37D633B846F1}">
                  <asvg:svgBlip xmlns:asvg="http://schemas.microsoft.com/office/drawing/2016/SVG/main" r:embed="R1bfd03cfeec44a00"/>
                </a:ext>
              </a:extLst>
            </a:blip>
            <a:srcRect l="0" t="0" r="0" b="0"/>
            <a:tile tx="0" ty="0" sx="100000" sy="100000" flip="none" algn="tr"/>
          </a:blipFill>
        </p:spPr>
        <p:txBody>
          <a:bodyPr xmlns:a="http://schemas.openxmlformats.org/drawingml/2006/main" wrap="square" tIns="0" rIns="108000" bIns="0" anchor="t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Names</a:t>
            </a:r>
            <a:endParaRPr/>
          </a:p>
        </p:txBody>
      </p:sp>
      <p:sp>
        <p:nvSpPr>
          <p:cNvPr id="18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6AAC5F41-A734-F619-0ADF-17C354FA1D43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4041350" y="5557134"/>
            <a:ext cx="2568516" cy="219561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298acbd344a048b1">
              <a:extLst>
                <a:ext uri="{96DAC541-7B7A-43D3-8B79-37D633B846F1}">
                  <asvg:svgBlip xmlns:asvg="http://schemas.microsoft.com/office/drawing/2016/SVG/main" r:embed="R1bfd03cfeec44a00"/>
                </a:ext>
              </a:extLst>
            </a:blip>
            <a:srcRect l="0" t="0" r="0" b="0"/>
            <a:tile tx="0" ty="0" sx="100000" sy="100000" flip="none" algn="tr"/>
          </a:blipFill>
        </p:spPr>
        <p:txBody>
          <a:bodyPr xmlns:a="http://schemas.openxmlformats.org/drawingml/2006/main" wrap="square" tIns="0" rIns="108000" bIns="0" anchor="t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19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0D4276E4-5B9A-20A9-6579-BE0440972E11}"/>
              </a:ext>
            </a:extLst>
          </p:cNvPr>
          <p:cNvSpPr>
            <a:spLocks xmlns:a="http://schemas.openxmlformats.org/drawingml/2006/main" noGrp="1"/>
          </p:cNvSpPr>
          <p:nvPr>
            <p:ph type="body" idx="23" hasCustomPrompt="1"/>
          </p:nvPr>
        </p:nvSpPr>
        <p:spPr>
          <a:xfrm xmlns:a="http://schemas.openxmlformats.org/drawingml/2006/main">
            <a:off x="7129852" y="5557134"/>
            <a:ext cx="2568516" cy="219561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298acbd344a048b1">
              <a:extLst>
                <a:ext uri="{96DAC541-7B7A-43D3-8B79-37D633B846F1}">
                  <asvg:svgBlip xmlns:asvg="http://schemas.microsoft.com/office/drawing/2016/SVG/main" r:embed="R1bfd03cfeec44a00"/>
                </a:ext>
              </a:extLst>
            </a:blip>
            <a:srcRect l="0" t="0" r="0" b="0"/>
            <a:tile tx="0" ty="0" sx="100000" sy="100000" flip="none" algn="tr"/>
          </a:blipFill>
        </p:spPr>
        <p:txBody>
          <a:bodyPr xmlns:a="http://schemas.openxmlformats.org/drawingml/2006/main" wrap="square" tIns="0" rIns="108000" bIns="0" anchor="t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FD47241D-0FC0-4201-A5F0-45B017D3E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Datumsplatzhalter 3">
            <a:extLst xmlns:a="http://schemas.openxmlformats.org/drawingml/2006/main">
              <a:ext uri="{FF2B5EF4-FFF2-40B4-BE49-F238E27FC236}">
                <a16:creationId xmlns:a16="http://schemas.microsoft.com/office/drawing/2014/main" id="{1F383428-C9D0-A961-DBA1-AAE73B77FFD0}"/>
              </a:ext>
            </a:extLst>
          </p:cNvPr>
          <p:cNvSpPr>
            <a:spLocks xmlns:a="http://schemas.openxmlformats.org/drawingml/2006/main" noGrp="1"/>
          </p:cNvSpPr>
          <p:nvPr>
            <p:ph type="dt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1DB38D59-E01D-96E5-B2CF-452A536C038B}"/>
              </a:ext>
            </a:extLst>
          </p:cNvPr>
          <p:cNvSpPr>
            <a:spLocks xmlns:a="http://schemas.openxmlformats.org/drawingml/2006/main" noGrp="1"/>
          </p:cNvSpPr>
          <p:nvPr>
            <p:ph type="ftr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8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D12C18C3-8A45-BC5E-BE85-99504F2FA5C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3.xml><?xml version="1.0" encoding="utf-8"?>
<p:sldLayout xmlns:p="http://schemas.openxmlformats.org/presentationml/2006/main" preserve="1">
  <p:cSld name="Empt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8487D194-296B-4582-CE04-F3DCE2B8F25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6" name="Fußzeilenplatzhalter 5">
            <a:extLst xmlns:a="http://schemas.openxmlformats.org/drawingml/2006/main">
              <a:ext uri="{FF2B5EF4-FFF2-40B4-BE49-F238E27FC236}">
                <a16:creationId xmlns:a16="http://schemas.microsoft.com/office/drawing/2014/main" id="{FF979EEB-5D10-CB0C-D270-7BA84726C86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2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4802ED23-8492-1E0C-8EE1-4A9DF0F6F21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4.xml><?xml version="1.0" encoding="utf-8"?>
<p:sldLayout xmlns:p="http://schemas.openxmlformats.org/presentationml/2006/main" preserve="1">
  <p:cSld name="Content with Sub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platzhalter 9">
            <a:extLst xmlns:a="http://schemas.openxmlformats.org/drawingml/2006/main">
              <a:ext uri="{FF2B5EF4-FFF2-40B4-BE49-F238E27FC236}">
                <a16:creationId xmlns:a16="http://schemas.microsoft.com/office/drawing/2014/main" id="{88D6C5FE-E0CA-4C22-91F5-C685139960EA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959377" y="2475287"/>
            <a:ext cx="10860521" cy="3344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buNone/>
              <a:defRPr sz="1834" b="1" u="none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Click </a:t>
            </a:r>
            <a:r>
              <a:t>to</a:t>
            </a:r>
            <a:r>
              <a:t> </a:t>
            </a:r>
            <a:r>
              <a:t>add</a:t>
            </a:r>
            <a:r>
              <a:t> </a:t>
            </a:r>
            <a:r>
              <a:t>subtitle</a:t>
            </a:r>
            <a:endParaRPr/>
          </a:p>
        </p:txBody>
      </p:sp>
      <p:sp>
        <p:nvSpPr>
          <p:cNvPr id="16" name="Inhaltsplatzhalter 15">
            <a:extLst xmlns:a="http://schemas.openxmlformats.org/drawingml/2006/main">
              <a:ext uri="{FF2B5EF4-FFF2-40B4-BE49-F238E27FC236}">
                <a16:creationId xmlns:a16="http://schemas.microsoft.com/office/drawing/2014/main" id="{6C05FAE4-1526-42D8-AB66-CF45DA831D51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959377" y="2915312"/>
            <a:ext cx="10860522" cy="359647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  <a:lvl2pPr>
              <a:buNone/>
              <a:defRPr>
                <a:latin typeface="+mn-lt"/>
                <a:ea typeface="+mn-lt"/>
                <a:cs typeface="+mn-lt"/>
              </a:defRPr>
            </a:lvl2pPr>
            <a:lvl3pPr>
              <a:buNone/>
              <a:defRPr>
                <a:latin typeface="+mn-lt"/>
                <a:ea typeface="+mn-lt"/>
                <a:cs typeface="+mn-lt"/>
              </a:defRPr>
            </a:lvl3pPr>
            <a:lvl4pPr>
              <a:buNone/>
              <a:defRPr>
                <a:latin typeface="+mn-lt"/>
                <a:ea typeface="+mn-lt"/>
                <a:cs typeface="+mn-lt"/>
              </a:defRPr>
            </a:lvl4pPr>
            <a:lvl5pPr>
              <a:buNone/>
              <a:defRPr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1B97839-1AA5-E192-9733-54F974DF43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9098ACC7-2D71-4A3C-A487-92A7A153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8F2E1961-3ACB-EE49-C625-E2023F02BB9E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98C87DF9-C015-4A6B-A468-1EDF5497FEB4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6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3D92081D-23F3-008A-A6BE-59611FC4749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5.xml><?xml version="1.0" encoding="utf-8"?>
<p:sldLayout xmlns:p="http://schemas.openxmlformats.org/presentationml/2006/main" preserve="1">
  <p:cSld name="Two Contents with Subtitle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Inhaltsplatzhalter 3">
            <a:extLst xmlns:a="http://schemas.openxmlformats.org/drawingml/2006/main">
              <a:ext uri="{FF2B5EF4-FFF2-40B4-BE49-F238E27FC236}">
                <a16:creationId xmlns:a16="http://schemas.microsoft.com/office/drawing/2014/main" id="{9CD6BCF4-F9C5-4D86-AEEF-E4478593B88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959375" y="2915313"/>
            <a:ext cx="4549299" cy="35964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  <a:lvl2pPr>
              <a:buNone/>
              <a:defRPr>
                <a:latin typeface="+mn-lt"/>
                <a:ea typeface="+mn-lt"/>
                <a:cs typeface="+mn-lt"/>
              </a:defRPr>
            </a:lvl2pPr>
            <a:lvl3pPr>
              <a:buNone/>
              <a:defRPr>
                <a:latin typeface="+mn-lt"/>
                <a:ea typeface="+mn-lt"/>
                <a:cs typeface="+mn-lt"/>
              </a:defRPr>
            </a:lvl3pPr>
            <a:lvl4pPr>
              <a:buNone/>
              <a:defRPr>
                <a:latin typeface="+mn-lt"/>
                <a:ea typeface="+mn-lt"/>
                <a:cs typeface="+mn-lt"/>
              </a:defRPr>
            </a:lvl4pPr>
            <a:lvl5pPr>
              <a:buNone/>
              <a:defRPr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13" name="Inhaltsplatzhalter 3">
            <a:extLst xmlns:a="http://schemas.openxmlformats.org/drawingml/2006/main">
              <a:ext uri="{FF2B5EF4-FFF2-40B4-BE49-F238E27FC236}">
                <a16:creationId xmlns:a16="http://schemas.microsoft.com/office/drawing/2014/main" id="{24CD027A-F202-4AD4-97C1-37699D8C3973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6095999" y="2915312"/>
            <a:ext cx="4549299" cy="35964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  <a:lvl2pPr>
              <a:buNone/>
              <a:defRPr>
                <a:latin typeface="+mn-lt"/>
                <a:ea typeface="+mn-lt"/>
                <a:cs typeface="+mn-lt"/>
              </a:defRPr>
            </a:lvl2pPr>
            <a:lvl3pPr>
              <a:buNone/>
              <a:defRPr>
                <a:latin typeface="+mn-lt"/>
                <a:ea typeface="+mn-lt"/>
                <a:cs typeface="+mn-lt"/>
              </a:defRPr>
            </a:lvl3pPr>
            <a:lvl4pPr>
              <a:buNone/>
              <a:defRPr>
                <a:latin typeface="+mn-lt"/>
                <a:ea typeface="+mn-lt"/>
                <a:cs typeface="+mn-lt"/>
              </a:defRPr>
            </a:lvl4pPr>
            <a:lvl5pPr>
              <a:buNone/>
              <a:defRPr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7" name="Textplatzhalter 9">
            <a:extLst xmlns:a="http://schemas.openxmlformats.org/drawingml/2006/main">
              <a:ext uri="{FF2B5EF4-FFF2-40B4-BE49-F238E27FC236}">
                <a16:creationId xmlns:a16="http://schemas.microsoft.com/office/drawing/2014/main" id="{041513B7-214D-42BD-BCAA-BB9C0C1BA8AA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959375" y="2475286"/>
            <a:ext cx="4549299" cy="3301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buNone/>
              <a:defRPr sz="1834" b="1" u="none" baseline="0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subtitle</a:t>
            </a:r>
          </a:p>
        </p:txBody>
      </p:sp>
      <p:sp>
        <p:nvSpPr>
          <p:cNvPr id="8" name="Textplatzhalter 9">
            <a:extLst xmlns:a="http://schemas.openxmlformats.org/drawingml/2006/main">
              <a:ext uri="{FF2B5EF4-FFF2-40B4-BE49-F238E27FC236}">
                <a16:creationId xmlns:a16="http://schemas.microsoft.com/office/drawing/2014/main" id="{08F9A6FD-3B97-4B7B-B697-D72E40E6A917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6095999" y="2475286"/>
            <a:ext cx="4549299" cy="3301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buNone/>
              <a:defRPr sz="1834" b="1" u="none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subtitle</a:t>
            </a:r>
          </a:p>
        </p:txBody>
      </p:sp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78DB9F7D-FC7C-FFDB-E760-24D21DA2BA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6B84E8FB-CFA9-4F7E-9162-6E324ED30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Datumsplatzhalter 4">
            <a:extLst xmlns:a="http://schemas.openxmlformats.org/drawingml/2006/main">
              <a:ext uri="{FF2B5EF4-FFF2-40B4-BE49-F238E27FC236}">
                <a16:creationId xmlns:a16="http://schemas.microsoft.com/office/drawing/2014/main" id="{54027E3A-42A7-AD5C-B5D6-191D663CC2BF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6" name="Fußzeilenplatzhalter 5">
            <a:extLst xmlns:a="http://schemas.openxmlformats.org/drawingml/2006/main">
              <a:ext uri="{FF2B5EF4-FFF2-40B4-BE49-F238E27FC236}">
                <a16:creationId xmlns:a16="http://schemas.microsoft.com/office/drawing/2014/main" id="{B745418C-5301-BA3F-AA62-FF70BF82394B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9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9E06E221-51AD-2F07-ACD2-F7DB2366ABB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6.xml><?xml version="1.0" encoding="utf-8"?>
<p:sldLayout xmlns:p="http://schemas.openxmlformats.org/presentationml/2006/main" preserve="1">
  <p:cSld name="Content Slides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feld 5">
            <a:extLst xmlns:a="http://schemas.openxmlformats.org/drawingml/2006/main">
              <a:ext uri="{FF2B5EF4-FFF2-40B4-BE49-F238E27FC236}">
                <a16:creationId xmlns:a16="http://schemas.microsoft.com/office/drawing/2014/main" id="{EB4D9AFF-BFB1-3060-5E48-71EBC380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1888014"/>
            <a:ext cx="11447796" cy="2569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611"/>
              </a:spcBef>
              <a:spcAft>
                <a:spcPts val="611"/>
              </a:spcAft>
              <a:buClr>
                <a:schemeClr val="accent4"/>
              </a:buClr>
              <a:buFont typeface="Arial"/>
              <a:buNone/>
            </a:pPr>
            <a:r>
              <a:rPr sz="14064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Content slides</a:t>
            </a:r>
          </a:p>
        </p:txBody>
      </p:sp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32E89F53-768E-5096-10A0-2026B721CF6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3" name="Fußzeilenplatzhalter 2">
            <a:extLst xmlns:a="http://schemas.openxmlformats.org/drawingml/2006/main">
              <a:ext uri="{FF2B5EF4-FFF2-40B4-BE49-F238E27FC236}">
                <a16:creationId xmlns:a16="http://schemas.microsoft.com/office/drawing/2014/main" id="{85E83F87-03A0-D8DA-AFB7-80E29C695F2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Foliennummernplatzhalter 3">
            <a:extLst xmlns:a="http://schemas.openxmlformats.org/drawingml/2006/main">
              <a:ext uri="{FF2B5EF4-FFF2-40B4-BE49-F238E27FC236}">
                <a16:creationId xmlns:a16="http://schemas.microsoft.com/office/drawing/2014/main" id="{5B093447-2707-A6B9-2DB4-E82BFF1A8F4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 flipH="1">
            <a:off x="10426258" y="-834670"/>
            <a:ext cx="1252659" cy="8605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  <p:sp>
        <p:nvSpPr>
          <p:cNvPr id="5" name="Rechteck 4">
            <a:extLst xmlns:a="http://schemas.openxmlformats.org/drawingml/2006/main">
              <a:ext uri="{FF2B5EF4-FFF2-40B4-BE49-F238E27FC236}">
                <a16:creationId xmlns:a16="http://schemas.microsoft.com/office/drawing/2014/main" id="{94699513-C0BE-575D-8A35-8F5B0488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300" y="0"/>
            <a:ext cx="1614599" cy="13735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 sz="1834">
              <a:solidFill>
                <a:schemeClr val="bg1"/>
              </a:solidFill>
            </a:endParaRPr>
          </a:p>
        </p:txBody>
      </p:sp>
      <p:sp>
        <p:nvSpPr>
          <p:cNvPr id="9" name="Rechteck 8">
            <a:extLst xmlns:a="http://schemas.openxmlformats.org/drawingml/2006/main">
              <a:ext uri="{FF2B5EF4-FFF2-40B4-BE49-F238E27FC236}">
                <a16:creationId xmlns:a16="http://schemas.microsoft.com/office/drawing/2014/main" id="{D6C9319C-4638-77F9-F9DD-D199D9AD8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420637"/>
            <a:ext cx="3596446" cy="51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r>
              <a:rPr sz="1834">
                <a:solidFill>
                  <a:schemeClr val="tx1"/>
                </a:solidFill>
              </a:rPr>
              <a:t>Not for layout purposes</a:t>
            </a:r>
          </a:p>
        </p:txBody>
      </p:sp>
    </p:spTree>
  </p:cSld>
  <p:hf sldNum="0" hdr="0" ftr="0" dt="0"/>
</p:sldLayout>
</file>

<file path=ppt/slideLayouts/slideLayout27.xml><?xml version="1.0" encoding="utf-8"?>
<p:sldLayout xmlns:p="http://schemas.openxmlformats.org/presentationml/2006/main" preserve="1">
  <p:cSld name="Text + 2x Picture smal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403649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511782"/>
          </a:xfrm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7502C1B-DFC9-B1E3-C029-EF98AD854A42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6096000" y="4089456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5" name="Gerader Verbinder 4">
            <a:extLst xmlns:a="http://schemas.openxmlformats.org/drawingml/2006/main">
              <a:ext uri="{FF2B5EF4-FFF2-40B4-BE49-F238E27FC236}">
                <a16:creationId xmlns:a16="http://schemas.microsoft.com/office/drawing/2014/main" id="{FC403118-47B1-47F6-8B20-9CA5F5A57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E910C866-F711-4658-917C-2E4EE77C8E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557692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569CB5D1-E114-450A-F803-CE461FAFCCCC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057960eeb46641c7">
              <a:extLst>
                <a:ext uri="{96DAC541-7B7A-43D3-8B79-37D633B846F1}">
                  <asvg:svgBlip xmlns:asvg="http://schemas.microsoft.com/office/drawing/2016/SVG/main" r:embed="R969285f0e84042d4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0" name="Datumsplatzhalter 9">
            <a:extLst xmlns:a="http://schemas.openxmlformats.org/drawingml/2006/main">
              <a:ext uri="{FF2B5EF4-FFF2-40B4-BE49-F238E27FC236}">
                <a16:creationId xmlns:a16="http://schemas.microsoft.com/office/drawing/2014/main" id="{E9EEDC3F-857B-455C-C905-F8015EC2CA84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3A4D36E6-67E9-3C61-2A33-FDDC0C7AD928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2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5298D89E-B220-5C5C-9628-5573A5DC1EE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8.xml><?xml version="1.0" encoding="utf-8"?>
<p:sldLayout xmlns:p="http://schemas.openxmlformats.org/presentationml/2006/main" preserve="1">
  <p:cSld name="Text + 3x Picture smal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300917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511781"/>
          </a:xfrm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ECA0094A-5B2E-9B9B-5985-A050B3F09396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5068676" y="4089458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3500C47F-26E0-1FD6-E5CB-7603A6434007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8665122" y="4089456"/>
            <a:ext cx="3154775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DFF9A35B-78C3-4E35-A667-5EEBD466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3E693FF5-86F0-0CB7-2360-023976592C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557692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5CE5618D-771D-34E3-8693-80C88D0EE19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69788e3e1104478c">
              <a:extLst>
                <a:ext uri="{96DAC541-7B7A-43D3-8B79-37D633B846F1}">
                  <asvg:svgBlip xmlns:asvg="http://schemas.microsoft.com/office/drawing/2016/SVG/main" r:embed="Rdb2358d8ba0748b3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4" name="Datumsplatzhalter 13">
            <a:extLst xmlns:a="http://schemas.openxmlformats.org/drawingml/2006/main">
              <a:ext uri="{FF2B5EF4-FFF2-40B4-BE49-F238E27FC236}">
                <a16:creationId xmlns:a16="http://schemas.microsoft.com/office/drawing/2014/main" id="{E25591FA-0DFB-9CB7-D3CB-8D35AD0FDF0E}"/>
              </a:ext>
            </a:extLst>
          </p:cNvPr>
          <p:cNvSpPr>
            <a:spLocks xmlns:a="http://schemas.openxmlformats.org/drawingml/2006/main" noGrp="1"/>
          </p:cNvSpPr>
          <p:nvPr>
            <p:ph type="dt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5" name="Fußzeilenplatzhalter 14">
            <a:extLst xmlns:a="http://schemas.openxmlformats.org/drawingml/2006/main">
              <a:ext uri="{FF2B5EF4-FFF2-40B4-BE49-F238E27FC236}">
                <a16:creationId xmlns:a16="http://schemas.microsoft.com/office/drawing/2014/main" id="{39FDF825-E123-3926-B75B-132592904056}"/>
              </a:ext>
            </a:extLst>
          </p:cNvPr>
          <p:cNvSpPr>
            <a:spLocks xmlns:a="http://schemas.openxmlformats.org/drawingml/2006/main" noGrp="1"/>
          </p:cNvSpPr>
          <p:nvPr>
            <p:ph type="ftr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3139FEC0-8662-DD38-36B1-29642E891E5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9.xml><?xml version="1.0" encoding="utf-8"?>
<p:sldLayout xmlns:p="http://schemas.openxmlformats.org/presentationml/2006/main" preserve="1">
  <p:cSld name="Text + 3x Picture small up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511782"/>
          </a:xfrm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3522177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095954B1-C1A6-39D2-5860-92BE95AB3E8C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5068676" y="4089456"/>
            <a:ext cx="3009172" cy="19818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4516595-F442-563E-AF6C-08B3AF082119}"/>
              </a:ext>
            </a:extLst>
          </p:cNvPr>
          <p:cNvSpPr>
            <a:spLocks xmlns:a="http://schemas.openxmlformats.org/drawingml/2006/main" noGrp="1"/>
          </p:cNvSpPr>
          <p:nvPr>
            <p:ph type="pic" idx="24" hasCustomPrompt="1"/>
          </p:nvPr>
        </p:nvSpPr>
        <p:spPr>
          <a:xfrm xmlns:a="http://schemas.openxmlformats.org/drawingml/2006/main">
            <a:off x="5068676" y="1594224"/>
            <a:ext cx="3009172" cy="19818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92E826B0-52DA-43C1-94B1-C69B221DA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9ED3A9A1-7997-28B9-BA9C-255B6B07E8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352217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5CE5618D-771D-34E3-8693-80C88D0EE19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72a8aa2e213b41ed">
              <a:extLst>
                <a:ext uri="{96DAC541-7B7A-43D3-8B79-37D633B846F1}">
                  <asvg:svgBlip xmlns:asvg="http://schemas.microsoft.com/office/drawing/2016/SVG/main" r:embed="Rdb3c52db60014894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1422D043-736F-7147-C274-01730F3BEC10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5" name="Fußzeilenplatzhalter 14">
            <a:extLst xmlns:a="http://schemas.openxmlformats.org/drawingml/2006/main">
              <a:ext uri="{FF2B5EF4-FFF2-40B4-BE49-F238E27FC236}">
                <a16:creationId xmlns:a16="http://schemas.microsoft.com/office/drawing/2014/main" id="{CAB60CC7-FA7E-B2B8-82EC-0F40B5F82E76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DE457095-AC0E-3A29-8C65-F151D65E5AC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0.xml><?xml version="1.0" encoding="utf-8"?>
<p:sldLayout xmlns:p="http://schemas.openxmlformats.org/presentationml/2006/main" preserve="1">
  <p:cSld name="Text + Picture mediu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454952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0" cy="65117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0018414E-8788-FD8B-5A04-4D374EB972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4952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4D63976B-B3AF-4629-9D9A-46855803E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" name="FESTO-Logo">
            <a:extLst xmlns:a="http://schemas.openxmlformats.org/drawingml/2006/main">
              <a:ext uri="{FF2B5EF4-FFF2-40B4-BE49-F238E27FC236}">
                <a16:creationId xmlns:a16="http://schemas.microsoft.com/office/drawing/2014/main" id="{562211B0-5C02-7487-0B98-90778C052D75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65acc603b0df4278">
              <a:extLst>
                <a:ext uri="{96DAC541-7B7A-43D3-8B79-37D633B846F1}">
                  <asvg:svgBlip xmlns:asvg="http://schemas.microsoft.com/office/drawing/2016/SVG/main" r:embed="R6cb8e92a3d66423c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13281DA9-718F-2B02-5AF6-0784B6121190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4517B62C-7507-126D-CD7B-0CE5085E526F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DAE83C04-AC88-496F-C5E9-9607709685D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1.xml><?xml version="1.0" encoding="utf-8"?>
<p:sldLayout xmlns:p="http://schemas.openxmlformats.org/presentationml/2006/main" preserve="1">
  <p:cSld name="Text + 2x Picture mediu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352215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0" cy="6511782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068F23D-857F-9EDC-F626-85FCB927E315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5068676" y="4162840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479E1573-5BBD-4AD6-BB22-2FB0EFD0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9D0A4411-EF65-A589-3611-A23096D8BF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49553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964DA0D1-3404-4D10-9EFD-C48859A5E99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5180302dfa6a4d21">
              <a:extLst>
                <a:ext uri="{96DAC541-7B7A-43D3-8B79-37D633B846F1}">
                  <asvg:svgBlip xmlns:asvg="http://schemas.microsoft.com/office/drawing/2016/SVG/main" r:embed="R800234584fc34720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1" name="Datumsplatzhalter 10">
            <a:extLst xmlns:a="http://schemas.openxmlformats.org/drawingml/2006/main">
              <a:ext uri="{FF2B5EF4-FFF2-40B4-BE49-F238E27FC236}">
                <a16:creationId xmlns:a16="http://schemas.microsoft.com/office/drawing/2014/main" id="{71AA828B-34C2-396E-51B2-A19CD1672DE0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2" name="Fußzeilenplatzhalter 11">
            <a:extLst xmlns:a="http://schemas.openxmlformats.org/drawingml/2006/main">
              <a:ext uri="{FF2B5EF4-FFF2-40B4-BE49-F238E27FC236}">
                <a16:creationId xmlns:a16="http://schemas.microsoft.com/office/drawing/2014/main" id="{99587CB3-C804-4135-14CB-05D35DECA295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B1FD9D6-C5E0-D6A8-155E-A9AB8CF2ABD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2.xml><?xml version="1.0" encoding="utf-8"?>
<p:sldLayout xmlns:p="http://schemas.openxmlformats.org/presentationml/2006/main" preserve="1">
  <p:cSld name="Text + Picture lar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352278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5068676" y="1"/>
            <a:ext cx="7123325" cy="6511783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F54551E3-2273-4DE3-BF52-524377C0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BB158F41-943A-CFBE-36CF-6087C048C3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3522783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2BFDA5E7-188B-AC1B-E193-AEF619366C31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3e87153c568a4bf2">
              <a:extLst>
                <a:ext uri="{96DAC541-7B7A-43D3-8B79-37D633B846F1}">
                  <asvg:svgBlip xmlns:asvg="http://schemas.microsoft.com/office/drawing/2016/SVG/main" r:embed="R523c38571bc248d7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48FE03EC-5A92-4F0E-23F8-4C7ACD0D8225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168A8E65-A84D-CD9B-D6D9-B7E8C547B63F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6089110E-B6FC-8FEE-28DA-532B66BBE9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3.xml><?xml version="1.0" encoding="utf-8"?>
<p:sldLayout xmlns:p="http://schemas.openxmlformats.org/presentationml/2006/main" preserve="1">
  <p:cSld name="Text + 2x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4550157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1" cy="3428191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6096001" y="3502613"/>
            <a:ext cx="6096001" cy="3009172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2F1E17DC-B853-4A02-B2F8-645F964C4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8B6BCDBE-4D01-DC9C-8B9C-8DC825E772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455015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B348E570-CF8F-7A0E-B5F0-57A10520A97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0590b93bb08a4003">
              <a:extLst>
                <a:ext uri="{96DAC541-7B7A-43D3-8B79-37D633B846F1}">
                  <asvg:svgBlip xmlns:asvg="http://schemas.microsoft.com/office/drawing/2016/SVG/main" r:embed="R1c4d92227de14c02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3" name="Datumsplatzhalter 12">
            <a:extLst xmlns:a="http://schemas.openxmlformats.org/drawingml/2006/main">
              <a:ext uri="{FF2B5EF4-FFF2-40B4-BE49-F238E27FC236}">
                <a16:creationId xmlns:a16="http://schemas.microsoft.com/office/drawing/2014/main" id="{81F45B9F-FA9C-F134-B7FC-95C32B46A6A0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6A1D3803-D027-E786-DD7E-2502413932CE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AA392DC9-F96A-D1AB-7AD7-073C73B50C7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4.xml><?xml version="1.0" encoding="utf-8"?>
<p:sldLayout xmlns:p="http://schemas.openxmlformats.org/presentationml/2006/main" preserve="1">
  <p:cSld name="Text + 3x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4550157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1" cy="3428191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6096001" y="3502613"/>
            <a:ext cx="3009172" cy="3009172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6D261F-B94D-E890-D9ED-A8EC50316E1F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182828" y="3502613"/>
            <a:ext cx="3009172" cy="3009172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Gerader Verbinder 13">
            <a:extLst xmlns:a="http://schemas.openxmlformats.org/drawingml/2006/main">
              <a:ext uri="{FF2B5EF4-FFF2-40B4-BE49-F238E27FC236}">
                <a16:creationId xmlns:a16="http://schemas.microsoft.com/office/drawing/2014/main" id="{99364CCB-A53B-49E3-92B6-A714CB126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Titel 14">
            <a:extLst xmlns:a="http://schemas.openxmlformats.org/drawingml/2006/main">
              <a:ext uri="{FF2B5EF4-FFF2-40B4-BE49-F238E27FC236}">
                <a16:creationId xmlns:a16="http://schemas.microsoft.com/office/drawing/2014/main" id="{BBFA9D1B-ACF8-1FC6-462F-845F189AC1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50158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83AF95C5-FE62-CB69-A8C1-4988A3D5A739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959665a02f8f4f34">
              <a:extLst>
                <a:ext uri="{96DAC541-7B7A-43D3-8B79-37D633B846F1}">
                  <asvg:svgBlip xmlns:asvg="http://schemas.microsoft.com/office/drawing/2016/SVG/main" r:embed="R19f5b14759c84f0b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6" name="Datumsplatzhalter 15">
            <a:extLst xmlns:a="http://schemas.openxmlformats.org/drawingml/2006/main">
              <a:ext uri="{FF2B5EF4-FFF2-40B4-BE49-F238E27FC236}">
                <a16:creationId xmlns:a16="http://schemas.microsoft.com/office/drawing/2014/main" id="{1FB91768-A1B2-0D14-8871-07A2CD7A4A59}"/>
              </a:ext>
            </a:extLst>
          </p:cNvPr>
          <p:cNvSpPr>
            <a:spLocks xmlns:a="http://schemas.openxmlformats.org/drawingml/2006/main" noGrp="1"/>
          </p:cNvSpPr>
          <p:nvPr>
            <p:ph type="dt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7" name="Fußzeilenplatzhalter 16">
            <a:extLst xmlns:a="http://schemas.openxmlformats.org/drawingml/2006/main">
              <a:ext uri="{FF2B5EF4-FFF2-40B4-BE49-F238E27FC236}">
                <a16:creationId xmlns:a16="http://schemas.microsoft.com/office/drawing/2014/main" id="{494E7144-CA68-4170-1361-3C4D5C79303F}"/>
              </a:ext>
            </a:extLst>
          </p:cNvPr>
          <p:cNvSpPr>
            <a:spLocks xmlns:a="http://schemas.openxmlformats.org/drawingml/2006/main" noGrp="1"/>
          </p:cNvSpPr>
          <p:nvPr>
            <p:ph type="ftr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2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F7CA19A7-5D26-A88E-D333-276E8D3E2EF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5.xml><?xml version="1.0" encoding="utf-8"?>
<p:sldLayout xmlns:p="http://schemas.openxmlformats.org/presentationml/2006/main" preserve="1">
  <p:cSld name="Text + 4x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5577534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6" cy="2400866"/>
          </a:xfrm>
        </p:spPr>
        <p:txBody>
          <a:bodyPr xmlns:a="http://schemas.openxmlformats.org/drawingml/2006/main" tIns="1152000" anchor="ctr">
            <a:normAutofit/>
          </a:bodyPr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7123325" y="2475287"/>
            <a:ext cx="3009172" cy="1981847"/>
          </a:xfrm>
        </p:spPr>
        <p:txBody>
          <a:bodyPr xmlns:a="http://schemas.openxmlformats.org/drawingml/2006/main" tIns="360000" anchor="ctr">
            <a:noAutofit/>
          </a:bodyPr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6D261F-B94D-E890-D9ED-A8EC50316E1F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7123325" y="4529936"/>
            <a:ext cx="3009173" cy="1981847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505F99-02A0-F740-9F8C-6244C323B225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10205299" y="2475287"/>
            <a:ext cx="1986703" cy="4036496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20CEB744-F22C-45FE-B645-3594CA079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FCD4CD80-4000-0786-E31C-544CA273F8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5577535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98394779-4F74-4AF1-79CB-762EA19C127F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b7f88782af884267">
              <a:extLst>
                <a:ext uri="{96DAC541-7B7A-43D3-8B79-37D633B846F1}">
                  <asvg:svgBlip xmlns:asvg="http://schemas.microsoft.com/office/drawing/2016/SVG/main" r:embed="Rb6f760b78f9a4fb7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E1C60B30-D5B4-F613-659D-9801BF4C372B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C143E2BC-4816-4440-ACE5-EEFDD0BC5167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BA6232AB-3A7E-ECB0-7222-1EB36DAD327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6.xml><?xml version="1.0" encoding="utf-8"?>
<p:sldLayout xmlns:p="http://schemas.openxmlformats.org/presentationml/2006/main" preserve="1">
  <p:cSld name="Picture small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0" y="1447634"/>
            <a:ext cx="5062930" cy="95323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096000" y="2915312"/>
            <a:ext cx="5062930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1" y="1"/>
            <a:ext cx="4995873" cy="6511783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3787BCD8-E438-ED96-AC42-32BD7F83AE0D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4693633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91603B66-770B-1FE4-52AB-DC5BB194083B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7C65338A-BD68-3AE6-DC33-9F49BFBAEFFB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FAC9520-13F8-5FDB-0587-9080D7A16DE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7.xml><?xml version="1.0" encoding="utf-8"?>
<p:sldLayout xmlns:p="http://schemas.openxmlformats.org/presentationml/2006/main" preserve="1">
  <p:cSld name="2x Picture small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26" y="1447963"/>
            <a:ext cx="40364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25" y="2915312"/>
            <a:ext cx="4035605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1" y="1"/>
            <a:ext cx="4995873" cy="6511783"/>
          </a:xfrm>
        </p:spPr>
        <p:txBody>
          <a:bodyPr xmlns:a="http://schemas.openxmlformats.org/drawingml/2006/main" tIns="0" bIns="1548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1F05D00-7A21-CCF5-59F4-4D021A7D4749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3013191" y="4089455"/>
            <a:ext cx="3010007" cy="19811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3787BCD8-E438-ED96-AC42-32BD7F83AE0D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4693634" y="1654399"/>
            <a:ext cx="224645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10" name="Datumsplatzhalter 9">
            <a:extLst xmlns:a="http://schemas.openxmlformats.org/drawingml/2006/main">
              <a:ext uri="{FF2B5EF4-FFF2-40B4-BE49-F238E27FC236}">
                <a16:creationId xmlns:a16="http://schemas.microsoft.com/office/drawing/2014/main" id="{F97887FB-D8F6-79F8-8CA8-C4F6C0D39AA9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1" name="Fußzeilenplatzhalter 10">
            <a:extLst xmlns:a="http://schemas.openxmlformats.org/drawingml/2006/main">
              <a:ext uri="{FF2B5EF4-FFF2-40B4-BE49-F238E27FC236}">
                <a16:creationId xmlns:a16="http://schemas.microsoft.com/office/drawing/2014/main" id="{5156F2C2-DF1A-A15A-CE99-2CEAA274B697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6CD1AFA8-937A-354A-7AA8-970370B6E48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8.xml><?xml version="1.0" encoding="utf-8"?>
<p:sldLayout xmlns:p="http://schemas.openxmlformats.org/presentationml/2006/main" preserve="1">
  <p:cSld name="3x Picture small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26" y="1447634"/>
            <a:ext cx="40364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25" y="2915312"/>
            <a:ext cx="4035605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1" y="1"/>
            <a:ext cx="4995873" cy="6511782"/>
          </a:xfrm>
        </p:spPr>
        <p:txBody>
          <a:bodyPr xmlns:a="http://schemas.openxmlformats.org/drawingml/2006/main" lIns="324000" tIns="2052000" rIns="2088000" bIns="1548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1F05D00-7A21-CCF5-59F4-4D021A7D4749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3013191" y="4383068"/>
            <a:ext cx="2563924" cy="168757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27A1CA1-A4EA-507E-A168-FC4819D350C1}"/>
              </a:ext>
            </a:extLst>
          </p:cNvPr>
          <p:cNvSpPr>
            <a:spLocks xmlns:a="http://schemas.openxmlformats.org/drawingml/2006/main" noGrp="1"/>
          </p:cNvSpPr>
          <p:nvPr>
            <p:ph type="pic" idx="22" hasCustomPrompt="1"/>
          </p:nvPr>
        </p:nvSpPr>
        <p:spPr>
          <a:xfrm xmlns:a="http://schemas.openxmlformats.org/drawingml/2006/main">
            <a:off x="3014027" y="2181446"/>
            <a:ext cx="2563924" cy="168757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41A00CB7-1F56-223B-5281-17F933426F1A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4693634" y="1654399"/>
            <a:ext cx="224645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9" name="Datumsplatzhalter 8">
            <a:extLst xmlns:a="http://schemas.openxmlformats.org/drawingml/2006/main">
              <a:ext uri="{FF2B5EF4-FFF2-40B4-BE49-F238E27FC236}">
                <a16:creationId xmlns:a16="http://schemas.microsoft.com/office/drawing/2014/main" id="{495F7142-B4A3-D310-313C-919B23ED970D}"/>
              </a:ext>
            </a:extLst>
          </p:cNvPr>
          <p:cNvSpPr>
            <a:spLocks xmlns:a="http://schemas.openxmlformats.org/drawingml/2006/main" noGrp="1"/>
          </p:cNvSpPr>
          <p:nvPr>
            <p:ph type="dt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4DF37901-936B-F40D-2FF2-E201B6528B9D}"/>
              </a:ext>
            </a:extLst>
          </p:cNvPr>
          <p:cNvSpPr>
            <a:spLocks xmlns:a="http://schemas.openxmlformats.org/drawingml/2006/main" noGrp="1"/>
          </p:cNvSpPr>
          <p:nvPr>
            <p:ph type="ftr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E87324A-3372-09CC-D7F5-1944113FAD2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9.xml><?xml version="1.0" encoding="utf-8"?>
<p:sldLayout xmlns:p="http://schemas.openxmlformats.org/presentationml/2006/main" preserve="1">
  <p:cSld name="Picture medium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75" y="1447963"/>
            <a:ext cx="403644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75" y="2915312"/>
            <a:ext cx="4035669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0" y="1"/>
            <a:ext cx="6023198" cy="6511783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7A37629A-1832-68E8-A114-C95A70114C5F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1046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2DFF3A7C-F081-6FDF-46ED-106F7817C885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179ABC70-3A92-E994-AA09-46092DF4C5AA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10928E5C-C235-8A42-4E52-9D8AB49C034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0.xml><?xml version="1.0" encoding="utf-8"?>
<p:sldLayout xmlns:p="http://schemas.openxmlformats.org/presentationml/2006/main" preserve="1">
  <p:cSld name="Picture large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50650" y="1447963"/>
            <a:ext cx="3009172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8150649" y="2915312"/>
            <a:ext cx="3008394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-1" y="1"/>
            <a:ext cx="7124790" cy="6511783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7A37629A-1832-68E8-A114-C95A70114C5F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6738320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7344B420-545A-62A7-E9BA-614E7AC089C4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B00ADD3D-62B4-D417-85EB-AC2A4C6FDA6B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DF1F8642-68C1-00B9-516E-C418C6A39D4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1.xml><?xml version="1.0" encoding="utf-8"?>
<p:sldLayout xmlns:p="http://schemas.openxmlformats.org/presentationml/2006/main" preserve="1">
  <p:cSld name="2 x Picture medium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75" y="1447634"/>
            <a:ext cx="4035669" cy="95323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75" y="2915312"/>
            <a:ext cx="4035669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0" y="1"/>
            <a:ext cx="6023198" cy="3429809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7A37629A-1832-68E8-A114-C95A70114C5F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1046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43E05FC7-82BE-0C41-DD16-3357985FC05E}"/>
              </a:ext>
            </a:extLst>
          </p:cNvPr>
          <p:cNvSpPr>
            <a:spLocks xmlns:a="http://schemas.openxmlformats.org/drawingml/2006/main" noGrp="1"/>
          </p:cNvSpPr>
          <p:nvPr>
            <p:ph type="pic" idx="21" hasCustomPrompt="1"/>
          </p:nvPr>
        </p:nvSpPr>
        <p:spPr>
          <a:xfrm xmlns:a="http://schemas.openxmlformats.org/drawingml/2006/main">
            <a:off x="0" y="3502611"/>
            <a:ext cx="6023198" cy="3009173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5" name="Datumsplatzhalter 4">
            <a:extLst xmlns:a="http://schemas.openxmlformats.org/drawingml/2006/main">
              <a:ext uri="{FF2B5EF4-FFF2-40B4-BE49-F238E27FC236}">
                <a16:creationId xmlns:a16="http://schemas.microsoft.com/office/drawing/2014/main" id="{75DEE9CA-150C-0798-4D8D-EAFBCD56B24E}"/>
              </a:ext>
            </a:extLst>
          </p:cNvPr>
          <p:cNvSpPr>
            <a:spLocks xmlns:a="http://schemas.openxmlformats.org/drawingml/2006/main" noGrp="1"/>
          </p:cNvSpPr>
          <p:nvPr>
            <p:ph type="dt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2" name="Fußzeilenplatzhalter 11">
            <a:extLst xmlns:a="http://schemas.openxmlformats.org/drawingml/2006/main">
              <a:ext uri="{FF2B5EF4-FFF2-40B4-BE49-F238E27FC236}">
                <a16:creationId xmlns:a16="http://schemas.microsoft.com/office/drawing/2014/main" id="{9927B507-9DED-F539-8DB0-88F5E5DBB362}"/>
              </a:ext>
            </a:extLst>
          </p:cNvPr>
          <p:cNvSpPr>
            <a:spLocks xmlns:a="http://schemas.openxmlformats.org/drawingml/2006/main" noGrp="1"/>
          </p:cNvSpPr>
          <p:nvPr>
            <p:ph type="ftr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26152D4A-93EA-73F0-2FEF-2DB9BC1C54E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2.xml><?xml version="1.0" encoding="utf-8"?>
<p:sldLayout xmlns:p="http://schemas.openxmlformats.org/presentationml/2006/main" preserve="1">
  <p:cSld name="3x Picture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259712A-84DA-91C4-019C-0526D643DE44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0" y="1"/>
            <a:ext cx="6023198" cy="3429809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75" y="1447634"/>
            <a:ext cx="4035669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74" y="2915312"/>
            <a:ext cx="4035669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550EFE-52E4-B588-BCD3-3F1385CC3A93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0" y="3502612"/>
            <a:ext cx="2941223" cy="3009172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BA06215-A938-D338-D0E4-2E5A33BC0500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3014026" y="3502612"/>
            <a:ext cx="3009172" cy="3009172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0009BAB7-4811-A6E6-6686-B29A79B4D17A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1046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9" name="Datumsplatzhalter 8">
            <a:extLst xmlns:a="http://schemas.openxmlformats.org/drawingml/2006/main">
              <a:ext uri="{FF2B5EF4-FFF2-40B4-BE49-F238E27FC236}">
                <a16:creationId xmlns:a16="http://schemas.microsoft.com/office/drawing/2014/main" id="{A9008DF5-53C1-9C6F-A658-90673D97EE06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E751EF08-7871-9322-93EF-917A88E44669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F7EAAF1-BEA8-0E9C-F283-B52C927A4EB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3.xml><?xml version="1.0" encoding="utf-8"?>
<p:sldLayout xmlns:p="http://schemas.openxmlformats.org/presentationml/2006/main" preserve="1">
  <p:cSld name="4x Picture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75" y="1447963"/>
            <a:ext cx="4035669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74" y="2915312"/>
            <a:ext cx="4035669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0" y="1"/>
            <a:ext cx="6023198" cy="2400866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550EFE-52E4-B588-BCD3-3F1385CC3A93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0" y="2475287"/>
            <a:ext cx="2941223" cy="4036497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BA06215-A938-D338-D0E4-2E5A33BC0500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3014026" y="2475288"/>
            <a:ext cx="3009172" cy="1981847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F874EA88-5D8E-675D-61BF-2ACE9FE3ECD8}"/>
              </a:ext>
            </a:extLst>
          </p:cNvPr>
          <p:cNvSpPr>
            <a:spLocks xmlns:a="http://schemas.openxmlformats.org/drawingml/2006/main" noGrp="1"/>
          </p:cNvSpPr>
          <p:nvPr>
            <p:ph type="pic" idx="21" hasCustomPrompt="1"/>
          </p:nvPr>
        </p:nvSpPr>
        <p:spPr>
          <a:xfrm xmlns:a="http://schemas.openxmlformats.org/drawingml/2006/main">
            <a:off x="3014026" y="4538366"/>
            <a:ext cx="3009172" cy="1973418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9CE7D705-8FF0-6FF9-ECAE-0F176D841A52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1046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5" name="Datumsplatzhalter 4">
            <a:extLst xmlns:a="http://schemas.openxmlformats.org/drawingml/2006/main">
              <a:ext uri="{FF2B5EF4-FFF2-40B4-BE49-F238E27FC236}">
                <a16:creationId xmlns:a16="http://schemas.microsoft.com/office/drawing/2014/main" id="{2E4EF72C-5140-DBC7-63FC-C6646DF74A1E}"/>
              </a:ext>
            </a:extLst>
          </p:cNvPr>
          <p:cNvSpPr>
            <a:spLocks xmlns:a="http://schemas.openxmlformats.org/drawingml/2006/main" noGrp="1"/>
          </p:cNvSpPr>
          <p:nvPr>
            <p:ph type="dt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9" name="Fußzeilenplatzhalter 8">
            <a:extLst xmlns:a="http://schemas.openxmlformats.org/drawingml/2006/main">
              <a:ext uri="{FF2B5EF4-FFF2-40B4-BE49-F238E27FC236}">
                <a16:creationId xmlns:a16="http://schemas.microsoft.com/office/drawing/2014/main" id="{2303E58F-E4EB-B5DE-1C27-1B00DCE9068B}"/>
              </a:ext>
            </a:extLst>
          </p:cNvPr>
          <p:cNvSpPr>
            <a:spLocks xmlns:a="http://schemas.openxmlformats.org/drawingml/2006/main" noGrp="1"/>
          </p:cNvSpPr>
          <p:nvPr>
            <p:ph type="ftr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17BF6DF0-8D04-6447-4652-A0642E05D65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4.xml><?xml version="1.0" encoding="utf-8"?>
<p:sldLayout xmlns:p="http://schemas.openxmlformats.org/presentationml/2006/main" preserve="1">
  <p:cSld name="Wide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2475286"/>
            <a:ext cx="12192000" cy="4036494"/>
          </a:xfrm>
        </p:spPr>
        <p:txBody>
          <a:bodyPr xmlns:a="http://schemas.openxmlformats.org/drawingml/2006/main" tIns="144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2F464168-9242-4C9D-B6C7-84F2C6BA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4F71BC56-37FE-8D6E-57B4-829565CD2C85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B802352D-FEA4-6820-B39A-0F49E769CC2D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8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EFB33B2-D079-87F5-71B4-2ADB190DEC4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5.xml><?xml version="1.0" encoding="utf-8"?>
<p:sldLayout xmlns:p="http://schemas.openxmlformats.org/presentationml/2006/main" preserve="1">
  <p:cSld name="Fullscreen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511783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FESTO-Logo">
            <a:extLst xmlns:a="http://schemas.openxmlformats.org/drawingml/2006/main">
              <a:ext uri="{FF2B5EF4-FFF2-40B4-BE49-F238E27FC236}">
                <a16:creationId xmlns:a16="http://schemas.microsoft.com/office/drawing/2014/main" id="{AEE09227-2696-0566-E699-ACBEF8A6DA7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b1f76261e7464f78">
              <a:extLst>
                <a:ext uri="{96DAC541-7B7A-43D3-8B79-37D633B846F1}">
                  <asvg:svgBlip xmlns:asvg="http://schemas.microsoft.com/office/drawing/2016/SVG/main" r:embed="Rd3f0cf02e8dc4b9c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5513393C-F326-211C-7DA3-23BF25559D02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3" name="Fußzeilenplatzhalter 2">
            <a:extLst xmlns:a="http://schemas.openxmlformats.org/drawingml/2006/main">
              <a:ext uri="{FF2B5EF4-FFF2-40B4-BE49-F238E27FC236}">
                <a16:creationId xmlns:a16="http://schemas.microsoft.com/office/drawing/2014/main" id="{133E06D0-4E3D-D226-3FBE-D4791EA33512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6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B3D261CB-EC76-25EB-DE34-5518003326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6.xml><?xml version="1.0" encoding="utf-8"?>
<p:sldLayout xmlns:p="http://schemas.openxmlformats.org/presentationml/2006/main" preserve="1">
  <p:cSld name="Title + Fullscreen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511783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8E1CE913-1002-A42F-1826-9C745D4D4D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6388ABCD-7149-8418-A1B5-E0E1821075EC}"/>
              </a:ext>
            </a:extLst>
          </p:cNvPr>
          <p:cNvSpPr>
            <a:spLocks xmlns:a="http://schemas.openxmlformats.org/drawingml/2006/main" noGrp="1"/>
          </p:cNvSpPr>
          <p:nvPr>
            <p:ph type="dgm" idx="19"/>
          </p:nvPr>
        </p:nvSpPr>
        <p:spPr>
          <a:xfrm xmlns:a="http://schemas.openxmlformats.org/drawingml/2006/main">
            <a:off x="7279" y="1140276"/>
            <a:ext cx="733758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0C715372-2F5A-C8B8-ECE5-9457BD0E3AB2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34722e944cc74cc7">
              <a:extLst>
                <a:ext uri="{96DAC541-7B7A-43D3-8B79-37D633B846F1}">
                  <asvg:svgBlip xmlns:asvg="http://schemas.microsoft.com/office/drawing/2016/SVG/main" r:embed="R08949d090edd43c6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A6291560-BFE3-CBB5-CB7F-0C1529365E08}"/>
              </a:ext>
            </a:extLst>
          </p:cNvPr>
          <p:cNvSpPr>
            <a:spLocks xmlns:a="http://schemas.openxmlformats.org/drawingml/2006/main" noGrp="1"/>
          </p:cNvSpPr>
          <p:nvPr>
            <p:ph type="dt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6" name="Fußzeilenplatzhalter 5">
            <a:extLst xmlns:a="http://schemas.openxmlformats.org/drawingml/2006/main">
              <a:ext uri="{FF2B5EF4-FFF2-40B4-BE49-F238E27FC236}">
                <a16:creationId xmlns:a16="http://schemas.microsoft.com/office/drawing/2014/main" id="{C0CAD68E-BC0B-3EBC-0290-BC6E0B1921AD}"/>
              </a:ext>
            </a:extLst>
          </p:cNvPr>
          <p:cNvSpPr>
            <a:spLocks xmlns:a="http://schemas.openxmlformats.org/drawingml/2006/main" noGrp="1"/>
          </p:cNvSpPr>
          <p:nvPr>
            <p:ph type="ftr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8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98C4DC39-8670-C731-5DE0-D87AB8C6F7B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7.xml><?xml version="1.0" encoding="utf-8"?>
<p:sldLayout xmlns:p="http://schemas.openxmlformats.org/presentationml/2006/main" showMasterSp="0" preserve="1">
  <p:cSld name="Fullscreen Vide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Medienplatzhalter 2">
            <a:extLst xmlns:a="http://schemas.openxmlformats.org/drawingml/2006/main">
              <a:ext uri="{FF2B5EF4-FFF2-40B4-BE49-F238E27FC236}">
                <a16:creationId xmlns:a16="http://schemas.microsoft.com/office/drawing/2014/main" id="{D49860AD-26BB-7C4B-79B2-C791571B20FC}"/>
              </a:ext>
            </a:extLst>
          </p:cNvPr>
          <p:cNvSpPr>
            <a:spLocks xmlns:a="http://schemas.openxmlformats.org/drawingml/2006/main" noGrp="1"/>
          </p:cNvSpPr>
          <p:nvPr>
            <p:ph type="media" idx="13" hasCustomPrompt="1"/>
          </p:nvPr>
        </p:nvSpPr>
        <p:spPr>
          <a:xfrm xmlns:a="http://schemas.openxmlformats.org/drawingml/2006/main">
            <a:off x="-1" y="1"/>
            <a:ext cx="1219199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video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video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Datumsplatzhalter 3">
            <a:extLst xmlns:a="http://schemas.openxmlformats.org/drawingml/2006/main">
              <a:ext uri="{FF2B5EF4-FFF2-40B4-BE49-F238E27FC236}">
                <a16:creationId xmlns:a16="http://schemas.microsoft.com/office/drawing/2014/main" id="{4B98DAB7-BEE7-226D-5637-B0A7F552F7D0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E1AAF9EF-CE98-9AB4-9F25-4A00CD5501C3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2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E912952A-E1C6-56C8-7F75-622520F49A3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8.xml><?xml version="1.0" encoding="utf-8"?>
<p:sldLayout xmlns:p="http://schemas.openxmlformats.org/presentationml/2006/main" preserve="1">
  <p:cSld name="Content Slides dark Images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feld 5">
            <a:extLst xmlns:a="http://schemas.openxmlformats.org/drawingml/2006/main">
              <a:ext uri="{FF2B5EF4-FFF2-40B4-BE49-F238E27FC236}">
                <a16:creationId xmlns:a16="http://schemas.microsoft.com/office/drawing/2014/main" id="{EB4D9AFF-BFB1-3060-5E48-71EBC380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1888014"/>
            <a:ext cx="11447796" cy="2569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611"/>
              </a:spcBef>
              <a:spcAft>
                <a:spcPts val="611"/>
              </a:spcAft>
              <a:buClr>
                <a:schemeClr val="accent4"/>
              </a:buClr>
              <a:buFont typeface="Arial"/>
              <a:buNone/>
            </a:pPr>
            <a:r>
              <a:rPr sz="14064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Content slides dark images</a:t>
            </a:r>
          </a:p>
        </p:txBody>
      </p:sp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67C85B7D-8FF0-73B1-FEAA-631A7F8FBA2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3" name="Fußzeilenplatzhalter 2">
            <a:extLst xmlns:a="http://schemas.openxmlformats.org/drawingml/2006/main">
              <a:ext uri="{FF2B5EF4-FFF2-40B4-BE49-F238E27FC236}">
                <a16:creationId xmlns:a16="http://schemas.microsoft.com/office/drawing/2014/main" id="{27D9FE4D-DC87-7F15-D19B-6FC2150A24F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Foliennummernplatzhalter 3">
            <a:extLst xmlns:a="http://schemas.openxmlformats.org/drawingml/2006/main">
              <a:ext uri="{FF2B5EF4-FFF2-40B4-BE49-F238E27FC236}">
                <a16:creationId xmlns:a16="http://schemas.microsoft.com/office/drawing/2014/main" id="{91FEF5F6-418C-DEF5-9639-BAC3C7EF3E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 flipH="1">
            <a:off x="10426258" y="-834670"/>
            <a:ext cx="1252659" cy="8605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  <p:sp>
        <p:nvSpPr>
          <p:cNvPr id="5" name="Rechteck 4">
            <a:extLst xmlns:a="http://schemas.openxmlformats.org/drawingml/2006/main">
              <a:ext uri="{FF2B5EF4-FFF2-40B4-BE49-F238E27FC236}">
                <a16:creationId xmlns:a16="http://schemas.microsoft.com/office/drawing/2014/main" id="{DAC441EA-5342-2CB5-144C-F86DC501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300" y="0"/>
            <a:ext cx="1614599" cy="13735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 sz="1834">
              <a:solidFill>
                <a:schemeClr val="bg1"/>
              </a:solidFill>
            </a:endParaRPr>
          </a:p>
        </p:txBody>
      </p:sp>
      <p:sp>
        <p:nvSpPr>
          <p:cNvPr id="9" name="Rechteck 8">
            <a:extLst xmlns:a="http://schemas.openxmlformats.org/drawingml/2006/main">
              <a:ext uri="{FF2B5EF4-FFF2-40B4-BE49-F238E27FC236}">
                <a16:creationId xmlns:a16="http://schemas.microsoft.com/office/drawing/2014/main" id="{E2BEB23C-F999-182D-14B0-2EB240371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420637"/>
            <a:ext cx="3596446" cy="51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r>
              <a:rPr sz="1834">
                <a:solidFill>
                  <a:schemeClr val="tx1"/>
                </a:solidFill>
              </a:rPr>
              <a:t>Not for layout purposes</a:t>
            </a:r>
          </a:p>
        </p:txBody>
      </p:sp>
    </p:spTree>
  </p:cSld>
  <p:hf sldNum="0" hdr="0" ftr="0" dt="0"/>
</p:sldLayout>
</file>

<file path=ppt/slideLayouts/slideLayout49.xml><?xml version="1.0" encoding="utf-8"?>
<p:sldLayout xmlns:p="http://schemas.openxmlformats.org/presentationml/2006/main" preserve="1">
  <p:cSld name="Text + Picture small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557690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5117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3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CCEC33AA-0D63-AE2A-963E-AD01267B8DAB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B16F0DB1-099B-41C8-B7B7-51CB86074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Titel 11">
            <a:extLst xmlns:a="http://schemas.openxmlformats.org/drawingml/2006/main">
              <a:ext uri="{FF2B5EF4-FFF2-40B4-BE49-F238E27FC236}">
                <a16:creationId xmlns:a16="http://schemas.microsoft.com/office/drawing/2014/main" id="{60BB81BC-F744-EE7C-E9AD-337C4589BA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5576902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14EFE946-4F96-1B7D-CF71-F733430B13EA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79F3C132-8AEE-9E8C-D683-149A2CB6F5D2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2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FCD6A6ED-35E6-09D7-E56F-AFA4A4176D2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0.xml><?xml version="1.0" encoding="utf-8"?>
<p:sldLayout xmlns:p="http://schemas.openxmlformats.org/presentationml/2006/main" preserve="1">
  <p:cSld name="Text + 2x Picture small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287"/>
            <a:ext cx="454955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51178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A88B184D-9888-81B0-B54E-441D84D8679B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0571ABC-24B4-EDF1-8279-2A2CDA2592E7}"/>
              </a:ext>
            </a:extLst>
          </p:cNvPr>
          <p:cNvSpPr>
            <a:spLocks xmlns:a="http://schemas.openxmlformats.org/drawingml/2006/main" noGrp="1"/>
          </p:cNvSpPr>
          <p:nvPr>
            <p:ph type="pic" idx="22" hasCustomPrompt="1"/>
          </p:nvPr>
        </p:nvSpPr>
        <p:spPr>
          <a:xfrm xmlns:a="http://schemas.openxmlformats.org/drawingml/2006/main">
            <a:off x="6096000" y="4089456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67D359E3-E77E-4E4E-BF1B-5131F29F5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Titel 5">
            <a:extLst xmlns:a="http://schemas.openxmlformats.org/drawingml/2006/main">
              <a:ext uri="{FF2B5EF4-FFF2-40B4-BE49-F238E27FC236}">
                <a16:creationId xmlns:a16="http://schemas.microsoft.com/office/drawing/2014/main" id="{9872597D-28DE-3CE5-75C3-1987483CFE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5576902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4" name="Datumsplatzhalter 13">
            <a:extLst xmlns:a="http://schemas.openxmlformats.org/drawingml/2006/main">
              <a:ext uri="{FF2B5EF4-FFF2-40B4-BE49-F238E27FC236}">
                <a16:creationId xmlns:a16="http://schemas.microsoft.com/office/drawing/2014/main" id="{E7055089-C310-FBFB-3110-255C5777B6A2}"/>
              </a:ext>
            </a:extLst>
          </p:cNvPr>
          <p:cNvSpPr>
            <a:spLocks xmlns:a="http://schemas.openxmlformats.org/drawingml/2006/main" noGrp="1"/>
          </p:cNvSpPr>
          <p:nvPr>
            <p:ph type="dt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5" name="Fußzeilenplatzhalter 14">
            <a:extLst xmlns:a="http://schemas.openxmlformats.org/drawingml/2006/main">
              <a:ext uri="{FF2B5EF4-FFF2-40B4-BE49-F238E27FC236}">
                <a16:creationId xmlns:a16="http://schemas.microsoft.com/office/drawing/2014/main" id="{891979E5-2E49-757A-A3C9-08B33ED8E714}"/>
              </a:ext>
            </a:extLst>
          </p:cNvPr>
          <p:cNvSpPr>
            <a:spLocks xmlns:a="http://schemas.openxmlformats.org/drawingml/2006/main" noGrp="1"/>
          </p:cNvSpPr>
          <p:nvPr>
            <p:ph type="ftr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D6104DF8-A5AA-8F9E-8DA7-77DA9ED4467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1.xml><?xml version="1.0" encoding="utf-8"?>
<p:sldLayout xmlns:p="http://schemas.openxmlformats.org/presentationml/2006/main" preserve="1">
  <p:cSld name="Text + 3x Picture small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352217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51178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3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17FBEE26-EF6A-FB40-624D-D3EF6BE01A9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35F600C-5254-9ED5-D79E-6C03AF9DDEEB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5068676" y="4089455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9692F17-DF23-900B-6A29-8DC63BF654E6}"/>
              </a:ext>
            </a:extLst>
          </p:cNvPr>
          <p:cNvSpPr>
            <a:spLocks xmlns:a="http://schemas.openxmlformats.org/drawingml/2006/main" noGrp="1"/>
          </p:cNvSpPr>
          <p:nvPr>
            <p:ph type="pic" idx="24" hasCustomPrompt="1"/>
          </p:nvPr>
        </p:nvSpPr>
        <p:spPr>
          <a:xfrm xmlns:a="http://schemas.openxmlformats.org/drawingml/2006/main">
            <a:off x="8779164" y="4089456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42D1BEC3-26FD-4DB2-A7F5-75B21CB3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D21E0D19-5457-16AD-73E8-A5B915CFF1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557692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68ABBA91-8E20-CB30-AAD7-A616306865BF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A6525E11-5EC5-6C24-CBAA-CE27869B4BAF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CE2B948D-72E4-E7FE-4BD7-3B95572BAE2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2.xml><?xml version="1.0" encoding="utf-8"?>
<p:sldLayout xmlns:p="http://schemas.openxmlformats.org/presentationml/2006/main" preserve="1">
  <p:cSld name="Text + 3x Picture small up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352217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51178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3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17FBEE26-EF6A-FB40-624D-D3EF6BE01A9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35F600C-5254-9ED5-D79E-6C03AF9DDEEB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5068676" y="4089456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5E5DE80-8A34-8A92-A404-B62444893070}"/>
              </a:ext>
            </a:extLst>
          </p:cNvPr>
          <p:cNvSpPr>
            <a:spLocks xmlns:a="http://schemas.openxmlformats.org/drawingml/2006/main" noGrp="1"/>
          </p:cNvSpPr>
          <p:nvPr>
            <p:ph type="pic" idx="24" hasCustomPrompt="1"/>
          </p:nvPr>
        </p:nvSpPr>
        <p:spPr>
          <a:xfrm xmlns:a="http://schemas.openxmlformats.org/drawingml/2006/main">
            <a:off x="5068676" y="1594224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07CCF4AD-FA61-456A-96C8-33E9A299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0893CB64-CFB0-1E13-65A7-E9999594D7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352217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6" name="Datumsplatzhalter 15">
            <a:extLst xmlns:a="http://schemas.openxmlformats.org/drawingml/2006/main">
              <a:ext uri="{FF2B5EF4-FFF2-40B4-BE49-F238E27FC236}">
                <a16:creationId xmlns:a16="http://schemas.microsoft.com/office/drawing/2014/main" id="{2929A475-E4B2-8491-4B6A-3333A4408C40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7" name="Fußzeilenplatzhalter 16">
            <a:extLst xmlns:a="http://schemas.openxmlformats.org/drawingml/2006/main">
              <a:ext uri="{FF2B5EF4-FFF2-40B4-BE49-F238E27FC236}">
                <a16:creationId xmlns:a16="http://schemas.microsoft.com/office/drawing/2014/main" id="{09ADDC3B-6EF9-44C9-63F5-92092603DE0F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B0C44354-1542-DBD3-2A2A-92693C264A3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3.xml><?xml version="1.0" encoding="utf-8"?>
<p:sldLayout xmlns:p="http://schemas.openxmlformats.org/presentationml/2006/main" preserve="1">
  <p:cSld name="Text + Picture medium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454952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0" y="1"/>
            <a:ext cx="6096000" cy="65117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4A4FEFBE-643B-7CEA-CBE7-2A424743EA9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BAB8F567-49D7-E9AF-BD1F-6C6AB7B457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4952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F80213E6-8CA1-4A00-A6C9-89888BD2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0308DEE5-F78B-7950-3365-5C6261FCA25D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B9D3EF29-B860-1F30-9675-8A6C2A7032BF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576DAF30-5DD9-E102-B624-FF55D8424C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4.xml><?xml version="1.0" encoding="utf-8"?>
<p:sldLayout xmlns:p="http://schemas.openxmlformats.org/presentationml/2006/main" preserve="1">
  <p:cSld name="Text + 2x Picture medium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352215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0" y="1"/>
            <a:ext cx="6096000" cy="651178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DF33D803-4825-6BFE-432E-1F1BCB174CED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D2EC0F7-6E83-72CB-4F2D-F3052F91317F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5068676" y="4089456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51B02607-637F-4837-B3B7-4152848AA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63915F2E-313B-22E2-B725-D7C7DB6F44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49553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1" name="Datumsplatzhalter 10">
            <a:extLst xmlns:a="http://schemas.openxmlformats.org/drawingml/2006/main">
              <a:ext uri="{FF2B5EF4-FFF2-40B4-BE49-F238E27FC236}">
                <a16:creationId xmlns:a16="http://schemas.microsoft.com/office/drawing/2014/main" id="{CF198929-C21B-03A7-833C-BC6D923D37F8}"/>
              </a:ext>
            </a:extLst>
          </p:cNvPr>
          <p:cNvSpPr>
            <a:spLocks xmlns:a="http://schemas.openxmlformats.org/drawingml/2006/main" noGrp="1"/>
          </p:cNvSpPr>
          <p:nvPr>
            <p:ph type="dt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2" name="Fußzeilenplatzhalter 11">
            <a:extLst xmlns:a="http://schemas.openxmlformats.org/drawingml/2006/main">
              <a:ext uri="{FF2B5EF4-FFF2-40B4-BE49-F238E27FC236}">
                <a16:creationId xmlns:a16="http://schemas.microsoft.com/office/drawing/2014/main" id="{4706AD5D-0DB1-9FE4-AB72-2E75409C4B78}"/>
              </a:ext>
            </a:extLst>
          </p:cNvPr>
          <p:cNvSpPr>
            <a:spLocks xmlns:a="http://schemas.openxmlformats.org/drawingml/2006/main" noGrp="1"/>
          </p:cNvSpPr>
          <p:nvPr>
            <p:ph type="ftr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B626A1A2-FE7A-6A06-5BF4-A97688A3FF0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5.xml><?xml version="1.0" encoding="utf-8"?>
<p:sldLayout xmlns:p="http://schemas.openxmlformats.org/presentationml/2006/main" preserve="1">
  <p:cSld name="Text + Picture big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352278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5069509" y="1"/>
            <a:ext cx="7122492" cy="65117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7D3C61D8-1A81-C702-27E8-1A7FF48D4998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684A703B-BEE4-48C1-AD65-AE25E2CEA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5E73FE6B-EE21-283F-1C70-928CF491F6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3522782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93B008C4-1437-8E29-7AFE-DFA190F63A09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D4E6CC33-67C0-F23D-D144-DF5BAB8CE4A3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9F6E9490-25D4-89D2-BE60-86751A6ADBE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6.xml><?xml version="1.0" encoding="utf-8"?>
<p:sldLayout xmlns:p="http://schemas.openxmlformats.org/presentationml/2006/main" preserve="1">
  <p:cSld name="Text + 2x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4550157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1" cy="342819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6096001" y="3502613"/>
            <a:ext cx="6096001" cy="300917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45E280E5-98FE-997D-EB4F-4C85B35CA2B5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F3DC1A36-2FE9-37C1-3F75-F214FFA6B8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455015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36EE5E6C-26C6-43D4-8FEE-64277AB70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Datumsplatzhalter 12">
            <a:extLst xmlns:a="http://schemas.openxmlformats.org/drawingml/2006/main">
              <a:ext uri="{FF2B5EF4-FFF2-40B4-BE49-F238E27FC236}">
                <a16:creationId xmlns:a16="http://schemas.microsoft.com/office/drawing/2014/main" id="{68609EF9-83E1-3551-E8BF-24CDFB5C476E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28145D90-CBE4-8F91-8AFE-E68128A82C6E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2393E937-D47C-705B-493A-D76A77F6C09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7.xml><?xml version="1.0" encoding="utf-8"?>
<p:sldLayout xmlns:p="http://schemas.openxmlformats.org/presentationml/2006/main" preserve="1">
  <p:cSld name="Text + 3x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4550157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1" cy="342819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6096001" y="3502613"/>
            <a:ext cx="3009172" cy="300917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6D261F-B94D-E890-D9ED-A8EC50316E1F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182828" y="3502613"/>
            <a:ext cx="3009172" cy="300917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F263925F-A50E-34A4-DA49-E31FEA8898B3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A9D284BC-71D1-09A6-C648-222416C6CF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455015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FBD672A4-CC4D-455F-BE56-8107C4AD4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Datumsplatzhalter 13">
            <a:extLst xmlns:a="http://schemas.openxmlformats.org/drawingml/2006/main">
              <a:ext uri="{FF2B5EF4-FFF2-40B4-BE49-F238E27FC236}">
                <a16:creationId xmlns:a16="http://schemas.microsoft.com/office/drawing/2014/main" id="{AE6AEAC7-0231-CF96-2049-9071DFC0BF81}"/>
              </a:ext>
            </a:extLst>
          </p:cNvPr>
          <p:cNvSpPr>
            <a:spLocks xmlns:a="http://schemas.openxmlformats.org/drawingml/2006/main" noGrp="1"/>
          </p:cNvSpPr>
          <p:nvPr>
            <p:ph type="dt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5" name="Fußzeilenplatzhalter 14">
            <a:extLst xmlns:a="http://schemas.openxmlformats.org/drawingml/2006/main">
              <a:ext uri="{FF2B5EF4-FFF2-40B4-BE49-F238E27FC236}">
                <a16:creationId xmlns:a16="http://schemas.microsoft.com/office/drawing/2014/main" id="{53E8478E-68F4-2641-2572-6153C8B1D36D}"/>
              </a:ext>
            </a:extLst>
          </p:cNvPr>
          <p:cNvSpPr>
            <a:spLocks xmlns:a="http://schemas.openxmlformats.org/drawingml/2006/main" noGrp="1"/>
          </p:cNvSpPr>
          <p:nvPr>
            <p:ph type="ftr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4EF22AA7-4B2F-A4FD-0470-A0B53698D10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8.xml><?xml version="1.0" encoding="utf-8"?>
<p:sldLayout xmlns:p="http://schemas.openxmlformats.org/presentationml/2006/main" preserve="1">
  <p:cSld name="Text + 4x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5577534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6" cy="24008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152000" anchor="ctr">
            <a:normAutofit/>
          </a:bodyPr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7123325" y="2475287"/>
            <a:ext cx="3009172" cy="198184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60000" anchor="ctr">
            <a:noAutofit/>
          </a:bodyPr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6D261F-B94D-E890-D9ED-A8EC50316E1F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7123325" y="4529936"/>
            <a:ext cx="3009173" cy="198184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505F99-02A0-F740-9F8C-6244C323B225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10205299" y="2475287"/>
            <a:ext cx="1986703" cy="403649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65ECDEA6-1F4E-D3AB-C54B-96F4BE254E11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CA19A013-5C87-43ED-8B16-A803F02A3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C9FA7BEE-1185-0DD8-FDCA-70159EC5A9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5577534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F331C2C9-E9C9-526C-C00B-2BD145390832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3DA8DE26-DCFC-D32C-C7A8-876A362D5127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713073F-DEA9-EEAF-CDEC-A4FC1C7D5FD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9.xml><?xml version="1.0" encoding="utf-8"?>
<p:sldLayout xmlns:p="http://schemas.openxmlformats.org/presentationml/2006/main" preserve="1">
  <p:cSld name="Fullscreen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5117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346EF1C9-86C8-909F-3694-EA4182817318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5615E655-E562-E8B3-8589-64DEBD35E12F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6D47CDD1-217C-2903-3E6D-70E566D1F8DB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6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5F952C66-9275-515B-A11A-7335773C4D1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60.xml><?xml version="1.0" encoding="utf-8"?>
<p:sldLayout xmlns:p="http://schemas.openxmlformats.org/presentationml/2006/main" preserve="1">
  <p:cSld name="Title + Fullscreen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5117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8E1CE913-1002-A42F-1826-9C745D4D4D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6388ABCD-7149-8418-A1B5-E0E1821075EC}"/>
              </a:ext>
            </a:extLst>
          </p:cNvPr>
          <p:cNvSpPr>
            <a:spLocks xmlns:a="http://schemas.openxmlformats.org/drawingml/2006/main" noGrp="1"/>
          </p:cNvSpPr>
          <p:nvPr>
            <p:ph type="dgm" idx="19"/>
          </p:nvPr>
        </p:nvSpPr>
        <p:spPr>
          <a:xfrm xmlns:a="http://schemas.openxmlformats.org/drawingml/2006/main" flipV="1">
            <a:off x="21840" y="1140276"/>
            <a:ext cx="71919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2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39AD5E86-3787-BBA5-8001-4AFB34A0A31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5B5E1D7B-F321-FAFE-A383-8C6B0CA4E682}"/>
              </a:ext>
            </a:extLst>
          </p:cNvPr>
          <p:cNvSpPr>
            <a:spLocks xmlns:a="http://schemas.openxmlformats.org/drawingml/2006/main" noGrp="1"/>
          </p:cNvSpPr>
          <p:nvPr>
            <p:ph type="dt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9" name="Fußzeilenplatzhalter 8">
            <a:extLst xmlns:a="http://schemas.openxmlformats.org/drawingml/2006/main">
              <a:ext uri="{FF2B5EF4-FFF2-40B4-BE49-F238E27FC236}">
                <a16:creationId xmlns:a16="http://schemas.microsoft.com/office/drawing/2014/main" id="{D6ECCF80-AFF8-B59B-F86C-0D1D34284150}"/>
              </a:ext>
            </a:extLst>
          </p:cNvPr>
          <p:cNvSpPr>
            <a:spLocks xmlns:a="http://schemas.openxmlformats.org/drawingml/2006/main" noGrp="1"/>
          </p:cNvSpPr>
          <p:nvPr>
            <p:ph type="ftr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1775D87D-0B4A-099C-4511-A739514719A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61.xml><?xml version="1.0" encoding="utf-8"?>
<p:sldLayout xmlns:p="http://schemas.openxmlformats.org/presentationml/2006/main" showMasterSp="0" preserve="1">
  <p:cSld name="En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Gerader Verbinder 18">
            <a:extLst xmlns:a="http://schemas.openxmlformats.org/drawingml/2006/main">
              <a:ext uri="{FF2B5EF4-FFF2-40B4-BE49-F238E27FC236}">
                <a16:creationId xmlns:a16="http://schemas.microsoft.com/office/drawing/2014/main" id="{A7022A10-1F48-4330-9BD9-BD6C6252E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131480"/>
            <a:ext cx="1428871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Titel 1">
            <a:extLst xmlns:a="http://schemas.openxmlformats.org/drawingml/2006/main">
              <a:ext uri="{FF2B5EF4-FFF2-40B4-BE49-F238E27FC236}">
                <a16:creationId xmlns:a16="http://schemas.microsoft.com/office/drawing/2014/main" id="{AD1B280D-3B22-2554-7DF5-88C7AEA07C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86500" y="2474530"/>
            <a:ext cx="8145998" cy="1982604"/>
          </a:xfrm>
        </p:spPr>
        <p:txBody>
          <a:bodyPr xmlns:a="http://schemas.openxmlformats.org/drawingml/2006/main" vert="horz" tIns="288000" anchor="t"/>
          <a:lstStyle xmlns:a="http://schemas.openxmlformats.org/drawingml/2006/main">
            <a:lvl1pPr>
              <a:buNone/>
              <a:defRPr sz="6115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8" name="Rechteck 7">
            <a:extLst xmlns:a="http://schemas.openxmlformats.org/drawingml/2006/main">
              <a:ext uri="{FF2B5EF4-FFF2-40B4-BE49-F238E27FC236}">
                <a16:creationId xmlns:a16="http://schemas.microsoft.com/office/drawing/2014/main" id="{7863DDD3-3D46-A4E3-1418-176698FEA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88561" y="1"/>
            <a:ext cx="1217350" cy="12173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16000" tIns="216000" rIns="216000" bIns="216000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 sz="1834">
              <a:solidFill>
                <a:schemeClr val="bg1"/>
              </a:solidFill>
              <a:latin typeface="+mn-lt"/>
              <a:ea typeface="+mn-lt"/>
              <a:cs typeface="+mn-lt"/>
            </a:endParaRPr>
          </a:p>
        </p:txBody>
      </p:sp>
      <p:pic>
        <p:nvPicPr>
          <p:cNvPr id="24" name="Grafik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a08227ca444c66">
            <a:extLst>
              <a:ext uri="{96DAC541-7B7A-43D3-8B79-37D633B846F1}">
                <asvg:svgBlip xmlns:asvg="http://schemas.microsoft.com/office/drawing/2016/SVG/main" r:embed="R337c02f0d0d847d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649620" y="893159"/>
            <a:ext cx="895232" cy="162409"/>
          </a:xfrm>
          <a:prstGeom xmlns:a="http://schemas.openxmlformats.org/drawingml/2006/main" prst="rect">
            <a:avLst/>
          </a:prstGeom>
        </p:spPr>
      </p:pic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4DEC1EF0-FFA3-A8D8-A94C-858711F57A3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EC302C7F-68DF-1193-A3DB-B843C7ABF3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2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19503475-B4EB-E867-B3EE-778A48444B3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62.xml><?xml version="1.0" encoding="utf-8"?>
<p:sldLayout xmlns:p="http://schemas.openxmlformats.org/presentationml/2006/main">
  <p:cSld name="MASTER"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4600E892-54A5-4F81-8F14-FCE41A8E9932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338560" y="6473952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090A0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</p:sldLayout>
</file>

<file path=ppt/slideLayouts/slideLayout63.xml><?xml version="1.0" encoding="utf-8"?>
<p:sldLayout xmlns:p="http://schemas.openxmlformats.org/presentationml/2006/main" preserve="1">
  <p:cSld name="Intro Slides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Rechteck 10">
            <a:extLst xmlns:a="http://schemas.openxmlformats.org/drawingml/2006/main">
              <a:ext uri="{FF2B5EF4-FFF2-40B4-BE49-F238E27FC236}">
                <a16:creationId xmlns:a16="http://schemas.microsoft.com/office/drawing/2014/main" id="{D034F769-59D0-5FCD-0FF6-F4348DF0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300" y="0"/>
            <a:ext cx="1614599" cy="13735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3" name="Rechteck 2">
            <a:extLst xmlns:a="http://schemas.openxmlformats.org/drawingml/2006/main">
              <a:ext uri="{FF2B5EF4-FFF2-40B4-BE49-F238E27FC236}">
                <a16:creationId xmlns:a16="http://schemas.microsoft.com/office/drawing/2014/main" id="{3C98DB7D-FFAF-C7E0-3815-603A540FB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420637"/>
            <a:ext cx="3596446" cy="51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r>
              <a:rPr>
                <a:solidFill>
                  <a:schemeClr val="tx1"/>
                </a:solidFill>
              </a:rPr>
              <a:t>Not for layout purposes</a:t>
            </a:r>
          </a:p>
        </p:txBody>
      </p:sp>
      <p:sp>
        <p:nvSpPr>
          <p:cNvPr id="2" name="Textfeld 1">
            <a:extLst xmlns:a="http://schemas.openxmlformats.org/drawingml/2006/main">
              <a:ext uri="{FF2B5EF4-FFF2-40B4-BE49-F238E27FC236}">
                <a16:creationId xmlns:a16="http://schemas.microsoft.com/office/drawing/2014/main" id="{AC675CBC-36B8-651B-A108-75672A61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1888014"/>
            <a:ext cx="11447797" cy="2569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611"/>
              </a:spcBef>
              <a:spcAft>
                <a:spcPts val="611"/>
              </a:spcAft>
              <a:buClr>
                <a:schemeClr val="accent4"/>
              </a:buClr>
              <a:buFont typeface="Arial"/>
              <a:buNone/>
            </a:pPr>
            <a:r>
              <a:rPr sz="11720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External  master</a:t>
            </a:r>
            <a:br/>
            <a:r>
              <a:rPr sz="14064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Intro slides</a:t>
            </a:r>
          </a:p>
        </p:txBody>
      </p:sp>
    </p:spTree>
  </p:cSld>
</p:sldLayout>
</file>

<file path=ppt/slideLayouts/slideLayout64.xml><?xml version="1.0" encoding="utf-8"?>
<p:sldLayout xmlns:p="http://schemas.openxmlformats.org/presentationml/2006/main" showMasterSp="0" preserve="1">
  <p:cSld name="Logo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Grafik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a4ecc3b09d4d1c">
            <a:extLst>
              <a:ext uri="{96DAC541-7B7A-43D3-8B79-37D633B846F1}">
                <asvg:svgBlip xmlns:asvg="http://schemas.microsoft.com/office/drawing/2016/SVG/main" r:embed="R8c6b35b16d2e4ee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54039" y="3149583"/>
            <a:ext cx="3083922" cy="558832"/>
          </a:xfrm>
          <a:prstGeom xmlns:a="http://schemas.openxmlformats.org/drawingml/2006/main" prst="rect">
            <a:avLst/>
          </a:prstGeom>
        </p:spPr>
      </p:pic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0FA7AEBB-B69C-AAD8-20FA-DB8761E1DFB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65EEE200-7763-292E-E2C8-980814C3A3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8" name="Foliennummernplatzhalter 7">
            <a:extLst xmlns:a="http://schemas.openxmlformats.org/drawingml/2006/main">
              <a:ext uri="{FF2B5EF4-FFF2-40B4-BE49-F238E27FC236}">
                <a16:creationId xmlns:a16="http://schemas.microsoft.com/office/drawing/2014/main" id="{52A6CD84-0665-650C-A8EB-9021611968E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65.xml><?xml version="1.0" encoding="utf-8"?>
<p:sldLayout xmlns:p="http://schemas.openxmlformats.org/presentationml/2006/main" preserve="1">
  <p:cSld name="Presentation 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6023198" cy="6858000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25" y="1888013"/>
            <a:ext cx="4036497" cy="1540178"/>
          </a:xfrm>
        </p:spPr>
        <p:txBody>
          <a:bodyPr xmlns:a="http://schemas.openxmlformats.org/drawingml/2006/main" vert="horz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7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6CBEBFA2-4B0E-A9E4-8E74-2AC5CB8E1881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7123326" y="3502612"/>
            <a:ext cx="4036496" cy="19818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1pPr>
            <a:lvl2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2pPr>
            <a:lvl3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3pPr>
            <a:lvl4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4pPr>
            <a:lvl5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5pPr>
            <a:lvl6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6pPr>
            <a:lvl7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7pPr>
            <a:lvl8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8pPr>
            <a:lvl9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3" name="Textplatzhalter 12">
            <a:extLst xmlns:a="http://schemas.openxmlformats.org/drawingml/2006/main">
              <a:ext uri="{FF2B5EF4-FFF2-40B4-BE49-F238E27FC236}">
                <a16:creationId xmlns:a16="http://schemas.microsoft.com/office/drawing/2014/main" id="{6AF9FA2C-9CCB-801D-8BC1-78313438EFFF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7123326" y="5557261"/>
            <a:ext cx="4036496" cy="95452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7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0A86ABB0-DDAC-FE0D-CA47-D4DBDAB190DC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0918" y="2094287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B59D4549-0A5B-9C7E-2B0E-BB01F92D7AA0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63E2654B-A30C-B827-5997-59190D9D1F1C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54380432-9604-C925-2173-EB70486C3F7D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66.xml><?xml version="1.0" encoding="utf-8"?>
<p:sldLayout xmlns:p="http://schemas.openxmlformats.org/presentationml/2006/main" preserve="1">
  <p:cSld name="Presentation Title - 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86701" y="1888013"/>
            <a:ext cx="6091148" cy="1540178"/>
          </a:xfrm>
        </p:spPr>
        <p:txBody>
          <a:bodyPr xmlns:a="http://schemas.openxmlformats.org/drawingml/2006/main" vert="horz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7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6CBEBFA2-4B0E-A9E4-8E74-2AC5CB8E1881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1986701" y="3502612"/>
            <a:ext cx="6091146" cy="19818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1pPr>
            <a:lvl2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2pPr>
            <a:lvl3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3pPr>
            <a:lvl4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4pPr>
            <a:lvl5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5pPr>
            <a:lvl6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6pPr>
            <a:lvl7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7pPr>
            <a:lvl8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8pPr>
            <a:lvl9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3" name="Textplatzhalter 12">
            <a:extLst xmlns:a="http://schemas.openxmlformats.org/drawingml/2006/main">
              <a:ext uri="{FF2B5EF4-FFF2-40B4-BE49-F238E27FC236}">
                <a16:creationId xmlns:a16="http://schemas.microsoft.com/office/drawing/2014/main" id="{6AF9FA2C-9CCB-801D-8BC1-78313438EFFF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1986701" y="5557261"/>
            <a:ext cx="6091146" cy="95452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7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0A86ABB0-DDAC-FE0D-CA47-D4DBDAB190DC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 flipV="1">
            <a:off x="21840" y="2094287"/>
            <a:ext cx="1781498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3211A596-9844-5263-2842-151460F156A8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A10196F3-9686-84CB-572B-D6D9CC7EB0F3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95CE5A49-2ACE-6B15-51E6-938B1FAA2717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67.xml><?xml version="1.0" encoding="utf-8"?>
<p:sldLayout xmlns:p="http://schemas.openxmlformats.org/presentationml/2006/main" preserve="1">
  <p:cSld name="Agenda +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2C65CC84-F51F-981C-9818-237CE520FF4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959378" y="933490"/>
            <a:ext cx="5063822" cy="954522"/>
          </a:xfrm>
        </p:spPr>
        <p:txBody>
          <a:bodyPr xmlns:a="http://schemas.openxmlformats.org/drawingml/2006/main" vert="horz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Agenda Titel</a:t>
            </a:r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479C6221-BAFE-3496-4DB6-276B07BA46A6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287"/>
            <a:ext cx="5063822" cy="403649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458595" indent="-458595">
              <a:spcBef>
                <a:spcPts val="1834"/>
              </a:spcBef>
              <a:spcAft>
                <a:spcPts val="0"/>
              </a:spcAft>
              <a:buClr>
                <a:schemeClr val="accent4"/>
              </a:buClr>
              <a:buFont typeface="+mj-lt"/>
              <a:buAutoNum type="arabicPeriod"/>
              <a:defRPr sz="2242"/>
            </a:lvl1pPr>
            <a:lvl2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2pPr>
            <a:lvl3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3pPr>
            <a:lvl4pPr marL="458595" indent="0">
              <a:spcBef>
                <a:spcPts val="0"/>
              </a:spcBef>
              <a:spcAft>
                <a:spcPts val="0"/>
              </a:spcAft>
              <a:buNone/>
              <a:defRPr sz="1834">
                <a:solidFill>
                  <a:schemeClr val="tx1"/>
                </a:solidFill>
              </a:defRPr>
            </a:lvl4pPr>
            <a:lvl5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5pPr>
            <a:lvl6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6pPr>
            <a:lvl7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7pPr>
            <a:lvl8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8pPr>
            <a:lvl9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3675021C-79E6-11F4-F86F-7FB4DDE20A7A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858000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8E208D2A-8D13-4070-BB43-590F0114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FESTO-Logo">
            <a:extLst xmlns:a="http://schemas.openxmlformats.org/drawingml/2006/main">
              <a:ext uri="{FF2B5EF4-FFF2-40B4-BE49-F238E27FC236}">
                <a16:creationId xmlns:a16="http://schemas.microsoft.com/office/drawing/2014/main" id="{35FFA34E-8FC3-2461-93DD-6CCE57BCBB8F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fae5fd6bd39e4575">
              <a:extLst>
                <a:ext uri="{96DAC541-7B7A-43D3-8B79-37D633B846F1}">
                  <asvg:svgBlip xmlns:asvg="http://schemas.microsoft.com/office/drawing/2016/SVG/main" r:embed="Rdf321372a9c44d16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D9320C13-E4DE-CCD8-8385-E2BA3B6122F0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5910172C-7934-CDEC-A180-65F173A7617A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86395ED0-EBC0-52CC-9CEE-CDE19B742B74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68.xml><?xml version="1.0" encoding="utf-8"?>
<p:sldLayout xmlns:p="http://schemas.openxmlformats.org/presentationml/2006/main" preserve="1">
  <p:cSld name="Agend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2C65CC84-F51F-981C-9818-237CE520FF4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959377" y="933490"/>
            <a:ext cx="3009172" cy="95452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Agenda Titel</a:t>
            </a:r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479C6221-BAFE-3496-4DB6-276B07BA46A6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287"/>
            <a:ext cx="9173121" cy="403649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458595" indent="-458595">
              <a:spcBef>
                <a:spcPts val="1834"/>
              </a:spcBef>
              <a:spcAft>
                <a:spcPts val="0"/>
              </a:spcAft>
              <a:buClr>
                <a:schemeClr val="accent4"/>
              </a:buClr>
              <a:buFont typeface="+mj-lt"/>
              <a:buAutoNum type="arabicPeriod"/>
              <a:defRPr b="0"/>
            </a:lvl1pPr>
            <a:lvl2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2pPr>
            <a:lvl3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3pPr>
            <a:lvl4pPr marL="458595" indent="0">
              <a:spcBef>
                <a:spcPts val="0"/>
              </a:spcBef>
              <a:spcAft>
                <a:spcPts val="0"/>
              </a:spcAft>
              <a:buNone/>
              <a:defRPr sz="1834">
                <a:solidFill>
                  <a:schemeClr val="tx1"/>
                </a:solidFill>
              </a:defRPr>
            </a:lvl4pPr>
            <a:lvl5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5pPr>
            <a:lvl6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6pPr>
            <a:lvl7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7pPr>
            <a:lvl8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8pPr>
            <a:lvl9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052F83F7-E8BE-4518-BD87-A134025CA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A4A13CC5-AAC5-DB9B-795C-96179337FD65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E699CFAE-313F-CD58-4563-B6AA6D388C75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0" name="Foliennummernplatzhalter 9">
            <a:extLst xmlns:a="http://schemas.openxmlformats.org/drawingml/2006/main">
              <a:ext uri="{FF2B5EF4-FFF2-40B4-BE49-F238E27FC236}">
                <a16:creationId xmlns:a16="http://schemas.microsoft.com/office/drawing/2014/main" id="{DF52CCBD-5B28-346F-2D75-F25EF36C18EE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69.xml><?xml version="1.0" encoding="utf-8"?>
<p:sldLayout xmlns:p="http://schemas.openxmlformats.org/presentationml/2006/main" preserve="1">
  <p:cSld name="Divider + Fullscreen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858000"/>
          </a:xfrm>
        </p:spPr>
        <p:txBody>
          <a:bodyPr xmlns:a="http://schemas.openxmlformats.org/drawingml/2006/main" lIns="6264000" tIns="540000" anchor="ctr"/>
          <a:lstStyle xmlns:a="http://schemas.openxmlformats.org/drawingml/2006/main">
            <a:lvl1pPr marL="0" indent="0" algn="l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" y="1"/>
            <a:ext cx="5503185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936000" tIns="2448000" rIns="504000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6" name="FESTO-Logo">
            <a:extLst xmlns:a="http://schemas.openxmlformats.org/drawingml/2006/main">
              <a:ext uri="{FF2B5EF4-FFF2-40B4-BE49-F238E27FC236}">
                <a16:creationId xmlns:a16="http://schemas.microsoft.com/office/drawing/2014/main" id="{5079EA0B-06F5-9F65-A5D0-0D2943694D0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ffdc43929fff458e">
              <a:extLst>
                <a:ext uri="{96DAC541-7B7A-43D3-8B79-37D633B846F1}">
                  <asvg:svgBlip xmlns:asvg="http://schemas.microsoft.com/office/drawing/2016/SVG/main" r:embed="R1e85249f66034ea9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F708548B-DDCD-C6D3-AB29-51D26DA4DE85}"/>
              </a:ext>
            </a:extLst>
          </p:cNvPr>
          <p:cNvSpPr>
            <a:spLocks xmlns:a="http://schemas.openxmlformats.org/drawingml/2006/main" noGrp="1"/>
          </p:cNvSpPr>
          <p:nvPr>
            <p:ph type="dgm" idx="18"/>
          </p:nvPr>
        </p:nvSpPr>
        <p:spPr>
          <a:xfrm xmlns:a="http://schemas.openxmlformats.org/drawingml/2006/main" flipV="1">
            <a:off x="19415" y="2759215"/>
            <a:ext cx="75596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7" name="Datumsplatzhalter 6">
            <a:extLst xmlns:a="http://schemas.openxmlformats.org/drawingml/2006/main">
              <a:ext uri="{FF2B5EF4-FFF2-40B4-BE49-F238E27FC236}">
                <a16:creationId xmlns:a16="http://schemas.microsoft.com/office/drawing/2014/main" id="{1E174B5A-F8CA-BEC1-1B1D-C026F3742E2C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0" name="Fußzeilenplatzhalter 9">
            <a:extLst xmlns:a="http://schemas.openxmlformats.org/drawingml/2006/main">
              <a:ext uri="{FF2B5EF4-FFF2-40B4-BE49-F238E27FC236}">
                <a16:creationId xmlns:a16="http://schemas.microsoft.com/office/drawing/2014/main" id="{C02714C1-712C-0774-10FC-3337450E9D9D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2" name="Foliennummernplatzhalter 11">
            <a:extLst xmlns:a="http://schemas.openxmlformats.org/drawingml/2006/main">
              <a:ext uri="{FF2B5EF4-FFF2-40B4-BE49-F238E27FC236}">
                <a16:creationId xmlns:a16="http://schemas.microsoft.com/office/drawing/2014/main" id="{367D09B0-2E45-B728-AF7F-6BDFD386C573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70.xml><?xml version="1.0" encoding="utf-8"?>
<p:sldLayout xmlns:p="http://schemas.openxmlformats.org/presentationml/2006/main" preserve="1">
  <p:cSld name="Divider + Fullscreen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lIns="6264000" tIns="540000" anchor="ctr"/>
          <a:lstStyle xmlns:a="http://schemas.openxmlformats.org/drawingml/2006/main">
            <a:lvl1pPr marL="0" indent="0" algn="l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" y="1"/>
            <a:ext cx="5503185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936000" tIns="2448000" rIns="504000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42893AD1-0AEB-9155-964C-B8501008697A}"/>
              </a:ext>
            </a:extLst>
          </p:cNvPr>
          <p:cNvSpPr>
            <a:spLocks xmlns:a="http://schemas.openxmlformats.org/drawingml/2006/main" noGrp="1"/>
          </p:cNvSpPr>
          <p:nvPr>
            <p:ph type="dgm" idx="18"/>
          </p:nvPr>
        </p:nvSpPr>
        <p:spPr>
          <a:xfrm xmlns:a="http://schemas.openxmlformats.org/drawingml/2006/main" flipV="1">
            <a:off x="19415" y="2759215"/>
            <a:ext cx="75596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8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05C8E4B2-E1A4-36FD-9A12-D996C8F6B10D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90030E4F-B493-F3CE-4974-CD33B4E59B65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956DCFB3-F7CE-14B9-0E15-C2EA7D0BEEBE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0" name="Foliennummernplatzhalter 9">
            <a:extLst xmlns:a="http://schemas.openxmlformats.org/drawingml/2006/main">
              <a:ext uri="{FF2B5EF4-FFF2-40B4-BE49-F238E27FC236}">
                <a16:creationId xmlns:a16="http://schemas.microsoft.com/office/drawing/2014/main" id="{2F4F3DE1-B64E-5D9B-955A-CF5E0B80F3BA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71.xml><?xml version="1.0" encoding="utf-8"?>
<p:sldLayout xmlns:p="http://schemas.openxmlformats.org/presentationml/2006/main" preserve="1">
  <p:cSld name="Divider + Fullscreen Picture Gradi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858000"/>
          </a:xfrm>
        </p:spPr>
        <p:txBody>
          <a:bodyPr xmlns:a="http://schemas.openxmlformats.org/drawingml/2006/main" lIns="6264000" tIns="540000" anchor="ctr"/>
          <a:lstStyle xmlns:a="http://schemas.openxmlformats.org/drawingml/2006/main">
            <a:lvl1pPr marL="0" indent="0" algn="l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" y="1"/>
            <a:ext cx="5503185" cy="685800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75000">
                <a:schemeClr val="bg1">
                  <a:alpha val="80000"/>
                </a:schemeClr>
              </a:gs>
              <a:gs pos="0">
                <a:schemeClr val="accent1">
                  <a:lumMod val="5000"/>
                  <a:lumOff val="95000"/>
                  <a:alpha val="8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</p:spPr>
        <p:txBody>
          <a:bodyPr xmlns:a="http://schemas.openxmlformats.org/drawingml/2006/main" vert="horz" lIns="936000" tIns="2448000" rIns="504000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6" name="FESTO-Logo">
            <a:extLst xmlns:a="http://schemas.openxmlformats.org/drawingml/2006/main">
              <a:ext uri="{FF2B5EF4-FFF2-40B4-BE49-F238E27FC236}">
                <a16:creationId xmlns:a16="http://schemas.microsoft.com/office/drawing/2014/main" id="{5079EA0B-06F5-9F65-A5D0-0D2943694D0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2984b7cdb6d740da">
              <a:extLst>
                <a:ext uri="{96DAC541-7B7A-43D3-8B79-37D633B846F1}">
                  <asvg:svgBlip xmlns:asvg="http://schemas.microsoft.com/office/drawing/2016/SVG/main" r:embed="R72a01420e0374bb1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61F9FDFA-2792-D1F3-B9B0-1BCD4430CB93}"/>
              </a:ext>
            </a:extLst>
          </p:cNvPr>
          <p:cNvSpPr>
            <a:spLocks xmlns:a="http://schemas.openxmlformats.org/drawingml/2006/main" noGrp="1"/>
          </p:cNvSpPr>
          <p:nvPr>
            <p:ph type="dgm" idx="18"/>
          </p:nvPr>
        </p:nvSpPr>
        <p:spPr>
          <a:xfrm xmlns:a="http://schemas.openxmlformats.org/drawingml/2006/main" flipV="1">
            <a:off x="19415" y="2759215"/>
            <a:ext cx="75596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7" name="Datumsplatzhalter 6">
            <a:extLst xmlns:a="http://schemas.openxmlformats.org/drawingml/2006/main">
              <a:ext uri="{FF2B5EF4-FFF2-40B4-BE49-F238E27FC236}">
                <a16:creationId xmlns:a16="http://schemas.microsoft.com/office/drawing/2014/main" id="{D0C0D92F-00A3-8242-B8C3-E7AC3FDDB781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0" name="Fußzeilenplatzhalter 9">
            <a:extLst xmlns:a="http://schemas.openxmlformats.org/drawingml/2006/main">
              <a:ext uri="{FF2B5EF4-FFF2-40B4-BE49-F238E27FC236}">
                <a16:creationId xmlns:a16="http://schemas.microsoft.com/office/drawing/2014/main" id="{F7737547-95D4-07D2-2448-2F9B2316F338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2" name="Foliennummernplatzhalter 11">
            <a:extLst xmlns:a="http://schemas.openxmlformats.org/drawingml/2006/main">
              <a:ext uri="{FF2B5EF4-FFF2-40B4-BE49-F238E27FC236}">
                <a16:creationId xmlns:a16="http://schemas.microsoft.com/office/drawing/2014/main" id="{C2B79A6B-713B-C129-AB21-B132EF559590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72.xml><?xml version="1.0" encoding="utf-8"?>
<p:sldLayout xmlns:p="http://schemas.openxmlformats.org/presentationml/2006/main" preserve="1">
  <p:cSld name="Divider +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7051169" cy="6858000"/>
          </a:xfrm>
        </p:spPr>
        <p:txBody>
          <a:bodyPr xmlns:a="http://schemas.openxmlformats.org/drawingml/2006/main" lIns="0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50650" y="1887937"/>
            <a:ext cx="3595914" cy="2569197"/>
          </a:xfrm>
        </p:spPr>
        <p:txBody>
          <a:bodyPr xmlns:a="http://schemas.openxmlformats.org/drawingml/2006/main" vert="horz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108220F0-B277-252D-2EF4-05729507C525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6737965" y="2154955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ACBB4B0E-363E-DD67-2047-042641B1C1B8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F525B947-9CE2-6C5C-C469-B3BD68AC7E68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0" name="Foliennummernplatzhalter 9">
            <a:extLst xmlns:a="http://schemas.openxmlformats.org/drawingml/2006/main">
              <a:ext uri="{FF2B5EF4-FFF2-40B4-BE49-F238E27FC236}">
                <a16:creationId xmlns:a16="http://schemas.microsoft.com/office/drawing/2014/main" id="{F30EC9CB-C78C-88BF-499F-971417A04015}"/>
              </a:ext>
            </a:extLst>
          </p:cNvPr>
          <p:cNvSpPr>
            <a:spLocks xmlns:a="http://schemas.openxmlformats.org/drawingml/2006/main" noGrp="1"/>
          </p:cNvSpPr>
          <p:nvPr>
            <p:ph type="sldNum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73.xml><?xml version="1.0" encoding="utf-8"?>
<p:sldLayout xmlns:p="http://schemas.openxmlformats.org/presentationml/2006/main" preserve="1">
  <p:cSld name="Single Speaker Intr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7123325" y="1"/>
            <a:ext cx="5068675" cy="6858000"/>
          </a:xfrm>
        </p:spPr>
        <p:txBody>
          <a:bodyPr xmlns:a="http://schemas.openxmlformats.org/drawingml/2006/main" lIns="0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1887938"/>
            <a:ext cx="5503543" cy="1541872"/>
          </a:xfrm>
        </p:spPr>
        <p:txBody>
          <a:bodyPr xmlns:a="http://schemas.openxmlformats.org/drawingml/2006/main" vert="horz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7AF4CA4A-A31E-4CE8-8927-9BD28AD0D640}"/>
              </a:ext>
            </a:extLst>
          </p:cNvPr>
          <p:cNvSpPr>
            <a:spLocks xmlns:a="http://schemas.openxmlformats.org/drawingml/2006/main" noGrp="1"/>
          </p:cNvSpPr>
          <p:nvPr>
            <p:ph type="dgm" idx="18"/>
          </p:nvPr>
        </p:nvSpPr>
        <p:spPr>
          <a:xfrm xmlns:a="http://schemas.openxmlformats.org/drawingml/2006/main">
            <a:off x="1" y="2153276"/>
            <a:ext cx="775381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15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7F63CAC2-3EA9-DD45-BF36-E97C840B72B5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041350" y="4897388"/>
            <a:ext cx="3009172" cy="587071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d2ffae3d69994757">
              <a:extLst>
                <a:ext uri="{96DAC541-7B7A-43D3-8B79-37D633B846F1}">
                  <asvg:svgBlip xmlns:asvg="http://schemas.microsoft.com/office/drawing/2016/SVG/main" r:embed="Rc49b50ad7fef4723"/>
                </a:ext>
              </a:extLst>
            </a:blip>
            <a:srcRect l="0" t="0" r="0" b="0"/>
            <a:tile tx="0" ty="0" sx="100000" sy="100000" flip="none" algn="tr"/>
          </a:blipFill>
        </p:spPr>
        <p:txBody>
          <a:bodyPr xmlns:a="http://schemas.openxmlformats.org/drawingml/2006/main" rIns="720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834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834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  <a:p xmlns:a="http://schemas.openxmlformats.org/drawingml/2006/main">
            <a:pPr lvl="0">
              <a:buNone/>
            </a:pPr>
            <a:r>
              <a:t>Position</a:t>
            </a:r>
          </a:p>
        </p:txBody>
      </p:sp>
      <p:sp>
        <p:nvSpPr>
          <p:cNvPr id="16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27D44B04-3D0B-1955-B8E6-0F61C103999A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959376" y="3502612"/>
            <a:ext cx="3009172" cy="19818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1pPr>
            <a:lvl2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2pPr>
            <a:lvl3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3pPr>
            <a:lvl4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4pPr>
            <a:lvl5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5pPr>
            <a:lvl6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6pPr>
            <a:lvl7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7pPr>
            <a:lvl8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8pPr>
            <a:lvl9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4" name="FESTO-Logo">
            <a:extLst xmlns:a="http://schemas.openxmlformats.org/drawingml/2006/main">
              <a:ext uri="{FF2B5EF4-FFF2-40B4-BE49-F238E27FC236}">
                <a16:creationId xmlns:a16="http://schemas.microsoft.com/office/drawing/2014/main" id="{B775B275-537D-D0C6-FD5C-607F8DDCDF71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8c82257bea874379">
              <a:extLst>
                <a:ext uri="{96DAC541-7B7A-43D3-8B79-37D633B846F1}">
                  <asvg:svgBlip xmlns:asvg="http://schemas.microsoft.com/office/drawing/2016/SVG/main" r:embed="Ra41a845907f84621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785668AC-A315-7C76-8EA0-316454A8A092}"/>
              </a:ext>
            </a:extLst>
          </p:cNvPr>
          <p:cNvSpPr>
            <a:spLocks xmlns:a="http://schemas.openxmlformats.org/drawingml/2006/main" noGrp="1"/>
          </p:cNvSpPr>
          <p:nvPr>
            <p:ph type="dt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525739B8-F9C0-26CC-530B-8EDCC62A3857}"/>
              </a:ext>
            </a:extLst>
          </p:cNvPr>
          <p:cNvSpPr>
            <a:spLocks xmlns:a="http://schemas.openxmlformats.org/drawingml/2006/main" noGrp="1"/>
          </p:cNvSpPr>
          <p:nvPr>
            <p:ph type="ftr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0" name="Foliennummernplatzhalter 9">
            <a:extLst xmlns:a="http://schemas.openxmlformats.org/drawingml/2006/main">
              <a:ext uri="{FF2B5EF4-FFF2-40B4-BE49-F238E27FC236}">
                <a16:creationId xmlns:a16="http://schemas.microsoft.com/office/drawing/2014/main" id="{626897B6-5FF0-F5C9-1D60-846D647AA458}"/>
              </a:ext>
            </a:extLst>
          </p:cNvPr>
          <p:cNvSpPr>
            <a:spLocks xmlns:a="http://schemas.openxmlformats.org/drawingml/2006/main" noGrp="1"/>
          </p:cNvSpPr>
          <p:nvPr>
            <p:ph type="sldNum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74.xml><?xml version="1.0" encoding="utf-8"?>
<p:sldLayout xmlns:p="http://schemas.openxmlformats.org/presentationml/2006/main" preserve="1">
  <p:cSld name="Basic Slides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feld 5">
            <a:extLst xmlns:a="http://schemas.openxmlformats.org/drawingml/2006/main">
              <a:ext uri="{FF2B5EF4-FFF2-40B4-BE49-F238E27FC236}">
                <a16:creationId xmlns:a16="http://schemas.microsoft.com/office/drawing/2014/main" id="{EB4D9AFF-BFB1-3060-5E48-71EBC380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1888014"/>
            <a:ext cx="11447796" cy="2569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611"/>
              </a:spcBef>
              <a:spcAft>
                <a:spcPts val="611"/>
              </a:spcAft>
              <a:buClr>
                <a:schemeClr val="accent4"/>
              </a:buClr>
              <a:buFont typeface="Arial"/>
              <a:buNone/>
            </a:pPr>
            <a:r>
              <a:rPr sz="14064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Basic slides</a:t>
            </a:r>
          </a:p>
        </p:txBody>
      </p:sp>
      <p:sp>
        <p:nvSpPr>
          <p:cNvPr id="5" name="Datumsplatzhalter 4">
            <a:extLst xmlns:a="http://schemas.openxmlformats.org/drawingml/2006/main">
              <a:ext uri="{FF2B5EF4-FFF2-40B4-BE49-F238E27FC236}">
                <a16:creationId xmlns:a16="http://schemas.microsoft.com/office/drawing/2014/main" id="{87669A0C-683E-6D0E-CE86-4E782F00E46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A146F1F3-EC33-6A46-DEF7-C60337263F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38048C61-7BAE-D31C-12EE-311C3A6DE2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  <p:sp>
        <p:nvSpPr>
          <p:cNvPr id="10" name="Rechteck 9">
            <a:extLst xmlns:a="http://schemas.openxmlformats.org/drawingml/2006/main">
              <a:ext uri="{FF2B5EF4-FFF2-40B4-BE49-F238E27FC236}">
                <a16:creationId xmlns:a16="http://schemas.microsoft.com/office/drawing/2014/main" id="{1AF1F145-F6BB-9F25-6121-9CED5CA8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300" y="0"/>
            <a:ext cx="1614599" cy="13735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3" name="Rechteck 2">
            <a:extLst xmlns:a="http://schemas.openxmlformats.org/drawingml/2006/main">
              <a:ext uri="{FF2B5EF4-FFF2-40B4-BE49-F238E27FC236}">
                <a16:creationId xmlns:a16="http://schemas.microsoft.com/office/drawing/2014/main" id="{9553B833-57AE-D539-DC9F-F2C2D359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420637"/>
            <a:ext cx="3596446" cy="51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r>
              <a:rPr>
                <a:solidFill>
                  <a:schemeClr val="tx1"/>
                </a:solidFill>
              </a:rPr>
              <a:t>Not for layout purposes</a:t>
            </a:r>
          </a:p>
        </p:txBody>
      </p:sp>
    </p:spTree>
  </p:cSld>
</p:sldLayout>
</file>

<file path=ppt/slideLayouts/slideLayout75.xml><?xml version="1.0" encoding="utf-8"?>
<p:sldLayout xmlns:p="http://schemas.openxmlformats.org/presentationml/2006/main" preserve="1">
  <p:cSld name="Only 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Gerader Verbinder 6">
            <a:extLst xmlns:a="http://schemas.openxmlformats.org/drawingml/2006/main">
              <a:ext uri="{FF2B5EF4-FFF2-40B4-BE49-F238E27FC236}">
                <a16:creationId xmlns:a16="http://schemas.microsoft.com/office/drawing/2014/main" id="{9CE421A5-B3F5-42A3-86C7-88566F6DC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971DF951-125C-FFA7-B39B-45C08A09CC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D9B4EB2A-DCB2-81C0-7AC6-110D76C460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34B2B5BE-7FE0-0E4E-3BC7-E07C02D4B55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76.xml><?xml version="1.0" encoding="utf-8"?>
<p:sldLayout xmlns:p="http://schemas.openxmlformats.org/presentationml/2006/main" preserve="1">
  <p:cSld name="Title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009"/>
            <a:ext cx="8145797" cy="403677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Gerader Verbinder 7">
            <a:extLst xmlns:a="http://schemas.openxmlformats.org/drawingml/2006/main">
              <a:ext uri="{FF2B5EF4-FFF2-40B4-BE49-F238E27FC236}">
                <a16:creationId xmlns:a16="http://schemas.microsoft.com/office/drawing/2014/main" id="{C08718F2-43E0-4AC6-BCE4-1CAE651A2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1314ECAA-A9DA-C8E7-19FC-B34E168C58CB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9" name="Fußzeilenplatzhalter 8">
            <a:extLst xmlns:a="http://schemas.openxmlformats.org/drawingml/2006/main">
              <a:ext uri="{FF2B5EF4-FFF2-40B4-BE49-F238E27FC236}">
                <a16:creationId xmlns:a16="http://schemas.microsoft.com/office/drawing/2014/main" id="{DE04AF4F-1DC1-7401-063B-D60FC68604A6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0" name="Foliennummernplatzhalter 9">
            <a:extLst xmlns:a="http://schemas.openxmlformats.org/drawingml/2006/main">
              <a:ext uri="{FF2B5EF4-FFF2-40B4-BE49-F238E27FC236}">
                <a16:creationId xmlns:a16="http://schemas.microsoft.com/office/drawing/2014/main" id="{47EA4193-CC86-DD26-92E5-CBE7C2F713E3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77.xml><?xml version="1.0" encoding="utf-8"?>
<p:sldLayout xmlns:p="http://schemas.openxmlformats.org/presentationml/2006/main" preserve="1">
  <p:cSld name="Title + 2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286"/>
            <a:ext cx="4549552" cy="4036497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CDEB4EAD-6F30-5313-E6D7-3A44B6B6EFAD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6095670" y="2475286"/>
            <a:ext cx="4549552" cy="403649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Gerader Verbinder 7">
            <a:extLst xmlns:a="http://schemas.openxmlformats.org/drawingml/2006/main">
              <a:ext uri="{FF2B5EF4-FFF2-40B4-BE49-F238E27FC236}">
                <a16:creationId xmlns:a16="http://schemas.microsoft.com/office/drawing/2014/main" id="{261C3BAB-90F5-44FC-A455-CCAE3E083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Datumsplatzhalter 8">
            <a:extLst xmlns:a="http://schemas.openxmlformats.org/drawingml/2006/main">
              <a:ext uri="{FF2B5EF4-FFF2-40B4-BE49-F238E27FC236}">
                <a16:creationId xmlns:a16="http://schemas.microsoft.com/office/drawing/2014/main" id="{645F030C-255E-E957-4FAC-9F8258E133F3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0" name="Fußzeilenplatzhalter 9">
            <a:extLst xmlns:a="http://schemas.openxmlformats.org/drawingml/2006/main">
              <a:ext uri="{FF2B5EF4-FFF2-40B4-BE49-F238E27FC236}">
                <a16:creationId xmlns:a16="http://schemas.microsoft.com/office/drawing/2014/main" id="{727D534B-C12F-6B05-6B38-2B730F5116CF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1" name="Foliennummernplatzhalter 10">
            <a:extLst xmlns:a="http://schemas.openxmlformats.org/drawingml/2006/main">
              <a:ext uri="{FF2B5EF4-FFF2-40B4-BE49-F238E27FC236}">
                <a16:creationId xmlns:a16="http://schemas.microsoft.com/office/drawing/2014/main" id="{20CFBF48-E365-A3FC-3135-DB1978F78FF8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78.xml><?xml version="1.0" encoding="utf-8"?>
<p:sldLayout xmlns:p="http://schemas.openxmlformats.org/presentationml/2006/main" preserve="1">
  <p:cSld name="2x Picture + 2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4529937"/>
            <a:ext cx="3447785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CDEB4EAD-6F30-5313-E6D7-3A44B6B6EFAD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5068676" y="4529937"/>
            <a:ext cx="3447785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93990F0-19EC-5850-56E2-CF3D4AA94378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959378" y="2475287"/>
            <a:ext cx="4036495" cy="1981847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7FC5FEC-BC3E-A386-77D5-1EFBA477D7B8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5068676" y="2475287"/>
            <a:ext cx="4036495" cy="1981847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Gerader Verbinder 10">
            <a:extLst xmlns:a="http://schemas.openxmlformats.org/drawingml/2006/main">
              <a:ext uri="{FF2B5EF4-FFF2-40B4-BE49-F238E27FC236}">
                <a16:creationId xmlns:a16="http://schemas.microsoft.com/office/drawing/2014/main" id="{43F3806C-ABB2-4D48-A5FC-9CA5CE5D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Datumsplatzhalter 8">
            <a:extLst xmlns:a="http://schemas.openxmlformats.org/drawingml/2006/main">
              <a:ext uri="{FF2B5EF4-FFF2-40B4-BE49-F238E27FC236}">
                <a16:creationId xmlns:a16="http://schemas.microsoft.com/office/drawing/2014/main" id="{FBDC3B60-FAF1-128B-89D6-06146C6BE337}"/>
              </a:ext>
            </a:extLst>
          </p:cNvPr>
          <p:cNvSpPr>
            <a:spLocks xmlns:a="http://schemas.openxmlformats.org/drawingml/2006/main" noGrp="1"/>
          </p:cNvSpPr>
          <p:nvPr>
            <p:ph type="dt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2" name="Fußzeilenplatzhalter 11">
            <a:extLst xmlns:a="http://schemas.openxmlformats.org/drawingml/2006/main">
              <a:ext uri="{FF2B5EF4-FFF2-40B4-BE49-F238E27FC236}">
                <a16:creationId xmlns:a16="http://schemas.microsoft.com/office/drawing/2014/main" id="{8016A6D7-46E2-34E0-B5D2-E0C329B9A42C}"/>
              </a:ext>
            </a:extLst>
          </p:cNvPr>
          <p:cNvSpPr>
            <a:spLocks xmlns:a="http://schemas.openxmlformats.org/drawingml/2006/main" noGrp="1"/>
          </p:cNvSpPr>
          <p:nvPr>
            <p:ph type="ftr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3" name="Foliennummernplatzhalter 12">
            <a:extLst xmlns:a="http://schemas.openxmlformats.org/drawingml/2006/main">
              <a:ext uri="{FF2B5EF4-FFF2-40B4-BE49-F238E27FC236}">
                <a16:creationId xmlns:a16="http://schemas.microsoft.com/office/drawing/2014/main" id="{7DD511E2-EBC1-ACE3-221F-9BFFB7208994}"/>
              </a:ext>
            </a:extLst>
          </p:cNvPr>
          <p:cNvSpPr>
            <a:spLocks xmlns:a="http://schemas.openxmlformats.org/drawingml/2006/main" noGrp="1"/>
          </p:cNvSpPr>
          <p:nvPr>
            <p:ph type="sldNum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79.xml><?xml version="1.0" encoding="utf-8"?>
<p:sldLayout xmlns:p="http://schemas.openxmlformats.org/presentationml/2006/main" preserve="1">
  <p:cSld name="3x Picture + 3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4529937"/>
            <a:ext cx="2421418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CDEB4EAD-6F30-5313-E6D7-3A44B6B6EFAD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4041251" y="4529937"/>
            <a:ext cx="2421499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76CAE007-2F2E-F036-FBA8-9ADF7623A0B3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7123376" y="4529937"/>
            <a:ext cx="2421499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2BA3090-A4C2-73D1-182D-3BBD68CE0D6E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59377" y="2475287"/>
            <a:ext cx="3009171" cy="1981847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F3F768CB-88D4-D60D-DEB8-C65E114C22CE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4041250" y="2475287"/>
            <a:ext cx="3009171" cy="1981847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8BFC965-C76E-72DE-B633-2FB2A13E93CA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7123376" y="2475287"/>
            <a:ext cx="3009171" cy="1981847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3" name="Gerader Verbinder 12">
            <a:extLst xmlns:a="http://schemas.openxmlformats.org/drawingml/2006/main">
              <a:ext uri="{FF2B5EF4-FFF2-40B4-BE49-F238E27FC236}">
                <a16:creationId xmlns:a16="http://schemas.microsoft.com/office/drawing/2014/main" id="{249728AE-2C19-4DC2-8CF2-C5F27A99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Datumsplatzhalter 9">
            <a:extLst xmlns:a="http://schemas.openxmlformats.org/drawingml/2006/main">
              <a:ext uri="{FF2B5EF4-FFF2-40B4-BE49-F238E27FC236}">
                <a16:creationId xmlns:a16="http://schemas.microsoft.com/office/drawing/2014/main" id="{539CAA46-3ACB-B3B8-BFE8-E505927C10BD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A5FD5E2A-7002-AB47-4D61-38A8F12AA050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5" name="Foliennummernplatzhalter 14">
            <a:extLst xmlns:a="http://schemas.openxmlformats.org/drawingml/2006/main">
              <a:ext uri="{FF2B5EF4-FFF2-40B4-BE49-F238E27FC236}">
                <a16:creationId xmlns:a16="http://schemas.microsoft.com/office/drawing/2014/main" id="{367EF3CB-FA74-F99C-9F34-EFC15B09026D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80.xml><?xml version="1.0" encoding="utf-8"?>
<p:sldLayout xmlns:p="http://schemas.openxmlformats.org/presentationml/2006/main" preserve="1">
  <p:cSld name="4x Bulletpicture + 4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2BA3090-A4C2-73D1-182D-3BBD68CE0D6E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59377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F3F768CB-88D4-D60D-DEB8-C65E114C22CE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3741948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8BFC965-C76E-72DE-B633-2FB2A13E93CA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6464007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5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BC8E5022-CAC8-E389-6196-8F133D8F65A8}"/>
              </a:ext>
            </a:extLst>
          </p:cNvPr>
          <p:cNvSpPr>
            <a:spLocks xmlns:a="http://schemas.openxmlformats.org/drawingml/2006/main" noGrp="1"/>
          </p:cNvSpPr>
          <p:nvPr>
            <p:ph type="pic" idx="20" hasCustomPrompt="1"/>
          </p:nvPr>
        </p:nvSpPr>
        <p:spPr>
          <a:xfrm xmlns:a="http://schemas.openxmlformats.org/drawingml/2006/main">
            <a:off x="9251080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6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2C67417D-D1BA-7331-154C-141B24C61F79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d8c293cd16994511">
              <a:extLst>
                <a:ext uri="{96DAC541-7B7A-43D3-8B79-37D633B846F1}">
                  <asvg:svgBlip xmlns:asvg="http://schemas.microsoft.com/office/drawing/2016/SVG/main" r:embed="Rdaee8f6adbed44e8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tIns="25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6BB9F258-F5FC-CD95-CC79-98BA9173ED24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3741751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d8c293cd16994511">
              <a:extLst>
                <a:ext uri="{96DAC541-7B7A-43D3-8B79-37D633B846F1}">
                  <asvg:svgBlip xmlns:asvg="http://schemas.microsoft.com/office/drawing/2016/SVG/main" r:embed="Rdaee8f6adbed44e8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tIns="25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8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5790AE74-4619-2D07-07EC-067B07776DAA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464007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d8c293cd16994511">
              <a:extLst>
                <a:ext uri="{96DAC541-7B7A-43D3-8B79-37D633B846F1}">
                  <asvg:svgBlip xmlns:asvg="http://schemas.microsoft.com/office/drawing/2016/SVG/main" r:embed="Rdaee8f6adbed44e8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tIns="25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9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3E3119C8-BDA4-D116-9FDD-F41A6666F659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9251080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d8c293cd16994511">
              <a:extLst>
                <a:ext uri="{96DAC541-7B7A-43D3-8B79-37D633B846F1}">
                  <asvg:svgBlip xmlns:asvg="http://schemas.microsoft.com/office/drawing/2016/SVG/main" r:embed="Rdaee8f6adbed44e8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tIns="25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35F0166B-13B1-4942-9EA7-E5813B20E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Datumsplatzhalter 6">
            <a:extLst xmlns:a="http://schemas.openxmlformats.org/drawingml/2006/main">
              <a:ext uri="{FF2B5EF4-FFF2-40B4-BE49-F238E27FC236}">
                <a16:creationId xmlns:a16="http://schemas.microsoft.com/office/drawing/2014/main" id="{FCAC5AE1-DD17-81A8-B3CA-501B94C2AA20}"/>
              </a:ext>
            </a:extLst>
          </p:cNvPr>
          <p:cNvSpPr>
            <a:spLocks xmlns:a="http://schemas.openxmlformats.org/drawingml/2006/main" noGrp="1"/>
          </p:cNvSpPr>
          <p:nvPr>
            <p:ph type="dt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2688C00F-7597-7D03-E20D-46B356467C63}"/>
              </a:ext>
            </a:extLst>
          </p:cNvPr>
          <p:cNvSpPr>
            <a:spLocks xmlns:a="http://schemas.openxmlformats.org/drawingml/2006/main" noGrp="1"/>
          </p:cNvSpPr>
          <p:nvPr>
            <p:ph type="ftr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0" name="Foliennummernplatzhalter 9">
            <a:extLst xmlns:a="http://schemas.openxmlformats.org/drawingml/2006/main">
              <a:ext uri="{FF2B5EF4-FFF2-40B4-BE49-F238E27FC236}">
                <a16:creationId xmlns:a16="http://schemas.microsoft.com/office/drawing/2014/main" id="{69515DB7-E267-98F8-A0A7-9F4339CE4664}"/>
              </a:ext>
            </a:extLst>
          </p:cNvPr>
          <p:cNvSpPr>
            <a:spLocks xmlns:a="http://schemas.openxmlformats.org/drawingml/2006/main" noGrp="1"/>
          </p:cNvSpPr>
          <p:nvPr>
            <p:ph type="sldNum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81.xml><?xml version="1.0" encoding="utf-8"?>
<p:sldLayout xmlns:p="http://schemas.openxmlformats.org/presentationml/2006/main" preserve="1">
  <p:cSld name="5x Bulletpicture + 5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2BA3090-A4C2-73D1-182D-3BBD68CE0D6E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59377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F3F768CB-88D4-D60D-DEB8-C65E114C22CE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3014065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8BFC965-C76E-72DE-B633-2FB2A13E93CA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5068752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5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BC8E5022-CAC8-E389-6196-8F133D8F65A8}"/>
              </a:ext>
            </a:extLst>
          </p:cNvPr>
          <p:cNvSpPr>
            <a:spLocks xmlns:a="http://schemas.openxmlformats.org/drawingml/2006/main" noGrp="1"/>
          </p:cNvSpPr>
          <p:nvPr>
            <p:ph type="pic" idx="20" hasCustomPrompt="1"/>
          </p:nvPr>
        </p:nvSpPr>
        <p:spPr>
          <a:xfrm xmlns:a="http://schemas.openxmlformats.org/drawingml/2006/main">
            <a:off x="7123439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455BA56B-3A41-BFA2-2B64-87DF0C821D53}"/>
              </a:ext>
            </a:extLst>
          </p:cNvPr>
          <p:cNvSpPr>
            <a:spLocks xmlns:a="http://schemas.openxmlformats.org/drawingml/2006/main" noGrp="1"/>
          </p:cNvSpPr>
          <p:nvPr>
            <p:ph type="pic" idx="21" hasCustomPrompt="1"/>
          </p:nvPr>
        </p:nvSpPr>
        <p:spPr>
          <a:xfrm xmlns:a="http://schemas.openxmlformats.org/drawingml/2006/main">
            <a:off x="9178126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8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D19E72B5-5D19-CB33-EFFE-5C00E1C53936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80f8432454574378">
              <a:extLst>
                <a:ext uri="{96DAC541-7B7A-43D3-8B79-37D633B846F1}">
                  <asvg:svgBlip xmlns:asvg="http://schemas.microsoft.com/office/drawing/2016/SVG/main" r:embed="R8c8866ed276f4463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9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FDDC1707-C012-09AA-27B6-7A5EF3856DC2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3019360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80f8432454574378">
              <a:extLst>
                <a:ext uri="{96DAC541-7B7A-43D3-8B79-37D633B846F1}">
                  <asvg:svgBlip xmlns:asvg="http://schemas.microsoft.com/office/drawing/2016/SVG/main" r:embed="R8c8866ed276f4463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20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B953A51A-53EF-A551-4AE6-C0CFD0EACE2A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5069435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80f8432454574378">
              <a:extLst>
                <a:ext uri="{96DAC541-7B7A-43D3-8B79-37D633B846F1}">
                  <asvg:svgBlip xmlns:asvg="http://schemas.microsoft.com/office/drawing/2016/SVG/main" r:embed="R8c8866ed276f4463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21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1A439ACB-5B1E-ECCF-C1EC-7B965ED53E25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7124058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80f8432454574378">
              <a:extLst>
                <a:ext uri="{96DAC541-7B7A-43D3-8B79-37D633B846F1}">
                  <asvg:svgBlip xmlns:asvg="http://schemas.microsoft.com/office/drawing/2016/SVG/main" r:embed="R8c8866ed276f4463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22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330376B6-82E2-6D85-A9F4-10CD928C4615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9177975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80f8432454574378">
              <a:extLst>
                <a:ext uri="{96DAC541-7B7A-43D3-8B79-37D633B846F1}">
                  <asvg:svgBlip xmlns:asvg="http://schemas.microsoft.com/office/drawing/2016/SVG/main" r:embed="R8c8866ed276f4463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E1A52739-E18E-49CE-9050-3FB9DD8E7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Datumsplatzhalter 6">
            <a:extLst xmlns:a="http://schemas.openxmlformats.org/drawingml/2006/main">
              <a:ext uri="{FF2B5EF4-FFF2-40B4-BE49-F238E27FC236}">
                <a16:creationId xmlns:a16="http://schemas.microsoft.com/office/drawing/2014/main" id="{D0D5EA32-7547-91F4-27D2-04FCF311B495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1C55D207-07B7-4A91-A687-9767EA6C6634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0" name="Foliennummernplatzhalter 9">
            <a:extLst xmlns:a="http://schemas.openxmlformats.org/drawingml/2006/main">
              <a:ext uri="{FF2B5EF4-FFF2-40B4-BE49-F238E27FC236}">
                <a16:creationId xmlns:a16="http://schemas.microsoft.com/office/drawing/2014/main" id="{E89C19EB-5D9D-DC1F-4F76-85903C1875F9}"/>
              </a:ext>
            </a:extLst>
          </p:cNvPr>
          <p:cNvSpPr>
            <a:spLocks xmlns:a="http://schemas.openxmlformats.org/drawingml/2006/main" noGrp="1"/>
          </p:cNvSpPr>
          <p:nvPr>
            <p:ph type="sldNum" idx="2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82.xml><?xml version="1.0" encoding="utf-8"?>
<p:sldLayout xmlns:p="http://schemas.openxmlformats.org/presentationml/2006/main" preserve="1">
  <p:cSld name="Keymessa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AB845F91-210D-AF4C-14EF-FF45CBCE38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86701" y="2480343"/>
            <a:ext cx="7118471" cy="300411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6115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40F5D646-9390-438B-9CD1-FDC39974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-1" y="2841928"/>
            <a:ext cx="1529885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0FAF8966-13AB-6814-804E-CBAE6EADEC9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28E03894-DBF6-56DB-D52B-988AB996DC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8" name="Foliennummernplatzhalter 7">
            <a:extLst xmlns:a="http://schemas.openxmlformats.org/drawingml/2006/main">
              <a:ext uri="{FF2B5EF4-FFF2-40B4-BE49-F238E27FC236}">
                <a16:creationId xmlns:a16="http://schemas.microsoft.com/office/drawing/2014/main" id="{31F3B9CD-DFDE-15C5-DB6E-42DD1A65405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83.xml><?xml version="1.0" encoding="utf-8"?>
<p:sldLayout xmlns:p="http://schemas.openxmlformats.org/presentationml/2006/main" preserve="1">
  <p:cSld name="2x Conta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BD3187F-A314-0111-14AD-BBCB5D1C4A08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3014126" y="2475286"/>
            <a:ext cx="2568438" cy="3009172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</a:t>
            </a:r>
            <a:br/>
            <a:r>
              <a:t>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9B74EED3-4DC4-185E-AB17-F95D76F04324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8150751" y="2475286"/>
            <a:ext cx="2568438" cy="3009172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</a:t>
            </a:r>
            <a:br/>
            <a:r>
              <a:t>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5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52AC31C9-DC96-8D9F-7335-7C2C9E78DFB0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959377" y="4566804"/>
            <a:ext cx="1981847" cy="219561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25e7f0b1b6af4bce">
              <a:extLst>
                <a:ext uri="{96DAC541-7B7A-43D3-8B79-37D633B846F1}">
                  <asvg:svgBlip xmlns:asvg="http://schemas.microsoft.com/office/drawing/2016/SVG/main" r:embed="Rc1616e6d015f4304"/>
                </a:ext>
              </a:extLst>
            </a:blip>
            <a:tile tx="0" ty="0" sx="100000" sy="100000" flip="none" algn="tr"/>
          </a:blipFill>
        </p:spPr>
        <p:txBody>
          <a:bodyPr xmlns:a="http://schemas.openxmlformats.org/drawingml/2006/main" tIns="0" rIns="108000" bIns="0" anchor="ctr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16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4EA6C058-B3B6-787F-1746-FD8E668612B8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6096000" y="4566804"/>
            <a:ext cx="1981848" cy="219561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25e7f0b1b6af4bce">
              <a:extLst>
                <a:ext uri="{96DAC541-7B7A-43D3-8B79-37D633B846F1}">
                  <asvg:svgBlip xmlns:asvg="http://schemas.microsoft.com/office/drawing/2016/SVG/main" r:embed="Rc1616e6d015f4304"/>
                </a:ext>
              </a:extLst>
            </a:blip>
            <a:tile tx="0" ty="0" sx="100000" sy="100000" flip="none" algn="tr"/>
          </a:blipFill>
        </p:spPr>
        <p:txBody>
          <a:bodyPr xmlns:a="http://schemas.openxmlformats.org/drawingml/2006/main" tIns="0" rIns="108000" bIns="0" anchor="ctr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85A0921F-4149-4FDA-96D8-6DD727D34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9C57F206-E59F-E588-487B-AAF2EE217858}"/>
              </a:ext>
            </a:extLst>
          </p:cNvPr>
          <p:cNvSpPr>
            <a:spLocks xmlns:a="http://schemas.openxmlformats.org/drawingml/2006/main" noGrp="1"/>
          </p:cNvSpPr>
          <p:nvPr>
            <p:ph type="dt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200E090E-6051-4A2B-7EC7-57D5B62A7819}"/>
              </a:ext>
            </a:extLst>
          </p:cNvPr>
          <p:cNvSpPr>
            <a:spLocks xmlns:a="http://schemas.openxmlformats.org/drawingml/2006/main" noGrp="1"/>
          </p:cNvSpPr>
          <p:nvPr>
            <p:ph type="ftr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6" name="Foliennummernplatzhalter 5">
            <a:extLst xmlns:a="http://schemas.openxmlformats.org/drawingml/2006/main">
              <a:ext uri="{FF2B5EF4-FFF2-40B4-BE49-F238E27FC236}">
                <a16:creationId xmlns:a16="http://schemas.microsoft.com/office/drawing/2014/main" id="{B31969E9-4E72-A6F6-D69F-3F57B4E474C5}"/>
              </a:ext>
            </a:extLst>
          </p:cNvPr>
          <p:cNvSpPr>
            <a:spLocks xmlns:a="http://schemas.openxmlformats.org/drawingml/2006/main" noGrp="1"/>
          </p:cNvSpPr>
          <p:nvPr>
            <p:ph type="sldNum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84.xml><?xml version="1.0" encoding="utf-8"?>
<p:sldLayout xmlns:p="http://schemas.openxmlformats.org/presentationml/2006/main" preserve="1">
  <p:cSld name="3x Conta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BD3187F-A314-0111-14AD-BBCB5D1C4A08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959124" y="2475286"/>
            <a:ext cx="2568767" cy="3009558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</a:t>
            </a:r>
            <a:br/>
            <a:r>
              <a:t>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9B74EED3-4DC4-185E-AB17-F95D76F04324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4041351" y="2475286"/>
            <a:ext cx="2568767" cy="3009558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</a:t>
            </a:r>
            <a:br/>
            <a:r>
              <a:t>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091B7205-BCF7-E5E6-7696-C5A959CB638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7123376" y="2475286"/>
            <a:ext cx="2568767" cy="3009558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</a:t>
            </a:r>
            <a:br/>
            <a:r>
              <a:t>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7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370B3FB5-E73F-47E5-6AD6-4664928CC467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959375" y="5557134"/>
            <a:ext cx="2568516" cy="219561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4408dab4d5564fc7">
              <a:extLst>
                <a:ext uri="{96DAC541-7B7A-43D3-8B79-37D633B846F1}">
                  <asvg:svgBlip xmlns:asvg="http://schemas.microsoft.com/office/drawing/2016/SVG/main" r:embed="R68e7f88de8004559"/>
                </a:ext>
              </a:extLst>
            </a:blip>
            <a:srcRect l="0" t="0" r="0" b="0"/>
            <a:tile tx="0" ty="0" sx="100000" sy="100000" flip="none" algn="tr"/>
          </a:blipFill>
        </p:spPr>
        <p:txBody>
          <a:bodyPr xmlns:a="http://schemas.openxmlformats.org/drawingml/2006/main" wrap="square" tIns="0" rIns="108000" bIns="0" anchor="t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Names</a:t>
            </a:r>
            <a:endParaRPr/>
          </a:p>
        </p:txBody>
      </p:sp>
      <p:sp>
        <p:nvSpPr>
          <p:cNvPr id="18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6AAC5F41-A734-F619-0ADF-17C354FA1D43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4041350" y="5557134"/>
            <a:ext cx="2568516" cy="219561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4408dab4d5564fc7">
              <a:extLst>
                <a:ext uri="{96DAC541-7B7A-43D3-8B79-37D633B846F1}">
                  <asvg:svgBlip xmlns:asvg="http://schemas.microsoft.com/office/drawing/2016/SVG/main" r:embed="R68e7f88de8004559"/>
                </a:ext>
              </a:extLst>
            </a:blip>
            <a:srcRect l="0" t="0" r="0" b="0"/>
            <a:tile tx="0" ty="0" sx="100000" sy="100000" flip="none" algn="tr"/>
          </a:blipFill>
        </p:spPr>
        <p:txBody>
          <a:bodyPr xmlns:a="http://schemas.openxmlformats.org/drawingml/2006/main" wrap="square" tIns="0" rIns="108000" bIns="0" anchor="t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19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0D4276E4-5B9A-20A9-6579-BE0440972E11}"/>
              </a:ext>
            </a:extLst>
          </p:cNvPr>
          <p:cNvSpPr>
            <a:spLocks xmlns:a="http://schemas.openxmlformats.org/drawingml/2006/main" noGrp="1"/>
          </p:cNvSpPr>
          <p:nvPr>
            <p:ph type="body" idx="23" hasCustomPrompt="1"/>
          </p:nvPr>
        </p:nvSpPr>
        <p:spPr>
          <a:xfrm xmlns:a="http://schemas.openxmlformats.org/drawingml/2006/main">
            <a:off x="7129852" y="5557134"/>
            <a:ext cx="2568516" cy="219561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4408dab4d5564fc7">
              <a:extLst>
                <a:ext uri="{96DAC541-7B7A-43D3-8B79-37D633B846F1}">
                  <asvg:svgBlip xmlns:asvg="http://schemas.microsoft.com/office/drawing/2016/SVG/main" r:embed="R68e7f88de8004559"/>
                </a:ext>
              </a:extLst>
            </a:blip>
            <a:srcRect l="0" t="0" r="0" b="0"/>
            <a:tile tx="0" ty="0" sx="100000" sy="100000" flip="none" algn="tr"/>
          </a:blipFill>
        </p:spPr>
        <p:txBody>
          <a:bodyPr xmlns:a="http://schemas.openxmlformats.org/drawingml/2006/main" wrap="square" tIns="0" rIns="108000" bIns="0" anchor="t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9CE79E52-519C-4F3A-B34F-C085947D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Datumsplatzhalter 3">
            <a:extLst xmlns:a="http://schemas.openxmlformats.org/drawingml/2006/main">
              <a:ext uri="{FF2B5EF4-FFF2-40B4-BE49-F238E27FC236}">
                <a16:creationId xmlns:a16="http://schemas.microsoft.com/office/drawing/2014/main" id="{1F383428-C9D0-A961-DBA1-AAE73B77FFD0}"/>
              </a:ext>
            </a:extLst>
          </p:cNvPr>
          <p:cNvSpPr>
            <a:spLocks xmlns:a="http://schemas.openxmlformats.org/drawingml/2006/main" noGrp="1"/>
          </p:cNvSpPr>
          <p:nvPr>
            <p:ph type="dt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1DB38D59-E01D-96E5-B2CF-452A536C038B}"/>
              </a:ext>
            </a:extLst>
          </p:cNvPr>
          <p:cNvSpPr>
            <a:spLocks xmlns:a="http://schemas.openxmlformats.org/drawingml/2006/main" noGrp="1"/>
          </p:cNvSpPr>
          <p:nvPr>
            <p:ph type="ftr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6" name="Foliennummernplatzhalter 5">
            <a:extLst xmlns:a="http://schemas.openxmlformats.org/drawingml/2006/main">
              <a:ext uri="{FF2B5EF4-FFF2-40B4-BE49-F238E27FC236}">
                <a16:creationId xmlns:a16="http://schemas.microsoft.com/office/drawing/2014/main" id="{F3CE96E9-3952-BA93-B440-51D726FCA104}"/>
              </a:ext>
            </a:extLst>
          </p:cNvPr>
          <p:cNvSpPr>
            <a:spLocks xmlns:a="http://schemas.openxmlformats.org/drawingml/2006/main" noGrp="1"/>
          </p:cNvSpPr>
          <p:nvPr>
            <p:ph type="sldNum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85.xml><?xml version="1.0" encoding="utf-8"?>
<p:sldLayout xmlns:p="http://schemas.openxmlformats.org/presentationml/2006/main" preserve="1">
  <p:cSld name="Empt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8487D194-296B-4582-CE04-F3DCE2B8F25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6" name="Fußzeilenplatzhalter 5">
            <a:extLst xmlns:a="http://schemas.openxmlformats.org/drawingml/2006/main">
              <a:ext uri="{FF2B5EF4-FFF2-40B4-BE49-F238E27FC236}">
                <a16:creationId xmlns:a16="http://schemas.microsoft.com/office/drawing/2014/main" id="{FF979EEB-5D10-CB0C-D270-7BA84726C86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BA9F4787-6D4D-AA03-BB70-DAF7D93C955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86.xml><?xml version="1.0" encoding="utf-8"?>
<p:sldLayout xmlns:p="http://schemas.openxmlformats.org/presentationml/2006/main" preserve="1">
  <p:cSld name="Content with Sub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platzhalter 9">
            <a:extLst xmlns:a="http://schemas.openxmlformats.org/drawingml/2006/main">
              <a:ext uri="{FF2B5EF4-FFF2-40B4-BE49-F238E27FC236}">
                <a16:creationId xmlns:a16="http://schemas.microsoft.com/office/drawing/2014/main" id="{88D6C5FE-E0CA-4C22-91F5-C685139960EA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959377" y="2475287"/>
            <a:ext cx="10860521" cy="3344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buNone/>
              <a:defRPr sz="1834" b="1" u="none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Click </a:t>
            </a:r>
            <a:r>
              <a:t>to</a:t>
            </a:r>
            <a:r>
              <a:t> </a:t>
            </a:r>
            <a:r>
              <a:t>add</a:t>
            </a:r>
            <a:r>
              <a:t> </a:t>
            </a:r>
            <a:r>
              <a:t>subtitle</a:t>
            </a:r>
            <a:endParaRPr/>
          </a:p>
        </p:txBody>
      </p:sp>
      <p:sp>
        <p:nvSpPr>
          <p:cNvPr id="16" name="Inhaltsplatzhalter 15">
            <a:extLst xmlns:a="http://schemas.openxmlformats.org/drawingml/2006/main">
              <a:ext uri="{FF2B5EF4-FFF2-40B4-BE49-F238E27FC236}">
                <a16:creationId xmlns:a16="http://schemas.microsoft.com/office/drawing/2014/main" id="{6C05FAE4-1526-42D8-AB66-CF45DA831D51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959377" y="2915312"/>
            <a:ext cx="10860522" cy="359647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  <a:lvl2pPr>
              <a:buNone/>
              <a:defRPr>
                <a:latin typeface="+mn-lt"/>
                <a:ea typeface="+mn-lt"/>
                <a:cs typeface="+mn-lt"/>
              </a:defRPr>
            </a:lvl2pPr>
            <a:lvl3pPr>
              <a:buNone/>
              <a:defRPr>
                <a:latin typeface="+mn-lt"/>
                <a:ea typeface="+mn-lt"/>
                <a:cs typeface="+mn-lt"/>
              </a:defRPr>
            </a:lvl3pPr>
            <a:lvl4pPr>
              <a:buNone/>
              <a:defRPr>
                <a:latin typeface="+mn-lt"/>
                <a:ea typeface="+mn-lt"/>
                <a:cs typeface="+mn-lt"/>
              </a:defRPr>
            </a:lvl4pPr>
            <a:lvl5pPr>
              <a:buNone/>
              <a:defRPr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1B97839-1AA5-E192-9733-54F974DF43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A925E36D-902B-45B0-9496-0B235709E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8F2E1961-3ACB-EE49-C625-E2023F02BB9E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98C87DF9-C015-4A6B-A468-1EDF5497FEB4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81C3BE43-C224-5323-63FD-5028BC0A799D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87.xml><?xml version="1.0" encoding="utf-8"?>
<p:sldLayout xmlns:p="http://schemas.openxmlformats.org/presentationml/2006/main" preserve="1">
  <p:cSld name="Two Contents with Subtitle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Inhaltsplatzhalter 3">
            <a:extLst xmlns:a="http://schemas.openxmlformats.org/drawingml/2006/main">
              <a:ext uri="{FF2B5EF4-FFF2-40B4-BE49-F238E27FC236}">
                <a16:creationId xmlns:a16="http://schemas.microsoft.com/office/drawing/2014/main" id="{E68CE197-3410-4736-87C1-0E3CE69859D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959375" y="2915313"/>
            <a:ext cx="4549299" cy="35964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  <a:lvl2pPr>
              <a:buNone/>
              <a:defRPr>
                <a:latin typeface="+mn-lt"/>
                <a:ea typeface="+mn-lt"/>
                <a:cs typeface="+mn-lt"/>
              </a:defRPr>
            </a:lvl2pPr>
            <a:lvl3pPr>
              <a:buNone/>
              <a:defRPr>
                <a:latin typeface="+mn-lt"/>
                <a:ea typeface="+mn-lt"/>
                <a:cs typeface="+mn-lt"/>
              </a:defRPr>
            </a:lvl3pPr>
            <a:lvl4pPr>
              <a:buNone/>
              <a:defRPr>
                <a:latin typeface="+mn-lt"/>
                <a:ea typeface="+mn-lt"/>
                <a:cs typeface="+mn-lt"/>
              </a:defRPr>
            </a:lvl4pPr>
            <a:lvl5pPr>
              <a:buNone/>
              <a:defRPr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13" name="Inhaltsplatzhalter 3">
            <a:extLst xmlns:a="http://schemas.openxmlformats.org/drawingml/2006/main">
              <a:ext uri="{FF2B5EF4-FFF2-40B4-BE49-F238E27FC236}">
                <a16:creationId xmlns:a16="http://schemas.microsoft.com/office/drawing/2014/main" id="{E4C3FF60-3755-42CB-A976-41A778E94E1F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6095999" y="2915312"/>
            <a:ext cx="4549299" cy="35964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  <a:lvl2pPr>
              <a:buNone/>
              <a:defRPr>
                <a:latin typeface="+mn-lt"/>
                <a:ea typeface="+mn-lt"/>
                <a:cs typeface="+mn-lt"/>
              </a:defRPr>
            </a:lvl2pPr>
            <a:lvl3pPr>
              <a:buNone/>
              <a:defRPr>
                <a:latin typeface="+mn-lt"/>
                <a:ea typeface="+mn-lt"/>
                <a:cs typeface="+mn-lt"/>
              </a:defRPr>
            </a:lvl3pPr>
            <a:lvl4pPr>
              <a:buNone/>
              <a:defRPr>
                <a:latin typeface="+mn-lt"/>
                <a:ea typeface="+mn-lt"/>
                <a:cs typeface="+mn-lt"/>
              </a:defRPr>
            </a:lvl4pPr>
            <a:lvl5pPr>
              <a:buNone/>
              <a:defRPr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7" name="Textplatzhalter 9">
            <a:extLst xmlns:a="http://schemas.openxmlformats.org/drawingml/2006/main">
              <a:ext uri="{FF2B5EF4-FFF2-40B4-BE49-F238E27FC236}">
                <a16:creationId xmlns:a16="http://schemas.microsoft.com/office/drawing/2014/main" id="{BA2A6D2B-19D2-4DCD-AB16-C5225512AC2A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959375" y="2475286"/>
            <a:ext cx="4549299" cy="3301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buNone/>
              <a:defRPr sz="1834" b="1" u="none" baseline="0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subtitle</a:t>
            </a:r>
          </a:p>
        </p:txBody>
      </p:sp>
      <p:sp>
        <p:nvSpPr>
          <p:cNvPr id="8" name="Textplatzhalter 9">
            <a:extLst xmlns:a="http://schemas.openxmlformats.org/drawingml/2006/main">
              <a:ext uri="{FF2B5EF4-FFF2-40B4-BE49-F238E27FC236}">
                <a16:creationId xmlns:a16="http://schemas.microsoft.com/office/drawing/2014/main" id="{483C1B85-291F-4339-B3B8-E9C6075DC203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6095999" y="2475286"/>
            <a:ext cx="4549299" cy="3301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buNone/>
              <a:defRPr sz="1834" b="1" u="none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subtitle</a:t>
            </a:r>
          </a:p>
        </p:txBody>
      </p:sp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78DB9F7D-FC7C-FFDB-E760-24D21DA2BA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8BE44328-1683-4611-BD84-633823423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Datumsplatzhalter 4">
            <a:extLst xmlns:a="http://schemas.openxmlformats.org/drawingml/2006/main">
              <a:ext uri="{FF2B5EF4-FFF2-40B4-BE49-F238E27FC236}">
                <a16:creationId xmlns:a16="http://schemas.microsoft.com/office/drawing/2014/main" id="{54027E3A-42A7-AD5C-B5D6-191D663CC2BF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6" name="Fußzeilenplatzhalter 5">
            <a:extLst xmlns:a="http://schemas.openxmlformats.org/drawingml/2006/main">
              <a:ext uri="{FF2B5EF4-FFF2-40B4-BE49-F238E27FC236}">
                <a16:creationId xmlns:a16="http://schemas.microsoft.com/office/drawing/2014/main" id="{B745418C-5301-BA3F-AA62-FF70BF82394B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1" name="Foliennummernplatzhalter 10">
            <a:extLst xmlns:a="http://schemas.openxmlformats.org/drawingml/2006/main">
              <a:ext uri="{FF2B5EF4-FFF2-40B4-BE49-F238E27FC236}">
                <a16:creationId xmlns:a16="http://schemas.microsoft.com/office/drawing/2014/main" id="{638B286B-15FC-7186-6057-C6909685C91D}"/>
              </a:ext>
            </a:extLst>
          </p:cNvPr>
          <p:cNvSpPr>
            <a:spLocks xmlns:a="http://schemas.openxmlformats.org/drawingml/2006/main" noGrp="1"/>
          </p:cNvSpPr>
          <p:nvPr>
            <p:ph type="sldNum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88.xml><?xml version="1.0" encoding="utf-8"?>
<p:sldLayout xmlns:p="http://schemas.openxmlformats.org/presentationml/2006/main" preserve="1">
  <p:cSld name="Content Slides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feld 5">
            <a:extLst xmlns:a="http://schemas.openxmlformats.org/drawingml/2006/main">
              <a:ext uri="{FF2B5EF4-FFF2-40B4-BE49-F238E27FC236}">
                <a16:creationId xmlns:a16="http://schemas.microsoft.com/office/drawing/2014/main" id="{EB4D9AFF-BFB1-3060-5E48-71EBC380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1888014"/>
            <a:ext cx="11447796" cy="2569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611"/>
              </a:spcBef>
              <a:spcAft>
                <a:spcPts val="611"/>
              </a:spcAft>
              <a:buClr>
                <a:schemeClr val="accent4"/>
              </a:buClr>
              <a:buFont typeface="Arial"/>
              <a:buNone/>
            </a:pPr>
            <a:r>
              <a:rPr sz="14064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Content slides</a:t>
            </a:r>
          </a:p>
        </p:txBody>
      </p:sp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32E89F53-768E-5096-10A0-2026B721CF6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3" name="Fußzeilenplatzhalter 2">
            <a:extLst xmlns:a="http://schemas.openxmlformats.org/drawingml/2006/main">
              <a:ext uri="{FF2B5EF4-FFF2-40B4-BE49-F238E27FC236}">
                <a16:creationId xmlns:a16="http://schemas.microsoft.com/office/drawing/2014/main" id="{85E83F87-03A0-D8DA-AFB7-80E29C695F2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Foliennummernplatzhalter 3">
            <a:extLst xmlns:a="http://schemas.openxmlformats.org/drawingml/2006/main">
              <a:ext uri="{FF2B5EF4-FFF2-40B4-BE49-F238E27FC236}">
                <a16:creationId xmlns:a16="http://schemas.microsoft.com/office/drawing/2014/main" id="{5B093447-2707-A6B9-2DB4-E82BFF1A8F4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  <p:sp>
        <p:nvSpPr>
          <p:cNvPr id="5" name="Rechteck 4">
            <a:extLst xmlns:a="http://schemas.openxmlformats.org/drawingml/2006/main">
              <a:ext uri="{FF2B5EF4-FFF2-40B4-BE49-F238E27FC236}">
                <a16:creationId xmlns:a16="http://schemas.microsoft.com/office/drawing/2014/main" id="{94699513-C0BE-575D-8A35-8F5B0488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300" y="0"/>
            <a:ext cx="1614599" cy="13735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9" name="Rechteck 8">
            <a:extLst xmlns:a="http://schemas.openxmlformats.org/drawingml/2006/main">
              <a:ext uri="{FF2B5EF4-FFF2-40B4-BE49-F238E27FC236}">
                <a16:creationId xmlns:a16="http://schemas.microsoft.com/office/drawing/2014/main" id="{DD4880D8-D519-4803-4CBC-2D72999F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420637"/>
            <a:ext cx="3596446" cy="51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r>
              <a:rPr>
                <a:solidFill>
                  <a:schemeClr val="tx1"/>
                </a:solidFill>
              </a:rPr>
              <a:t>Not for layout purposes</a:t>
            </a:r>
          </a:p>
        </p:txBody>
      </p:sp>
    </p:spTree>
  </p:cSld>
</p:sldLayout>
</file>

<file path=ppt/slideLayouts/slideLayout89.xml><?xml version="1.0" encoding="utf-8"?>
<p:sldLayout xmlns:p="http://schemas.openxmlformats.org/presentationml/2006/main" preserve="1">
  <p:cSld name="Text + 2x Picture smal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403649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858000"/>
          </a:xfrm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7502C1B-DFC9-B1E3-C029-EF98AD854A42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6096000" y="4529937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5" name="Gerader Verbinder 4">
            <a:extLst xmlns:a="http://schemas.openxmlformats.org/drawingml/2006/main">
              <a:ext uri="{FF2B5EF4-FFF2-40B4-BE49-F238E27FC236}">
                <a16:creationId xmlns:a16="http://schemas.microsoft.com/office/drawing/2014/main" id="{E984BEFA-7917-448F-9E27-C5B688ED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E910C866-F711-4658-917C-2E4EE77C8E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557692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569CB5D1-E114-450A-F803-CE461FAFCCCC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f0b1e9e0ec7d431e">
              <a:extLst>
                <a:ext uri="{96DAC541-7B7A-43D3-8B79-37D633B846F1}">
                  <asvg:svgBlip xmlns:asvg="http://schemas.microsoft.com/office/drawing/2016/SVG/main" r:embed="R598e092fe96f4fed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0" name="Datumsplatzhalter 9">
            <a:extLst xmlns:a="http://schemas.openxmlformats.org/drawingml/2006/main">
              <a:ext uri="{FF2B5EF4-FFF2-40B4-BE49-F238E27FC236}">
                <a16:creationId xmlns:a16="http://schemas.microsoft.com/office/drawing/2014/main" id="{E9EEDC3F-857B-455C-C905-F8015EC2CA84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3A4D36E6-67E9-3C61-2A33-FDDC0C7AD928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5" name="Foliennummernplatzhalter 14">
            <a:extLst xmlns:a="http://schemas.openxmlformats.org/drawingml/2006/main">
              <a:ext uri="{FF2B5EF4-FFF2-40B4-BE49-F238E27FC236}">
                <a16:creationId xmlns:a16="http://schemas.microsoft.com/office/drawing/2014/main" id="{735F79F1-7EC4-BCDB-C743-7ADE1582A280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0.xml><?xml version="1.0" encoding="utf-8"?>
<p:sldLayout xmlns:p="http://schemas.openxmlformats.org/presentationml/2006/main" preserve="1">
  <p:cSld name="Text + 3x Picture smal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300917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858000"/>
          </a:xfrm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ECA0094A-5B2E-9B9B-5985-A050B3F09396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5068676" y="4529938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3500C47F-26E0-1FD6-E5CB-7603A6434007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8665122" y="4529936"/>
            <a:ext cx="3154775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664BCC82-EBB0-41E7-AED7-C2D393FA8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3E693FF5-86F0-0CB7-2360-023976592C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557692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5CE5618D-771D-34E3-8693-80C88D0EE19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d6ffe5e3982f4b0e">
              <a:extLst>
                <a:ext uri="{96DAC541-7B7A-43D3-8B79-37D633B846F1}">
                  <asvg:svgBlip xmlns:asvg="http://schemas.microsoft.com/office/drawing/2016/SVG/main" r:embed="Ra0f17090f96e4c8f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4" name="Datumsplatzhalter 13">
            <a:extLst xmlns:a="http://schemas.openxmlformats.org/drawingml/2006/main">
              <a:ext uri="{FF2B5EF4-FFF2-40B4-BE49-F238E27FC236}">
                <a16:creationId xmlns:a16="http://schemas.microsoft.com/office/drawing/2014/main" id="{E25591FA-0DFB-9CB7-D3CB-8D35AD0FDF0E}"/>
              </a:ext>
            </a:extLst>
          </p:cNvPr>
          <p:cNvSpPr>
            <a:spLocks xmlns:a="http://schemas.openxmlformats.org/drawingml/2006/main" noGrp="1"/>
          </p:cNvSpPr>
          <p:nvPr>
            <p:ph type="dt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5" name="Fußzeilenplatzhalter 14">
            <a:extLst xmlns:a="http://schemas.openxmlformats.org/drawingml/2006/main">
              <a:ext uri="{FF2B5EF4-FFF2-40B4-BE49-F238E27FC236}">
                <a16:creationId xmlns:a16="http://schemas.microsoft.com/office/drawing/2014/main" id="{39FDF825-E123-3926-B75B-132592904056}"/>
              </a:ext>
            </a:extLst>
          </p:cNvPr>
          <p:cNvSpPr>
            <a:spLocks xmlns:a="http://schemas.openxmlformats.org/drawingml/2006/main" noGrp="1"/>
          </p:cNvSpPr>
          <p:nvPr>
            <p:ph type="ftr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6" name="Foliennummernplatzhalter 15">
            <a:extLst xmlns:a="http://schemas.openxmlformats.org/drawingml/2006/main">
              <a:ext uri="{FF2B5EF4-FFF2-40B4-BE49-F238E27FC236}">
                <a16:creationId xmlns:a16="http://schemas.microsoft.com/office/drawing/2014/main" id="{0CAEF1A9-D442-4E29-5BA5-E5B13CAE6970}"/>
              </a:ext>
            </a:extLst>
          </p:cNvPr>
          <p:cNvSpPr>
            <a:spLocks xmlns:a="http://schemas.openxmlformats.org/drawingml/2006/main" noGrp="1"/>
          </p:cNvSpPr>
          <p:nvPr>
            <p:ph type="sldNum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1.xml><?xml version="1.0" encoding="utf-8"?>
<p:sldLayout xmlns:p="http://schemas.openxmlformats.org/presentationml/2006/main" preserve="1">
  <p:cSld name="Text + 3x Picture small up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858000"/>
          </a:xfrm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300917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095954B1-C1A6-39D2-5860-92BE95AB3E8C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5068676" y="4529937"/>
            <a:ext cx="3009172" cy="19818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4516595-F442-563E-AF6C-08B3AF082119}"/>
              </a:ext>
            </a:extLst>
          </p:cNvPr>
          <p:cNvSpPr>
            <a:spLocks xmlns:a="http://schemas.openxmlformats.org/drawingml/2006/main" noGrp="1"/>
          </p:cNvSpPr>
          <p:nvPr>
            <p:ph type="pic" idx="24" hasCustomPrompt="1"/>
          </p:nvPr>
        </p:nvSpPr>
        <p:spPr>
          <a:xfrm xmlns:a="http://schemas.openxmlformats.org/drawingml/2006/main">
            <a:off x="5068676" y="2034705"/>
            <a:ext cx="3009172" cy="19818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D712278A-A71A-4947-99DE-ED2F25111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9ED3A9A1-7997-28B9-BA9C-255B6B07E8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557692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5CE5618D-771D-34E3-8693-80C88D0EE19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90fe0b238fa946a7">
              <a:extLst>
                <a:ext uri="{96DAC541-7B7A-43D3-8B79-37D633B846F1}">
                  <asvg:svgBlip xmlns:asvg="http://schemas.microsoft.com/office/drawing/2016/SVG/main" r:embed="Rbbc45a0e0f374b54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1422D043-736F-7147-C274-01730F3BEC10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5" name="Fußzeilenplatzhalter 14">
            <a:extLst xmlns:a="http://schemas.openxmlformats.org/drawingml/2006/main">
              <a:ext uri="{FF2B5EF4-FFF2-40B4-BE49-F238E27FC236}">
                <a16:creationId xmlns:a16="http://schemas.microsoft.com/office/drawing/2014/main" id="{CAB60CC7-FA7E-B2B8-82EC-0F40B5F82E76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6" name="Foliennummernplatzhalter 15">
            <a:extLst xmlns:a="http://schemas.openxmlformats.org/drawingml/2006/main">
              <a:ext uri="{FF2B5EF4-FFF2-40B4-BE49-F238E27FC236}">
                <a16:creationId xmlns:a16="http://schemas.microsoft.com/office/drawing/2014/main" id="{D74CF844-F9FC-DFB9-F98C-96A77B3EF250}"/>
              </a:ext>
            </a:extLst>
          </p:cNvPr>
          <p:cNvSpPr>
            <a:spLocks xmlns:a="http://schemas.openxmlformats.org/drawingml/2006/main" noGrp="1"/>
          </p:cNvSpPr>
          <p:nvPr>
            <p:ph type="sldNum" idx="2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2.xml><?xml version="1.0" encoding="utf-8"?>
<p:sldLayout xmlns:p="http://schemas.openxmlformats.org/presentationml/2006/main" preserve="1">
  <p:cSld name="Text + Picture mediu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454952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0018414E-8788-FD8B-5A04-4D374EB972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4952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B7E2CB9F-3CBB-406F-85C1-849840B4A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" name="FESTO-Logo">
            <a:extLst xmlns:a="http://schemas.openxmlformats.org/drawingml/2006/main">
              <a:ext uri="{FF2B5EF4-FFF2-40B4-BE49-F238E27FC236}">
                <a16:creationId xmlns:a16="http://schemas.microsoft.com/office/drawing/2014/main" id="{562211B0-5C02-7487-0B98-90778C052D75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a82c2e2fbf2e48d7">
              <a:extLst>
                <a:ext uri="{96DAC541-7B7A-43D3-8B79-37D633B846F1}">
                  <asvg:svgBlip xmlns:asvg="http://schemas.microsoft.com/office/drawing/2016/SVG/main" r:embed="Re921855a3e0545f8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13281DA9-718F-2B02-5AF6-0784B6121190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4517B62C-7507-126D-CD7B-0CE5085E526F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4" name="Foliennummernplatzhalter 13">
            <a:extLst xmlns:a="http://schemas.openxmlformats.org/drawingml/2006/main">
              <a:ext uri="{FF2B5EF4-FFF2-40B4-BE49-F238E27FC236}">
                <a16:creationId xmlns:a16="http://schemas.microsoft.com/office/drawing/2014/main" id="{A7224510-ADDB-7B42-F2AF-E7776D97F963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3.xml><?xml version="1.0" encoding="utf-8"?>
<p:sldLayout xmlns:p="http://schemas.openxmlformats.org/presentationml/2006/main" preserve="1">
  <p:cSld name="Text + 2x Picture mediu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352215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0" cy="6858000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068F23D-857F-9EDC-F626-85FCB927E315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5068676" y="4529937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19C6F905-EF3E-4B28-94F1-7AEF3159D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9D0A4411-EF65-A589-3611-A23096D8BF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49553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964DA0D1-3404-4D10-9EFD-C48859A5E99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9d9a9e46823f46c6">
              <a:extLst>
                <a:ext uri="{96DAC541-7B7A-43D3-8B79-37D633B846F1}">
                  <asvg:svgBlip xmlns:asvg="http://schemas.microsoft.com/office/drawing/2016/SVG/main" r:embed="Rbbc5aa606ebc44e1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1" name="Datumsplatzhalter 10">
            <a:extLst xmlns:a="http://schemas.openxmlformats.org/drawingml/2006/main">
              <a:ext uri="{FF2B5EF4-FFF2-40B4-BE49-F238E27FC236}">
                <a16:creationId xmlns:a16="http://schemas.microsoft.com/office/drawing/2014/main" id="{71AA828B-34C2-396E-51B2-A19CD1672DE0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2" name="Fußzeilenplatzhalter 11">
            <a:extLst xmlns:a="http://schemas.openxmlformats.org/drawingml/2006/main">
              <a:ext uri="{FF2B5EF4-FFF2-40B4-BE49-F238E27FC236}">
                <a16:creationId xmlns:a16="http://schemas.microsoft.com/office/drawing/2014/main" id="{99587CB3-C804-4135-14CB-05D35DECA295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5" name="Foliennummernplatzhalter 14">
            <a:extLst xmlns:a="http://schemas.openxmlformats.org/drawingml/2006/main">
              <a:ext uri="{FF2B5EF4-FFF2-40B4-BE49-F238E27FC236}">
                <a16:creationId xmlns:a16="http://schemas.microsoft.com/office/drawing/2014/main" id="{1682AE22-A5CE-0823-9E5E-0482DCE2B481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4.xml><?xml version="1.0" encoding="utf-8"?>
<p:sldLayout xmlns:p="http://schemas.openxmlformats.org/presentationml/2006/main" preserve="1">
  <p:cSld name="Text + Picture lar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352278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5068676" y="1"/>
            <a:ext cx="7123325" cy="6858000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90B16833-C0AE-477B-9FEB-929EEEC5C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BB158F41-943A-CFBE-36CF-6087C048C3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3522783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2BFDA5E7-188B-AC1B-E193-AEF619366C31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3c20355966954854">
              <a:extLst>
                <a:ext uri="{96DAC541-7B7A-43D3-8B79-37D633B846F1}">
                  <asvg:svgBlip xmlns:asvg="http://schemas.microsoft.com/office/drawing/2016/SVG/main" r:embed="R7b2bbba4a1a84c24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48FE03EC-5A92-4F0E-23F8-4C7ACD0D8225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168A8E65-A84D-CD9B-D6D9-B7E8C547B63F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4" name="Foliennummernplatzhalter 13">
            <a:extLst xmlns:a="http://schemas.openxmlformats.org/drawingml/2006/main">
              <a:ext uri="{FF2B5EF4-FFF2-40B4-BE49-F238E27FC236}">
                <a16:creationId xmlns:a16="http://schemas.microsoft.com/office/drawing/2014/main" id="{F7BF2668-42F8-2B50-22FD-EAA5213E11AD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5.xml><?xml version="1.0" encoding="utf-8"?>
<p:sldLayout xmlns:p="http://schemas.openxmlformats.org/presentationml/2006/main" preserve="1">
  <p:cSld name="Text + 2x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4550157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1" cy="3428191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6096001" y="3502612"/>
            <a:ext cx="6096001" cy="3355388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DBAF79F2-0234-4C00-802D-B65C8C12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8B6BCDBE-4D01-DC9C-8B9C-8DC825E772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455015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B348E570-CF8F-7A0E-B5F0-57A10520A97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711b86e6ab1a4075">
              <a:extLst>
                <a:ext uri="{96DAC541-7B7A-43D3-8B79-37D633B846F1}">
                  <asvg:svgBlip xmlns:asvg="http://schemas.microsoft.com/office/drawing/2016/SVG/main" r:embed="R59a914ee687249c1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3" name="Datumsplatzhalter 12">
            <a:extLst xmlns:a="http://schemas.openxmlformats.org/drawingml/2006/main">
              <a:ext uri="{FF2B5EF4-FFF2-40B4-BE49-F238E27FC236}">
                <a16:creationId xmlns:a16="http://schemas.microsoft.com/office/drawing/2014/main" id="{81F45B9F-FA9C-F134-B7FC-95C32B46A6A0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6A1D3803-D027-E786-DD7E-2502413932CE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5" name="Foliennummernplatzhalter 14">
            <a:extLst xmlns:a="http://schemas.openxmlformats.org/drawingml/2006/main">
              <a:ext uri="{FF2B5EF4-FFF2-40B4-BE49-F238E27FC236}">
                <a16:creationId xmlns:a16="http://schemas.microsoft.com/office/drawing/2014/main" id="{690F00A3-D857-D898-B470-B8F7B870B54D}"/>
              </a:ext>
            </a:extLst>
          </p:cNvPr>
          <p:cNvSpPr>
            <a:spLocks xmlns:a="http://schemas.openxmlformats.org/drawingml/2006/main" noGrp="1"/>
          </p:cNvSpPr>
          <p:nvPr>
            <p:ph type="sldNum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6.xml><?xml version="1.0" encoding="utf-8"?>
<p:sldLayout xmlns:p="http://schemas.openxmlformats.org/presentationml/2006/main" preserve="1">
  <p:cSld name="Text + 3x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4550157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1" cy="3428191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6096001" y="3502612"/>
            <a:ext cx="3009172" cy="3355388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6D261F-B94D-E890-D9ED-A8EC50316E1F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182828" y="3502612"/>
            <a:ext cx="3009172" cy="3355388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Gerader Verbinder 13">
            <a:extLst xmlns:a="http://schemas.openxmlformats.org/drawingml/2006/main">
              <a:ext uri="{FF2B5EF4-FFF2-40B4-BE49-F238E27FC236}">
                <a16:creationId xmlns:a16="http://schemas.microsoft.com/office/drawing/2014/main" id="{874331A5-F8AF-4E8B-81B4-DF443C1DB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Titel 14">
            <a:extLst xmlns:a="http://schemas.openxmlformats.org/drawingml/2006/main">
              <a:ext uri="{FF2B5EF4-FFF2-40B4-BE49-F238E27FC236}">
                <a16:creationId xmlns:a16="http://schemas.microsoft.com/office/drawing/2014/main" id="{BBFA9D1B-ACF8-1FC6-462F-845F189AC1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50158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83AF95C5-FE62-CB69-A8C1-4988A3D5A739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64c00a660f194465">
              <a:extLst>
                <a:ext uri="{96DAC541-7B7A-43D3-8B79-37D633B846F1}">
                  <asvg:svgBlip xmlns:asvg="http://schemas.microsoft.com/office/drawing/2016/SVG/main" r:embed="R9b8e915fcd844d04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6" name="Datumsplatzhalter 15">
            <a:extLst xmlns:a="http://schemas.openxmlformats.org/drawingml/2006/main">
              <a:ext uri="{FF2B5EF4-FFF2-40B4-BE49-F238E27FC236}">
                <a16:creationId xmlns:a16="http://schemas.microsoft.com/office/drawing/2014/main" id="{1FB91768-A1B2-0D14-8871-07A2CD7A4A59}"/>
              </a:ext>
            </a:extLst>
          </p:cNvPr>
          <p:cNvSpPr>
            <a:spLocks xmlns:a="http://schemas.openxmlformats.org/drawingml/2006/main" noGrp="1"/>
          </p:cNvSpPr>
          <p:nvPr>
            <p:ph type="dt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7" name="Fußzeilenplatzhalter 16">
            <a:extLst xmlns:a="http://schemas.openxmlformats.org/drawingml/2006/main">
              <a:ext uri="{FF2B5EF4-FFF2-40B4-BE49-F238E27FC236}">
                <a16:creationId xmlns:a16="http://schemas.microsoft.com/office/drawing/2014/main" id="{494E7144-CA68-4170-1361-3C4D5C79303F}"/>
              </a:ext>
            </a:extLst>
          </p:cNvPr>
          <p:cNvSpPr>
            <a:spLocks xmlns:a="http://schemas.openxmlformats.org/drawingml/2006/main" noGrp="1"/>
          </p:cNvSpPr>
          <p:nvPr>
            <p:ph type="ftr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8" name="Foliennummernplatzhalter 17">
            <a:extLst xmlns:a="http://schemas.openxmlformats.org/drawingml/2006/main">
              <a:ext uri="{FF2B5EF4-FFF2-40B4-BE49-F238E27FC236}">
                <a16:creationId xmlns:a16="http://schemas.microsoft.com/office/drawing/2014/main" id="{FBE9E3A7-190B-B058-4691-06D48DB6E482}"/>
              </a:ext>
            </a:extLst>
          </p:cNvPr>
          <p:cNvSpPr>
            <a:spLocks xmlns:a="http://schemas.openxmlformats.org/drawingml/2006/main" noGrp="1"/>
          </p:cNvSpPr>
          <p:nvPr>
            <p:ph type="sldNum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7.xml><?xml version="1.0" encoding="utf-8"?>
<p:sldLayout xmlns:p="http://schemas.openxmlformats.org/presentationml/2006/main" preserve="1">
  <p:cSld name="Text + 4x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5577534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6" cy="2400866"/>
          </a:xfrm>
        </p:spPr>
        <p:txBody>
          <a:bodyPr xmlns:a="http://schemas.openxmlformats.org/drawingml/2006/main" tIns="1152000" anchor="ctr">
            <a:normAutofit/>
          </a:bodyPr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7123325" y="2475287"/>
            <a:ext cx="3009172" cy="1981847"/>
          </a:xfrm>
        </p:spPr>
        <p:txBody>
          <a:bodyPr xmlns:a="http://schemas.openxmlformats.org/drawingml/2006/main" tIns="360000" anchor="ctr">
            <a:noAutofit/>
          </a:bodyPr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6D261F-B94D-E890-D9ED-A8EC50316E1F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7123325" y="4529936"/>
            <a:ext cx="3009173" cy="2328065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505F99-02A0-F740-9F8C-6244C323B225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10205299" y="2475287"/>
            <a:ext cx="1986703" cy="4382715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70F01565-456B-4FAA-A3CB-15C5D026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FCD4CD80-4000-0786-E31C-544CA273F8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5577535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98394779-4F74-4AF1-79CB-762EA19C127F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cbeb93d9e5e443bd">
              <a:extLst>
                <a:ext uri="{96DAC541-7B7A-43D3-8B79-37D633B846F1}">
                  <asvg:svgBlip xmlns:asvg="http://schemas.microsoft.com/office/drawing/2016/SVG/main" r:embed="R5cdcaf131ffc465d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E1C60B30-D5B4-F613-659D-9801BF4C372B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C143E2BC-4816-4440-ACE5-EEFDD0BC5167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7" name="Foliennummernplatzhalter 16">
            <a:extLst xmlns:a="http://schemas.openxmlformats.org/drawingml/2006/main">
              <a:ext uri="{FF2B5EF4-FFF2-40B4-BE49-F238E27FC236}">
                <a16:creationId xmlns:a16="http://schemas.microsoft.com/office/drawing/2014/main" id="{706DA738-8EEF-4966-90D3-3D5616E120F3}"/>
              </a:ext>
            </a:extLst>
          </p:cNvPr>
          <p:cNvSpPr>
            <a:spLocks xmlns:a="http://schemas.openxmlformats.org/drawingml/2006/main" noGrp="1"/>
          </p:cNvSpPr>
          <p:nvPr>
            <p:ph type="sldNum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8.xml><?xml version="1.0" encoding="utf-8"?>
<p:sldLayout xmlns:p="http://schemas.openxmlformats.org/presentationml/2006/main" preserve="1">
  <p:cSld name="Picture small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0" y="1447634"/>
            <a:ext cx="5062930" cy="95323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096000" y="2915312"/>
            <a:ext cx="5062930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1" y="1"/>
            <a:ext cx="4995873" cy="6858000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3787BCD8-E438-ED96-AC42-32BD7F83AE0D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4693633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91603B66-770B-1FE4-52AB-DC5BB194083B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7C65338A-BD68-3AE6-DC33-9F49BFBAEFFB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1F25016F-BFD7-6FBC-099F-E96592B5B5B4}"/>
              </a:ext>
            </a:extLst>
          </p:cNvPr>
          <p:cNvSpPr>
            <a:spLocks xmlns:a="http://schemas.openxmlformats.org/drawingml/2006/main" noGrp="1"/>
          </p:cNvSpPr>
          <p:nvPr>
            <p:ph type="sldNum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9.xml><?xml version="1.0" encoding="utf-8"?>
<p:sldLayout xmlns:p="http://schemas.openxmlformats.org/presentationml/2006/main" preserve="1">
  <p:cSld name="2x Picture small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26" y="1447963"/>
            <a:ext cx="40364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25" y="2915312"/>
            <a:ext cx="4035605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1" y="1"/>
            <a:ext cx="4995873" cy="6858000"/>
          </a:xfrm>
        </p:spPr>
        <p:txBody>
          <a:bodyPr xmlns:a="http://schemas.openxmlformats.org/drawingml/2006/main" tIns="0" bIns="1548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1F05D00-7A21-CCF5-59F4-4D021A7D4749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3013191" y="4529937"/>
            <a:ext cx="3010007" cy="198118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3787BCD8-E438-ED96-AC42-32BD7F83AE0D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4693634" y="1654399"/>
            <a:ext cx="224645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10" name="Datumsplatzhalter 9">
            <a:extLst xmlns:a="http://schemas.openxmlformats.org/drawingml/2006/main">
              <a:ext uri="{FF2B5EF4-FFF2-40B4-BE49-F238E27FC236}">
                <a16:creationId xmlns:a16="http://schemas.microsoft.com/office/drawing/2014/main" id="{F97887FB-D8F6-79F8-8CA8-C4F6C0D39AA9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1" name="Fußzeilenplatzhalter 10">
            <a:extLst xmlns:a="http://schemas.openxmlformats.org/drawingml/2006/main">
              <a:ext uri="{FF2B5EF4-FFF2-40B4-BE49-F238E27FC236}">
                <a16:creationId xmlns:a16="http://schemas.microsoft.com/office/drawing/2014/main" id="{5156F2C2-DF1A-A15A-CE99-2CEAA274B697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3" name="Foliennummernplatzhalter 12">
            <a:extLst xmlns:a="http://schemas.openxmlformats.org/drawingml/2006/main">
              <a:ext uri="{FF2B5EF4-FFF2-40B4-BE49-F238E27FC236}">
                <a16:creationId xmlns:a16="http://schemas.microsoft.com/office/drawing/2014/main" id="{4868F6AF-17C2-DFEA-01E5-7A5C103A2F2D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0.xml><?xml version="1.0" encoding="utf-8"?>
<p:sldLayout xmlns:p="http://schemas.openxmlformats.org/presentationml/2006/main" preserve="1">
  <p:cSld name="3x Picture small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26" y="1447634"/>
            <a:ext cx="40364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25" y="2915312"/>
            <a:ext cx="4035605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1" y="1"/>
            <a:ext cx="4995873" cy="6858000"/>
          </a:xfrm>
        </p:spPr>
        <p:txBody>
          <a:bodyPr xmlns:a="http://schemas.openxmlformats.org/drawingml/2006/main" tIns="0" bIns="1548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1F05D00-7A21-CCF5-59F4-4D021A7D4749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3013191" y="4529937"/>
            <a:ext cx="3010007" cy="198118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27A1CA1-A4EA-507E-A168-FC4819D350C1}"/>
              </a:ext>
            </a:extLst>
          </p:cNvPr>
          <p:cNvSpPr>
            <a:spLocks xmlns:a="http://schemas.openxmlformats.org/drawingml/2006/main" noGrp="1"/>
          </p:cNvSpPr>
          <p:nvPr>
            <p:ph type="pic" idx="22" hasCustomPrompt="1"/>
          </p:nvPr>
        </p:nvSpPr>
        <p:spPr>
          <a:xfrm xmlns:a="http://schemas.openxmlformats.org/drawingml/2006/main">
            <a:off x="3014026" y="2034705"/>
            <a:ext cx="3010007" cy="198118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41A00CB7-1F56-223B-5281-17F933426F1A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4693634" y="1654399"/>
            <a:ext cx="224645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9" name="Datumsplatzhalter 8">
            <a:extLst xmlns:a="http://schemas.openxmlformats.org/drawingml/2006/main">
              <a:ext uri="{FF2B5EF4-FFF2-40B4-BE49-F238E27FC236}">
                <a16:creationId xmlns:a16="http://schemas.microsoft.com/office/drawing/2014/main" id="{495F7142-B4A3-D310-313C-919B23ED970D}"/>
              </a:ext>
            </a:extLst>
          </p:cNvPr>
          <p:cNvSpPr>
            <a:spLocks xmlns:a="http://schemas.openxmlformats.org/drawingml/2006/main" noGrp="1"/>
          </p:cNvSpPr>
          <p:nvPr>
            <p:ph type="dt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4DF37901-936B-F40D-2FF2-E201B6528B9D}"/>
              </a:ext>
            </a:extLst>
          </p:cNvPr>
          <p:cNvSpPr>
            <a:spLocks xmlns:a="http://schemas.openxmlformats.org/drawingml/2006/main" noGrp="1"/>
          </p:cNvSpPr>
          <p:nvPr>
            <p:ph type="ftr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5" name="Foliennummernplatzhalter 14">
            <a:extLst xmlns:a="http://schemas.openxmlformats.org/drawingml/2006/main">
              <a:ext uri="{FF2B5EF4-FFF2-40B4-BE49-F238E27FC236}">
                <a16:creationId xmlns:a16="http://schemas.microsoft.com/office/drawing/2014/main" id="{689F7C6C-DE9E-9A9D-7461-FF6DDDBE3F16}"/>
              </a:ext>
            </a:extLst>
          </p:cNvPr>
          <p:cNvSpPr>
            <a:spLocks xmlns:a="http://schemas.openxmlformats.org/drawingml/2006/main" noGrp="1"/>
          </p:cNvSpPr>
          <p:nvPr>
            <p:ph type="sldNum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1.xml><?xml version="1.0" encoding="utf-8"?>
<p:sldLayout xmlns:p="http://schemas.openxmlformats.org/presentationml/2006/main" preserve="1">
  <p:cSld name="Picture medium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75" y="1447963"/>
            <a:ext cx="403644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75" y="2915312"/>
            <a:ext cx="4035669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0" y="1"/>
            <a:ext cx="6023198" cy="6858000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7A37629A-1832-68E8-A114-C95A70114C5F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1046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2DFF3A7C-F081-6FDF-46ED-106F7817C885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179ABC70-3A92-E994-AA09-46092DF4C5AA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5" name="Foliennummernplatzhalter 14">
            <a:extLst xmlns:a="http://schemas.openxmlformats.org/drawingml/2006/main">
              <a:ext uri="{FF2B5EF4-FFF2-40B4-BE49-F238E27FC236}">
                <a16:creationId xmlns:a16="http://schemas.microsoft.com/office/drawing/2014/main" id="{7BDF38E5-1E6C-E485-B42D-E308F87DB89B}"/>
              </a:ext>
            </a:extLst>
          </p:cNvPr>
          <p:cNvSpPr>
            <a:spLocks xmlns:a="http://schemas.openxmlformats.org/drawingml/2006/main" noGrp="1"/>
          </p:cNvSpPr>
          <p:nvPr>
            <p:ph type="sldNum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2.xml><?xml version="1.0" encoding="utf-8"?>
<p:sldLayout xmlns:p="http://schemas.openxmlformats.org/presentationml/2006/main" preserve="1">
  <p:cSld name="Picture large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50650" y="1447963"/>
            <a:ext cx="3009172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8150649" y="2915312"/>
            <a:ext cx="3008394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-1" y="1"/>
            <a:ext cx="7124790" cy="6858000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7A37629A-1832-68E8-A114-C95A70114C5F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6738320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7344B420-545A-62A7-E9BA-614E7AC089C4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B00ADD3D-62B4-D417-85EB-AC2A4C6FDA6B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5" name="Foliennummernplatzhalter 14">
            <a:extLst xmlns:a="http://schemas.openxmlformats.org/drawingml/2006/main">
              <a:ext uri="{FF2B5EF4-FFF2-40B4-BE49-F238E27FC236}">
                <a16:creationId xmlns:a16="http://schemas.microsoft.com/office/drawing/2014/main" id="{FA23951E-B7E5-4D65-8B0C-53DD0C1BEBCB}"/>
              </a:ext>
            </a:extLst>
          </p:cNvPr>
          <p:cNvSpPr>
            <a:spLocks xmlns:a="http://schemas.openxmlformats.org/drawingml/2006/main" noGrp="1"/>
          </p:cNvSpPr>
          <p:nvPr>
            <p:ph type="sldNum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3.xml><?xml version="1.0" encoding="utf-8"?>
<p:sldLayout xmlns:p="http://schemas.openxmlformats.org/presentationml/2006/main" preserve="1">
  <p:cSld name="2 x Picture medium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75" y="1447634"/>
            <a:ext cx="4035669" cy="95323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75" y="2915312"/>
            <a:ext cx="4035669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0" y="1"/>
            <a:ext cx="6023198" cy="3429809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7A37629A-1832-68E8-A114-C95A70114C5F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1046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43E05FC7-82BE-0C41-DD16-3357985FC05E}"/>
              </a:ext>
            </a:extLst>
          </p:cNvPr>
          <p:cNvSpPr>
            <a:spLocks xmlns:a="http://schemas.openxmlformats.org/drawingml/2006/main" noGrp="1"/>
          </p:cNvSpPr>
          <p:nvPr>
            <p:ph type="pic" idx="21" hasCustomPrompt="1"/>
          </p:nvPr>
        </p:nvSpPr>
        <p:spPr>
          <a:xfrm xmlns:a="http://schemas.openxmlformats.org/drawingml/2006/main">
            <a:off x="0" y="3502611"/>
            <a:ext cx="6023198" cy="3355388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5" name="Datumsplatzhalter 4">
            <a:extLst xmlns:a="http://schemas.openxmlformats.org/drawingml/2006/main">
              <a:ext uri="{FF2B5EF4-FFF2-40B4-BE49-F238E27FC236}">
                <a16:creationId xmlns:a16="http://schemas.microsoft.com/office/drawing/2014/main" id="{75DEE9CA-150C-0798-4D8D-EAFBCD56B24E}"/>
              </a:ext>
            </a:extLst>
          </p:cNvPr>
          <p:cNvSpPr>
            <a:spLocks xmlns:a="http://schemas.openxmlformats.org/drawingml/2006/main" noGrp="1"/>
          </p:cNvSpPr>
          <p:nvPr>
            <p:ph type="dt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2" name="Fußzeilenplatzhalter 11">
            <a:extLst xmlns:a="http://schemas.openxmlformats.org/drawingml/2006/main">
              <a:ext uri="{FF2B5EF4-FFF2-40B4-BE49-F238E27FC236}">
                <a16:creationId xmlns:a16="http://schemas.microsoft.com/office/drawing/2014/main" id="{9927B507-9DED-F539-8DB0-88F5E5DBB362}"/>
              </a:ext>
            </a:extLst>
          </p:cNvPr>
          <p:cNvSpPr>
            <a:spLocks xmlns:a="http://schemas.openxmlformats.org/drawingml/2006/main" noGrp="1"/>
          </p:cNvSpPr>
          <p:nvPr>
            <p:ph type="ftr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3" name="Foliennummernplatzhalter 12">
            <a:extLst xmlns:a="http://schemas.openxmlformats.org/drawingml/2006/main">
              <a:ext uri="{FF2B5EF4-FFF2-40B4-BE49-F238E27FC236}">
                <a16:creationId xmlns:a16="http://schemas.microsoft.com/office/drawing/2014/main" id="{C4D0FFB6-F5ED-AF25-C78D-7BDF86777E68}"/>
              </a:ext>
            </a:extLst>
          </p:cNvPr>
          <p:cNvSpPr>
            <a:spLocks xmlns:a="http://schemas.openxmlformats.org/drawingml/2006/main" noGrp="1"/>
          </p:cNvSpPr>
          <p:nvPr>
            <p:ph type="sldNum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4.xml><?xml version="1.0" encoding="utf-8"?>
<p:sldLayout xmlns:p="http://schemas.openxmlformats.org/presentationml/2006/main" preserve="1">
  <p:cSld name="3x Picture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259712A-84DA-91C4-019C-0526D643DE44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0" y="1"/>
            <a:ext cx="6023198" cy="3429809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75" y="1447634"/>
            <a:ext cx="4035669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74" y="2915312"/>
            <a:ext cx="4035669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550EFE-52E4-B588-BCD3-3F1385CC3A93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0" y="3502612"/>
            <a:ext cx="2941223" cy="3353771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BA06215-A938-D338-D0E4-2E5A33BC0500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3014026" y="3502612"/>
            <a:ext cx="3009172" cy="3353771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0009BAB7-4811-A6E6-6686-B29A79B4D17A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1046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9" name="Datumsplatzhalter 8">
            <a:extLst xmlns:a="http://schemas.openxmlformats.org/drawingml/2006/main">
              <a:ext uri="{FF2B5EF4-FFF2-40B4-BE49-F238E27FC236}">
                <a16:creationId xmlns:a16="http://schemas.microsoft.com/office/drawing/2014/main" id="{A9008DF5-53C1-9C6F-A658-90673D97EE06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E751EF08-7871-9322-93EF-917A88E44669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6" name="Foliennummernplatzhalter 15">
            <a:extLst xmlns:a="http://schemas.openxmlformats.org/drawingml/2006/main">
              <a:ext uri="{FF2B5EF4-FFF2-40B4-BE49-F238E27FC236}">
                <a16:creationId xmlns:a16="http://schemas.microsoft.com/office/drawing/2014/main" id="{1F5A93A3-9794-CD1F-505F-3F52A31A0421}"/>
              </a:ext>
            </a:extLst>
          </p:cNvPr>
          <p:cNvSpPr>
            <a:spLocks xmlns:a="http://schemas.openxmlformats.org/drawingml/2006/main" noGrp="1"/>
          </p:cNvSpPr>
          <p:nvPr>
            <p:ph type="sldNum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5.xml><?xml version="1.0" encoding="utf-8"?>
<p:sldLayout xmlns:p="http://schemas.openxmlformats.org/presentationml/2006/main" preserve="1">
  <p:cSld name="4x Picture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75" y="1447963"/>
            <a:ext cx="4035669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74" y="2915312"/>
            <a:ext cx="4035669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0" y="1"/>
            <a:ext cx="6023198" cy="2400866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550EFE-52E4-B588-BCD3-3F1385CC3A93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0" y="2475287"/>
            <a:ext cx="2941223" cy="4381096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BA06215-A938-D338-D0E4-2E5A33BC0500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3014026" y="2475288"/>
            <a:ext cx="3009172" cy="1981847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F874EA88-5D8E-675D-61BF-2ACE9FE3ECD8}"/>
              </a:ext>
            </a:extLst>
          </p:cNvPr>
          <p:cNvSpPr>
            <a:spLocks xmlns:a="http://schemas.openxmlformats.org/drawingml/2006/main" noGrp="1"/>
          </p:cNvSpPr>
          <p:nvPr>
            <p:ph type="pic" idx="21" hasCustomPrompt="1"/>
          </p:nvPr>
        </p:nvSpPr>
        <p:spPr>
          <a:xfrm xmlns:a="http://schemas.openxmlformats.org/drawingml/2006/main">
            <a:off x="3014026" y="4538365"/>
            <a:ext cx="3009172" cy="2318018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9CE7D705-8FF0-6FF9-ECAE-0F176D841A52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1046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5" name="Datumsplatzhalter 4">
            <a:extLst xmlns:a="http://schemas.openxmlformats.org/drawingml/2006/main">
              <a:ext uri="{FF2B5EF4-FFF2-40B4-BE49-F238E27FC236}">
                <a16:creationId xmlns:a16="http://schemas.microsoft.com/office/drawing/2014/main" id="{2E4EF72C-5140-DBC7-63FC-C6646DF74A1E}"/>
              </a:ext>
            </a:extLst>
          </p:cNvPr>
          <p:cNvSpPr>
            <a:spLocks xmlns:a="http://schemas.openxmlformats.org/drawingml/2006/main" noGrp="1"/>
          </p:cNvSpPr>
          <p:nvPr>
            <p:ph type="dt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9" name="Fußzeilenplatzhalter 8">
            <a:extLst xmlns:a="http://schemas.openxmlformats.org/drawingml/2006/main">
              <a:ext uri="{FF2B5EF4-FFF2-40B4-BE49-F238E27FC236}">
                <a16:creationId xmlns:a16="http://schemas.microsoft.com/office/drawing/2014/main" id="{2303E58F-E4EB-B5DE-1C27-1B00DCE9068B}"/>
              </a:ext>
            </a:extLst>
          </p:cNvPr>
          <p:cNvSpPr>
            <a:spLocks xmlns:a="http://schemas.openxmlformats.org/drawingml/2006/main" noGrp="1"/>
          </p:cNvSpPr>
          <p:nvPr>
            <p:ph type="ftr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4" name="Foliennummernplatzhalter 13">
            <a:extLst xmlns:a="http://schemas.openxmlformats.org/drawingml/2006/main">
              <a:ext uri="{FF2B5EF4-FFF2-40B4-BE49-F238E27FC236}">
                <a16:creationId xmlns:a16="http://schemas.microsoft.com/office/drawing/2014/main" id="{809D3A6E-6BCB-74E4-F084-41AB30AF624E}"/>
              </a:ext>
            </a:extLst>
          </p:cNvPr>
          <p:cNvSpPr>
            <a:spLocks xmlns:a="http://schemas.openxmlformats.org/drawingml/2006/main" noGrp="1"/>
          </p:cNvSpPr>
          <p:nvPr>
            <p:ph type="sldNum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6.xml><?xml version="1.0" encoding="utf-8"?>
<p:sldLayout xmlns:p="http://schemas.openxmlformats.org/presentationml/2006/main" preserve="1">
  <p:cSld name="Wide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2475286"/>
            <a:ext cx="12192000" cy="4382714"/>
          </a:xfrm>
        </p:spPr>
        <p:txBody>
          <a:bodyPr xmlns:a="http://schemas.openxmlformats.org/drawingml/2006/main" tIns="144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A050CBB2-A3F4-4A7C-9319-5255DB0B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4F71BC56-37FE-8D6E-57B4-829565CD2C85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B802352D-FEA4-6820-B39A-0F49E769CC2D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6" name="Foliennummernplatzhalter 5">
            <a:extLst xmlns:a="http://schemas.openxmlformats.org/drawingml/2006/main">
              <a:ext uri="{FF2B5EF4-FFF2-40B4-BE49-F238E27FC236}">
                <a16:creationId xmlns:a16="http://schemas.microsoft.com/office/drawing/2014/main" id="{E7AB0FB5-34EC-B359-8FE5-B4D678F882EE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7.xml><?xml version="1.0" encoding="utf-8"?>
<p:sldLayout xmlns:p="http://schemas.openxmlformats.org/presentationml/2006/main" preserve="1">
  <p:cSld name="Fullscreen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858000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FESTO-Logo">
            <a:extLst xmlns:a="http://schemas.openxmlformats.org/drawingml/2006/main">
              <a:ext uri="{FF2B5EF4-FFF2-40B4-BE49-F238E27FC236}">
                <a16:creationId xmlns:a16="http://schemas.microsoft.com/office/drawing/2014/main" id="{AEE09227-2696-0566-E699-ACBEF8A6DA7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f574cde332914f3b">
              <a:extLst>
                <a:ext uri="{96DAC541-7B7A-43D3-8B79-37D633B846F1}">
                  <asvg:svgBlip xmlns:asvg="http://schemas.microsoft.com/office/drawing/2016/SVG/main" r:embed="R679f131d5ef54be2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5513393C-F326-211C-7DA3-23BF25559D02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3" name="Fußzeilenplatzhalter 2">
            <a:extLst xmlns:a="http://schemas.openxmlformats.org/drawingml/2006/main">
              <a:ext uri="{FF2B5EF4-FFF2-40B4-BE49-F238E27FC236}">
                <a16:creationId xmlns:a16="http://schemas.microsoft.com/office/drawing/2014/main" id="{133E06D0-4E3D-D226-3FBE-D4791EA33512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32CF6322-C029-0332-31CD-85B6E572F2EA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8.xml><?xml version="1.0" encoding="utf-8"?>
<p:sldLayout xmlns:p="http://schemas.openxmlformats.org/presentationml/2006/main" preserve="1">
  <p:cSld name="Title + Fullscreen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858000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8E1CE913-1002-A42F-1826-9C745D4D4D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6388ABCD-7149-8418-A1B5-E0E1821075EC}"/>
              </a:ext>
            </a:extLst>
          </p:cNvPr>
          <p:cNvSpPr>
            <a:spLocks xmlns:a="http://schemas.openxmlformats.org/drawingml/2006/main" noGrp="1"/>
          </p:cNvSpPr>
          <p:nvPr>
            <p:ph type="dgm" idx="19"/>
          </p:nvPr>
        </p:nvSpPr>
        <p:spPr>
          <a:xfrm xmlns:a="http://schemas.openxmlformats.org/drawingml/2006/main">
            <a:off x="7279" y="1140276"/>
            <a:ext cx="733758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0C715372-2F5A-C8B8-ECE5-9457BD0E3AB2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0537b9fe7a8a4635">
              <a:extLst>
                <a:ext uri="{96DAC541-7B7A-43D3-8B79-37D633B846F1}">
                  <asvg:svgBlip xmlns:asvg="http://schemas.microsoft.com/office/drawing/2016/SVG/main" r:embed="Re3ace96ee07947f3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A6291560-BFE3-CBB5-CB7F-0C1529365E08}"/>
              </a:ext>
            </a:extLst>
          </p:cNvPr>
          <p:cNvSpPr>
            <a:spLocks xmlns:a="http://schemas.openxmlformats.org/drawingml/2006/main" noGrp="1"/>
          </p:cNvSpPr>
          <p:nvPr>
            <p:ph type="dt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6" name="Fußzeilenplatzhalter 5">
            <a:extLst xmlns:a="http://schemas.openxmlformats.org/drawingml/2006/main">
              <a:ext uri="{FF2B5EF4-FFF2-40B4-BE49-F238E27FC236}">
                <a16:creationId xmlns:a16="http://schemas.microsoft.com/office/drawing/2014/main" id="{C0CAD68E-BC0B-3EBC-0290-BC6E0B1921AD}"/>
              </a:ext>
            </a:extLst>
          </p:cNvPr>
          <p:cNvSpPr>
            <a:spLocks xmlns:a="http://schemas.openxmlformats.org/drawingml/2006/main" noGrp="1"/>
          </p:cNvSpPr>
          <p:nvPr>
            <p:ph type="ftr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FD0400A0-6D60-4166-8ED4-1E3517B73885}"/>
              </a:ext>
            </a:extLst>
          </p:cNvPr>
          <p:cNvSpPr>
            <a:spLocks xmlns:a="http://schemas.openxmlformats.org/drawingml/2006/main" noGrp="1"/>
          </p:cNvSpPr>
          <p:nvPr>
            <p:ph type="sldNum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9.xml><?xml version="1.0" encoding="utf-8"?>
<p:sldLayout xmlns:p="http://schemas.openxmlformats.org/presentationml/2006/main" showMasterSp="0" preserve="1">
  <p:cSld name="Fullscreen Vide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Medienplatzhalter 2">
            <a:extLst xmlns:a="http://schemas.openxmlformats.org/drawingml/2006/main">
              <a:ext uri="{FF2B5EF4-FFF2-40B4-BE49-F238E27FC236}">
                <a16:creationId xmlns:a16="http://schemas.microsoft.com/office/drawing/2014/main" id="{D49860AD-26BB-7C4B-79B2-C791571B20FC}"/>
              </a:ext>
            </a:extLst>
          </p:cNvPr>
          <p:cNvSpPr>
            <a:spLocks xmlns:a="http://schemas.openxmlformats.org/drawingml/2006/main" noGrp="1"/>
          </p:cNvSpPr>
          <p:nvPr>
            <p:ph type="media" idx="13" hasCustomPrompt="1"/>
          </p:nvPr>
        </p:nvSpPr>
        <p:spPr>
          <a:xfrm xmlns:a="http://schemas.openxmlformats.org/drawingml/2006/main">
            <a:off x="-1" y="1"/>
            <a:ext cx="1219199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video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video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Datumsplatzhalter 3">
            <a:extLst xmlns:a="http://schemas.openxmlformats.org/drawingml/2006/main">
              <a:ext uri="{FF2B5EF4-FFF2-40B4-BE49-F238E27FC236}">
                <a16:creationId xmlns:a16="http://schemas.microsoft.com/office/drawing/2014/main" id="{4B98DAB7-BEE7-226D-5637-B0A7F552F7D0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E1AAF9EF-CE98-9AB4-9F25-4A00CD5501C3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700DD96C-A8E1-6735-BDED-B21D8C2214B1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10.xml><?xml version="1.0" encoding="utf-8"?>
<p:sldLayout xmlns:p="http://schemas.openxmlformats.org/presentationml/2006/main" preserve="1">
  <p:cSld name="Content Slides dark Images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feld 5">
            <a:extLst xmlns:a="http://schemas.openxmlformats.org/drawingml/2006/main">
              <a:ext uri="{FF2B5EF4-FFF2-40B4-BE49-F238E27FC236}">
                <a16:creationId xmlns:a16="http://schemas.microsoft.com/office/drawing/2014/main" id="{EB4D9AFF-BFB1-3060-5E48-71EBC380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1888014"/>
            <a:ext cx="11447796" cy="2569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611"/>
              </a:spcBef>
              <a:spcAft>
                <a:spcPts val="611"/>
              </a:spcAft>
              <a:buClr>
                <a:schemeClr val="accent4"/>
              </a:buClr>
              <a:buFont typeface="Arial"/>
              <a:buNone/>
            </a:pPr>
            <a:r>
              <a:rPr sz="14064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Content slides dark images</a:t>
            </a:r>
          </a:p>
        </p:txBody>
      </p:sp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67C85B7D-8FF0-73B1-FEAA-631A7F8FBA2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3" name="Fußzeilenplatzhalter 2">
            <a:extLst xmlns:a="http://schemas.openxmlformats.org/drawingml/2006/main">
              <a:ext uri="{FF2B5EF4-FFF2-40B4-BE49-F238E27FC236}">
                <a16:creationId xmlns:a16="http://schemas.microsoft.com/office/drawing/2014/main" id="{27D9FE4D-DC87-7F15-D19B-6FC2150A24F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Foliennummernplatzhalter 3">
            <a:extLst xmlns:a="http://schemas.openxmlformats.org/drawingml/2006/main">
              <a:ext uri="{FF2B5EF4-FFF2-40B4-BE49-F238E27FC236}">
                <a16:creationId xmlns:a16="http://schemas.microsoft.com/office/drawing/2014/main" id="{91FEF5F6-418C-DEF5-9639-BAC3C7EF3E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  <p:sp>
        <p:nvSpPr>
          <p:cNvPr id="5" name="Rechteck 4">
            <a:extLst xmlns:a="http://schemas.openxmlformats.org/drawingml/2006/main">
              <a:ext uri="{FF2B5EF4-FFF2-40B4-BE49-F238E27FC236}">
                <a16:creationId xmlns:a16="http://schemas.microsoft.com/office/drawing/2014/main" id="{DAC441EA-5342-2CB5-144C-F86DC501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300" y="0"/>
            <a:ext cx="1614599" cy="13735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9" name="Rechteck 8">
            <a:extLst xmlns:a="http://schemas.openxmlformats.org/drawingml/2006/main">
              <a:ext uri="{FF2B5EF4-FFF2-40B4-BE49-F238E27FC236}">
                <a16:creationId xmlns:a16="http://schemas.microsoft.com/office/drawing/2014/main" id="{843F95DC-3173-8BF8-8AC3-411B2478B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420637"/>
            <a:ext cx="3596446" cy="51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r>
              <a:rPr>
                <a:solidFill>
                  <a:schemeClr val="tx1"/>
                </a:solidFill>
              </a:rPr>
              <a:t>Not for layout purposes</a:t>
            </a:r>
          </a:p>
        </p:txBody>
      </p:sp>
    </p:spTree>
  </p:cSld>
</p:sldLayout>
</file>

<file path=ppt/slideLayouts/slideLayout111.xml><?xml version="1.0" encoding="utf-8"?>
<p:sldLayout xmlns:p="http://schemas.openxmlformats.org/presentationml/2006/main" preserve="1">
  <p:cSld name="Text + Picture small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557690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3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CCEC33AA-0D63-AE2A-963E-AD01267B8DAB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04E3E76B-A1CE-4FF3-AB96-9B85F9C84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Titel 11">
            <a:extLst xmlns:a="http://schemas.openxmlformats.org/drawingml/2006/main">
              <a:ext uri="{FF2B5EF4-FFF2-40B4-BE49-F238E27FC236}">
                <a16:creationId xmlns:a16="http://schemas.microsoft.com/office/drawing/2014/main" id="{60BB81BC-F744-EE7C-E9AD-337C4589BA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5576902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14EFE946-4F96-1B7D-CF71-F733430B13EA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79F3C132-8AEE-9E8C-D683-149A2CB6F5D2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7" name="Foliennummernplatzhalter 16">
            <a:extLst xmlns:a="http://schemas.openxmlformats.org/drawingml/2006/main">
              <a:ext uri="{FF2B5EF4-FFF2-40B4-BE49-F238E27FC236}">
                <a16:creationId xmlns:a16="http://schemas.microsoft.com/office/drawing/2014/main" id="{30FB54EC-06FF-43DD-EDA8-6D0C75AB0064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12.xml><?xml version="1.0" encoding="utf-8"?>
<p:sldLayout xmlns:p="http://schemas.openxmlformats.org/presentationml/2006/main" preserve="1">
  <p:cSld name="Text + 2x Picture small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287"/>
            <a:ext cx="454955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A88B184D-9888-81B0-B54E-441D84D8679B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0571ABC-24B4-EDF1-8279-2A2CDA2592E7}"/>
              </a:ext>
            </a:extLst>
          </p:cNvPr>
          <p:cNvSpPr>
            <a:spLocks xmlns:a="http://schemas.openxmlformats.org/drawingml/2006/main" noGrp="1"/>
          </p:cNvSpPr>
          <p:nvPr>
            <p:ph type="pic" idx="22" hasCustomPrompt="1"/>
          </p:nvPr>
        </p:nvSpPr>
        <p:spPr>
          <a:xfrm xmlns:a="http://schemas.openxmlformats.org/drawingml/2006/main">
            <a:off x="6096000" y="4529937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7E76A03D-5110-4EC5-BBE2-F3836E4A8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Titel 5">
            <a:extLst xmlns:a="http://schemas.openxmlformats.org/drawingml/2006/main">
              <a:ext uri="{FF2B5EF4-FFF2-40B4-BE49-F238E27FC236}">
                <a16:creationId xmlns:a16="http://schemas.microsoft.com/office/drawing/2014/main" id="{9872597D-28DE-3CE5-75C3-1987483CFE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5576902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4" name="Datumsplatzhalter 13">
            <a:extLst xmlns:a="http://schemas.openxmlformats.org/drawingml/2006/main">
              <a:ext uri="{FF2B5EF4-FFF2-40B4-BE49-F238E27FC236}">
                <a16:creationId xmlns:a16="http://schemas.microsoft.com/office/drawing/2014/main" id="{E7055089-C310-FBFB-3110-255C5777B6A2}"/>
              </a:ext>
            </a:extLst>
          </p:cNvPr>
          <p:cNvSpPr>
            <a:spLocks xmlns:a="http://schemas.openxmlformats.org/drawingml/2006/main" noGrp="1"/>
          </p:cNvSpPr>
          <p:nvPr>
            <p:ph type="dt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5" name="Fußzeilenplatzhalter 14">
            <a:extLst xmlns:a="http://schemas.openxmlformats.org/drawingml/2006/main">
              <a:ext uri="{FF2B5EF4-FFF2-40B4-BE49-F238E27FC236}">
                <a16:creationId xmlns:a16="http://schemas.microsoft.com/office/drawing/2014/main" id="{891979E5-2E49-757A-A3C9-08B33ED8E714}"/>
              </a:ext>
            </a:extLst>
          </p:cNvPr>
          <p:cNvSpPr>
            <a:spLocks xmlns:a="http://schemas.openxmlformats.org/drawingml/2006/main" noGrp="1"/>
          </p:cNvSpPr>
          <p:nvPr>
            <p:ph type="ftr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6" name="Foliennummernplatzhalter 15">
            <a:extLst xmlns:a="http://schemas.openxmlformats.org/drawingml/2006/main">
              <a:ext uri="{FF2B5EF4-FFF2-40B4-BE49-F238E27FC236}">
                <a16:creationId xmlns:a16="http://schemas.microsoft.com/office/drawing/2014/main" id="{11E3C149-7B9F-CE3A-8A48-100477BFA515}"/>
              </a:ext>
            </a:extLst>
          </p:cNvPr>
          <p:cNvSpPr>
            <a:spLocks xmlns:a="http://schemas.openxmlformats.org/drawingml/2006/main" noGrp="1"/>
          </p:cNvSpPr>
          <p:nvPr>
            <p:ph type="sldNum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13.xml><?xml version="1.0" encoding="utf-8"?>
<p:sldLayout xmlns:p="http://schemas.openxmlformats.org/presentationml/2006/main" preserve="1">
  <p:cSld name="Text + 3x Picture small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352217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3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17FBEE26-EF6A-FB40-624D-D3EF6BE01A9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35F600C-5254-9ED5-D79E-6C03AF9DDEEB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5068676" y="4529936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9692F17-DF23-900B-6A29-8DC63BF654E6}"/>
              </a:ext>
            </a:extLst>
          </p:cNvPr>
          <p:cNvSpPr>
            <a:spLocks xmlns:a="http://schemas.openxmlformats.org/drawingml/2006/main" noGrp="1"/>
          </p:cNvSpPr>
          <p:nvPr>
            <p:ph type="pic" idx="24" hasCustomPrompt="1"/>
          </p:nvPr>
        </p:nvSpPr>
        <p:spPr>
          <a:xfrm xmlns:a="http://schemas.openxmlformats.org/drawingml/2006/main">
            <a:off x="8779164" y="4529937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CE927CE6-011D-432E-B215-FFE603C5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D21E0D19-5457-16AD-73E8-A5B915CFF1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557692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68ABBA91-8E20-CB30-AAD7-A616306865BF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A6525E11-5EC5-6C24-CBAA-CE27869B4BAF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7" name="Foliennummernplatzhalter 16">
            <a:extLst xmlns:a="http://schemas.openxmlformats.org/drawingml/2006/main">
              <a:ext uri="{FF2B5EF4-FFF2-40B4-BE49-F238E27FC236}">
                <a16:creationId xmlns:a16="http://schemas.microsoft.com/office/drawing/2014/main" id="{A349EE42-911D-8DA1-E004-9BD775176D54}"/>
              </a:ext>
            </a:extLst>
          </p:cNvPr>
          <p:cNvSpPr>
            <a:spLocks xmlns:a="http://schemas.openxmlformats.org/drawingml/2006/main" noGrp="1"/>
          </p:cNvSpPr>
          <p:nvPr>
            <p:ph type="sldNum" idx="2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14.xml><?xml version="1.0" encoding="utf-8"?>
<p:sldLayout xmlns:p="http://schemas.openxmlformats.org/presentationml/2006/main" preserve="1">
  <p:cSld name="Text + 3x Picture small up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352217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3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17FBEE26-EF6A-FB40-624D-D3EF6BE01A9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35F600C-5254-9ED5-D79E-6C03AF9DDEEB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5068676" y="4529937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5E5DE80-8A34-8A92-A404-B62444893070}"/>
              </a:ext>
            </a:extLst>
          </p:cNvPr>
          <p:cNvSpPr>
            <a:spLocks xmlns:a="http://schemas.openxmlformats.org/drawingml/2006/main" noGrp="1"/>
          </p:cNvSpPr>
          <p:nvPr>
            <p:ph type="pic" idx="24" hasCustomPrompt="1"/>
          </p:nvPr>
        </p:nvSpPr>
        <p:spPr>
          <a:xfrm xmlns:a="http://schemas.openxmlformats.org/drawingml/2006/main">
            <a:off x="5068676" y="2034705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D9C93D23-23F0-4067-8259-AD8C002F8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0893CB64-CFB0-1E13-65A7-E9999594D7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5576902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6" name="Datumsplatzhalter 15">
            <a:extLst xmlns:a="http://schemas.openxmlformats.org/drawingml/2006/main">
              <a:ext uri="{FF2B5EF4-FFF2-40B4-BE49-F238E27FC236}">
                <a16:creationId xmlns:a16="http://schemas.microsoft.com/office/drawing/2014/main" id="{2929A475-E4B2-8491-4B6A-3333A4408C40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7" name="Fußzeilenplatzhalter 16">
            <a:extLst xmlns:a="http://schemas.openxmlformats.org/drawingml/2006/main">
              <a:ext uri="{FF2B5EF4-FFF2-40B4-BE49-F238E27FC236}">
                <a16:creationId xmlns:a16="http://schemas.microsoft.com/office/drawing/2014/main" id="{09ADDC3B-6EF9-44C9-63F5-92092603DE0F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8" name="Foliennummernplatzhalter 17">
            <a:extLst xmlns:a="http://schemas.openxmlformats.org/drawingml/2006/main">
              <a:ext uri="{FF2B5EF4-FFF2-40B4-BE49-F238E27FC236}">
                <a16:creationId xmlns:a16="http://schemas.microsoft.com/office/drawing/2014/main" id="{2224EFD9-3669-EE1D-455B-1E6088208FB0}"/>
              </a:ext>
            </a:extLst>
          </p:cNvPr>
          <p:cNvSpPr>
            <a:spLocks xmlns:a="http://schemas.openxmlformats.org/drawingml/2006/main" noGrp="1"/>
          </p:cNvSpPr>
          <p:nvPr>
            <p:ph type="sldNum" idx="2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15.xml><?xml version="1.0" encoding="utf-8"?>
<p:sldLayout xmlns:p="http://schemas.openxmlformats.org/presentationml/2006/main" preserve="1">
  <p:cSld name="Text + Picture medium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454952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0" y="1"/>
            <a:ext cx="609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4A4FEFBE-643B-7CEA-CBE7-2A424743EA9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BAB8F567-49D7-E9AF-BD1F-6C6AB7B457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4952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B2C9915C-7A0E-4469-9591-35A60D2F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0308DEE5-F78B-7950-3365-5C6261FCA25D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B9D3EF29-B860-1F30-9675-8A6C2A7032BF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4" name="Foliennummernplatzhalter 13">
            <a:extLst xmlns:a="http://schemas.openxmlformats.org/drawingml/2006/main">
              <a:ext uri="{FF2B5EF4-FFF2-40B4-BE49-F238E27FC236}">
                <a16:creationId xmlns:a16="http://schemas.microsoft.com/office/drawing/2014/main" id="{1C67694A-2E2A-9E72-9DB8-1B3268ECB1B8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16.xml><?xml version="1.0" encoding="utf-8"?>
<p:sldLayout xmlns:p="http://schemas.openxmlformats.org/presentationml/2006/main" preserve="1">
  <p:cSld name="Text + 2x Picture medium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352215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0" y="1"/>
            <a:ext cx="609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DF33D803-4825-6BFE-432E-1F1BCB174CED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D2EC0F7-6E83-72CB-4F2D-F3052F91317F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5068676" y="4529937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4C10DF7E-E4E2-486E-B482-C54A73067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63915F2E-313B-22E2-B725-D7C7DB6F44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49553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1" name="Datumsplatzhalter 10">
            <a:extLst xmlns:a="http://schemas.openxmlformats.org/drawingml/2006/main">
              <a:ext uri="{FF2B5EF4-FFF2-40B4-BE49-F238E27FC236}">
                <a16:creationId xmlns:a16="http://schemas.microsoft.com/office/drawing/2014/main" id="{CF198929-C21B-03A7-833C-BC6D923D37F8}"/>
              </a:ext>
            </a:extLst>
          </p:cNvPr>
          <p:cNvSpPr>
            <a:spLocks xmlns:a="http://schemas.openxmlformats.org/drawingml/2006/main" noGrp="1"/>
          </p:cNvSpPr>
          <p:nvPr>
            <p:ph type="dt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2" name="Fußzeilenplatzhalter 11">
            <a:extLst xmlns:a="http://schemas.openxmlformats.org/drawingml/2006/main">
              <a:ext uri="{FF2B5EF4-FFF2-40B4-BE49-F238E27FC236}">
                <a16:creationId xmlns:a16="http://schemas.microsoft.com/office/drawing/2014/main" id="{4706AD5D-0DB1-9FE4-AB72-2E75409C4B78}"/>
              </a:ext>
            </a:extLst>
          </p:cNvPr>
          <p:cNvSpPr>
            <a:spLocks xmlns:a="http://schemas.openxmlformats.org/drawingml/2006/main" noGrp="1"/>
          </p:cNvSpPr>
          <p:nvPr>
            <p:ph type="ftr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5" name="Foliennummernplatzhalter 14">
            <a:extLst xmlns:a="http://schemas.openxmlformats.org/drawingml/2006/main">
              <a:ext uri="{FF2B5EF4-FFF2-40B4-BE49-F238E27FC236}">
                <a16:creationId xmlns:a16="http://schemas.microsoft.com/office/drawing/2014/main" id="{B541384F-9BC3-4C0E-83F4-091323833D83}"/>
              </a:ext>
            </a:extLst>
          </p:cNvPr>
          <p:cNvSpPr>
            <a:spLocks xmlns:a="http://schemas.openxmlformats.org/drawingml/2006/main" noGrp="1"/>
          </p:cNvSpPr>
          <p:nvPr>
            <p:ph type="sldNum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17.xml><?xml version="1.0" encoding="utf-8"?>
<p:sldLayout xmlns:p="http://schemas.openxmlformats.org/presentationml/2006/main" preserve="1">
  <p:cSld name="Text + Picture big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352278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5069509" y="1"/>
            <a:ext cx="71224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7D3C61D8-1A81-C702-27E8-1A7FF48D4998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8421FB87-0E14-416A-B5D2-41E753F4F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5E73FE6B-EE21-283F-1C70-928CF491F6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3522782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93B008C4-1437-8E29-7AFE-DFA190F63A09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D4E6CC33-67C0-F23D-D144-DF5BAB8CE4A3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4" name="Foliennummernplatzhalter 13">
            <a:extLst xmlns:a="http://schemas.openxmlformats.org/drawingml/2006/main">
              <a:ext uri="{FF2B5EF4-FFF2-40B4-BE49-F238E27FC236}">
                <a16:creationId xmlns:a16="http://schemas.microsoft.com/office/drawing/2014/main" id="{2F5D2F3B-4E0C-5A62-B648-845A471644BA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18.xml><?xml version="1.0" encoding="utf-8"?>
<p:sldLayout xmlns:p="http://schemas.openxmlformats.org/presentationml/2006/main" preserve="1">
  <p:cSld name="Text + 2x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4550157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1" cy="342819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6096001" y="3502612"/>
            <a:ext cx="6096001" cy="335538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45E280E5-98FE-997D-EB4F-4C85B35CA2B5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F3DC1A36-2FE9-37C1-3F75-F214FFA6B8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455015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C6D3D765-8D6A-48E2-A41E-F1C9C82D9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Datumsplatzhalter 12">
            <a:extLst xmlns:a="http://schemas.openxmlformats.org/drawingml/2006/main">
              <a:ext uri="{FF2B5EF4-FFF2-40B4-BE49-F238E27FC236}">
                <a16:creationId xmlns:a16="http://schemas.microsoft.com/office/drawing/2014/main" id="{68609EF9-83E1-3551-E8BF-24CDFB5C476E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28145D90-CBE4-8F91-8AFE-E68128A82C6E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5" name="Foliennummernplatzhalter 14">
            <a:extLst xmlns:a="http://schemas.openxmlformats.org/drawingml/2006/main">
              <a:ext uri="{FF2B5EF4-FFF2-40B4-BE49-F238E27FC236}">
                <a16:creationId xmlns:a16="http://schemas.microsoft.com/office/drawing/2014/main" id="{BA260330-6286-E040-1B80-F4F374F8C5D0}"/>
              </a:ext>
            </a:extLst>
          </p:cNvPr>
          <p:cNvSpPr>
            <a:spLocks xmlns:a="http://schemas.openxmlformats.org/drawingml/2006/main" noGrp="1"/>
          </p:cNvSpPr>
          <p:nvPr>
            <p:ph type="sldNum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19.xml><?xml version="1.0" encoding="utf-8"?>
<p:sldLayout xmlns:p="http://schemas.openxmlformats.org/presentationml/2006/main" preserve="1">
  <p:cSld name="Text + 3x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4550157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1" cy="342819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6096001" y="3502612"/>
            <a:ext cx="3009172" cy="335538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6D261F-B94D-E890-D9ED-A8EC50316E1F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182828" y="3502612"/>
            <a:ext cx="3009172" cy="335538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F263925F-A50E-34A4-DA49-E31FEA8898B3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A9D284BC-71D1-09A6-C648-222416C6CF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455015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89D456BB-F47B-4EC2-9433-334A02B17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Datumsplatzhalter 13">
            <a:extLst xmlns:a="http://schemas.openxmlformats.org/drawingml/2006/main">
              <a:ext uri="{FF2B5EF4-FFF2-40B4-BE49-F238E27FC236}">
                <a16:creationId xmlns:a16="http://schemas.microsoft.com/office/drawing/2014/main" id="{AE6AEAC7-0231-CF96-2049-9071DFC0BF81}"/>
              </a:ext>
            </a:extLst>
          </p:cNvPr>
          <p:cNvSpPr>
            <a:spLocks xmlns:a="http://schemas.openxmlformats.org/drawingml/2006/main" noGrp="1"/>
          </p:cNvSpPr>
          <p:nvPr>
            <p:ph type="dt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5" name="Fußzeilenplatzhalter 14">
            <a:extLst xmlns:a="http://schemas.openxmlformats.org/drawingml/2006/main">
              <a:ext uri="{FF2B5EF4-FFF2-40B4-BE49-F238E27FC236}">
                <a16:creationId xmlns:a16="http://schemas.microsoft.com/office/drawing/2014/main" id="{53E8478E-68F4-2641-2572-6153C8B1D36D}"/>
              </a:ext>
            </a:extLst>
          </p:cNvPr>
          <p:cNvSpPr>
            <a:spLocks xmlns:a="http://schemas.openxmlformats.org/drawingml/2006/main" noGrp="1"/>
          </p:cNvSpPr>
          <p:nvPr>
            <p:ph type="ftr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6" name="Foliennummernplatzhalter 15">
            <a:extLst xmlns:a="http://schemas.openxmlformats.org/drawingml/2006/main">
              <a:ext uri="{FF2B5EF4-FFF2-40B4-BE49-F238E27FC236}">
                <a16:creationId xmlns:a16="http://schemas.microsoft.com/office/drawing/2014/main" id="{23952F03-3D1A-1156-19FB-0ABE36380B8E}"/>
              </a:ext>
            </a:extLst>
          </p:cNvPr>
          <p:cNvSpPr>
            <a:spLocks xmlns:a="http://schemas.openxmlformats.org/drawingml/2006/main" noGrp="1"/>
          </p:cNvSpPr>
          <p:nvPr>
            <p:ph type="sldNum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20.xml><?xml version="1.0" encoding="utf-8"?>
<p:sldLayout xmlns:p="http://schemas.openxmlformats.org/presentationml/2006/main" preserve="1">
  <p:cSld name="Text + 4x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5577534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6" cy="24008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152000" anchor="ctr">
            <a:normAutofit/>
          </a:bodyPr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7123325" y="2475287"/>
            <a:ext cx="3009172" cy="198184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60000" anchor="ctr">
            <a:noAutofit/>
          </a:bodyPr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6D261F-B94D-E890-D9ED-A8EC50316E1F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7123325" y="4529936"/>
            <a:ext cx="3009173" cy="232806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505F99-02A0-F740-9F8C-6244C323B225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10205299" y="2475287"/>
            <a:ext cx="1986703" cy="438271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  <a:endParaRPr/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65ECDEA6-1F4E-D3AB-C54B-96F4BE254E11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57677447-14FA-4A3A-B20B-AE938297C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C9FA7BEE-1185-0DD8-FDCA-70159EC5A9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5577534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F331C2C9-E9C9-526C-C00B-2BD145390832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3DA8DE26-DCFC-D32C-C7A8-876A362D5127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7" name="Foliennummernplatzhalter 16">
            <a:extLst xmlns:a="http://schemas.openxmlformats.org/drawingml/2006/main">
              <a:ext uri="{FF2B5EF4-FFF2-40B4-BE49-F238E27FC236}">
                <a16:creationId xmlns:a16="http://schemas.microsoft.com/office/drawing/2014/main" id="{5DA5D4D9-BF3D-5F0F-F943-5661B61BD72D}"/>
              </a:ext>
            </a:extLst>
          </p:cNvPr>
          <p:cNvSpPr>
            <a:spLocks xmlns:a="http://schemas.openxmlformats.org/drawingml/2006/main" noGrp="1"/>
          </p:cNvSpPr>
          <p:nvPr>
            <p:ph type="sldNum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21.xml><?xml version="1.0" encoding="utf-8"?>
<p:sldLayout xmlns:p="http://schemas.openxmlformats.org/presentationml/2006/main" preserve="1">
  <p:cSld name="Fullscreen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346EF1C9-86C8-909F-3694-EA4182817318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5615E655-E562-E8B3-8589-64DEBD35E12F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6D47CDD1-217C-2903-3E6D-70E566D1F8DB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8F97F7D4-D36F-1C04-29F6-1CA9AD5E8E52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22.xml><?xml version="1.0" encoding="utf-8"?>
<p:sldLayout xmlns:p="http://schemas.openxmlformats.org/presentationml/2006/main" preserve="1">
  <p:cSld name="Title + Fullscreen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8E1CE913-1002-A42F-1826-9C745D4D4D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6388ABCD-7149-8418-A1B5-E0E1821075EC}"/>
              </a:ext>
            </a:extLst>
          </p:cNvPr>
          <p:cNvSpPr>
            <a:spLocks xmlns:a="http://schemas.openxmlformats.org/drawingml/2006/main" noGrp="1"/>
          </p:cNvSpPr>
          <p:nvPr>
            <p:ph type="dgm" idx="19"/>
          </p:nvPr>
        </p:nvSpPr>
        <p:spPr>
          <a:xfrm xmlns:a="http://schemas.openxmlformats.org/drawingml/2006/main" flipV="1">
            <a:off x="21840" y="1140276"/>
            <a:ext cx="71919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2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39AD5E86-3787-BBA5-8001-4AFB34A0A31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5B5E1D7B-F321-FAFE-A383-8C6B0CA4E682}"/>
              </a:ext>
            </a:extLst>
          </p:cNvPr>
          <p:cNvSpPr>
            <a:spLocks xmlns:a="http://schemas.openxmlformats.org/drawingml/2006/main" noGrp="1"/>
          </p:cNvSpPr>
          <p:nvPr>
            <p:ph type="dt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9" name="Fußzeilenplatzhalter 8">
            <a:extLst xmlns:a="http://schemas.openxmlformats.org/drawingml/2006/main">
              <a:ext uri="{FF2B5EF4-FFF2-40B4-BE49-F238E27FC236}">
                <a16:creationId xmlns:a16="http://schemas.microsoft.com/office/drawing/2014/main" id="{D6ECCF80-AFF8-B59B-F86C-0D1D34284150}"/>
              </a:ext>
            </a:extLst>
          </p:cNvPr>
          <p:cNvSpPr>
            <a:spLocks xmlns:a="http://schemas.openxmlformats.org/drawingml/2006/main" noGrp="1"/>
          </p:cNvSpPr>
          <p:nvPr>
            <p:ph type="ftr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2" name="Foliennummernplatzhalter 11">
            <a:extLst xmlns:a="http://schemas.openxmlformats.org/drawingml/2006/main">
              <a:ext uri="{FF2B5EF4-FFF2-40B4-BE49-F238E27FC236}">
                <a16:creationId xmlns:a16="http://schemas.microsoft.com/office/drawing/2014/main" id="{A62FB87C-37D4-7DB7-21AB-16A9426BE6AF}"/>
              </a:ext>
            </a:extLst>
          </p:cNvPr>
          <p:cNvSpPr>
            <a:spLocks xmlns:a="http://schemas.openxmlformats.org/drawingml/2006/main" noGrp="1"/>
          </p:cNvSpPr>
          <p:nvPr>
            <p:ph type="sldNum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23.xml><?xml version="1.0" encoding="utf-8"?>
<p:sldLayout xmlns:p="http://schemas.openxmlformats.org/presentationml/2006/main" showMasterSp="0" preserve="1">
  <p:cSld name="En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Gerader Verbinder 18">
            <a:extLst xmlns:a="http://schemas.openxmlformats.org/drawingml/2006/main">
              <a:ext uri="{FF2B5EF4-FFF2-40B4-BE49-F238E27FC236}">
                <a16:creationId xmlns:a16="http://schemas.microsoft.com/office/drawing/2014/main" id="{5A4B00AC-CCD4-4F36-A7E5-C6E95BB1B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131480"/>
            <a:ext cx="1428871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Titel 1">
            <a:extLst xmlns:a="http://schemas.openxmlformats.org/drawingml/2006/main">
              <a:ext uri="{FF2B5EF4-FFF2-40B4-BE49-F238E27FC236}">
                <a16:creationId xmlns:a16="http://schemas.microsoft.com/office/drawing/2014/main" id="{AD1B280D-3B22-2554-7DF5-88C7AEA07C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86500" y="2474530"/>
            <a:ext cx="8145998" cy="1982604"/>
          </a:xfrm>
        </p:spPr>
        <p:txBody>
          <a:bodyPr xmlns:a="http://schemas.openxmlformats.org/drawingml/2006/main" vert="horz" tIns="288000" anchor="t"/>
          <a:lstStyle xmlns:a="http://schemas.openxmlformats.org/drawingml/2006/main">
            <a:lvl1pPr>
              <a:buNone/>
              <a:defRPr sz="6115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8" name="Rechteck 7">
            <a:extLst xmlns:a="http://schemas.openxmlformats.org/drawingml/2006/main">
              <a:ext uri="{FF2B5EF4-FFF2-40B4-BE49-F238E27FC236}">
                <a16:creationId xmlns:a16="http://schemas.microsoft.com/office/drawing/2014/main" id="{7863DDD3-3D46-A4E3-1418-176698FEA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88561" y="1"/>
            <a:ext cx="1217350" cy="12173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16000" tIns="216000" rIns="216000" bIns="216000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>
              <a:solidFill>
                <a:schemeClr val="bg1"/>
              </a:solidFill>
              <a:latin typeface="+mn-lt"/>
              <a:ea typeface="+mn-lt"/>
              <a:cs typeface="+mn-lt"/>
            </a:endParaRPr>
          </a:p>
        </p:txBody>
      </p:sp>
      <p:pic>
        <p:nvPicPr>
          <p:cNvPr id="24" name="Grafik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7dcb99cefd468b">
            <a:extLst>
              <a:ext uri="{96DAC541-7B7A-43D3-8B79-37D633B846F1}">
                <asvg:svgBlip xmlns:asvg="http://schemas.microsoft.com/office/drawing/2016/SVG/main" r:embed="Rba2b783872cc455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649620" y="893159"/>
            <a:ext cx="895232" cy="162409"/>
          </a:xfrm>
          <a:prstGeom xmlns:a="http://schemas.openxmlformats.org/drawingml/2006/main" prst="rect">
            <a:avLst/>
          </a:prstGeom>
        </p:spPr>
      </p:pic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4DEC1EF0-FFA3-A8D8-A94C-858711F57A3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EC302C7F-68DF-1193-A3DB-B843C7ABF3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7" name="Foliennummernplatzhalter 16">
            <a:extLst xmlns:a="http://schemas.openxmlformats.org/drawingml/2006/main">
              <a:ext uri="{FF2B5EF4-FFF2-40B4-BE49-F238E27FC236}">
                <a16:creationId xmlns:a16="http://schemas.microsoft.com/office/drawing/2014/main" id="{4D44B14B-7DDE-D876-D72A-C422FD1B824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fcae74834ba4420f" /><Relationship Type="http://schemas.openxmlformats.org/officeDocument/2006/relationships/image" Target="/ppt/media/image.svg" Id="Rd3d7524128ec4628" /><Relationship Type="http://schemas.openxmlformats.org/officeDocument/2006/relationships/theme" Target="/ppt/slideMasters/theme/theme2.xml" Id="R42de119b57db4ec9" /><Relationship Type="http://schemas.openxmlformats.org/officeDocument/2006/relationships/slideLayout" Target="/ppt/slideLayouts/slideLayout1.xml" Id="R3161c823257b4826" /><Relationship Type="http://schemas.openxmlformats.org/officeDocument/2006/relationships/slideLayout" Target="/ppt/slideLayouts/slideLayout2.xml" Id="Re27e17d8d0914866" /><Relationship Type="http://schemas.openxmlformats.org/officeDocument/2006/relationships/slideLayout" Target="/ppt/slideLayouts/slideLayout3.xml" Id="Rac1cddd6ec834fbd" /><Relationship Type="http://schemas.openxmlformats.org/officeDocument/2006/relationships/slideLayout" Target="/ppt/slideLayouts/slideLayout4.xml" Id="R85f381c0f8e04c07" /><Relationship Type="http://schemas.openxmlformats.org/officeDocument/2006/relationships/slideLayout" Target="/ppt/slideLayouts/slideLayout5.xml" Id="Ra47b5a90482f4e68" /><Relationship Type="http://schemas.openxmlformats.org/officeDocument/2006/relationships/slideLayout" Target="/ppt/slideLayouts/slideLayout6.xml" Id="R04faef2a14fc427e" /><Relationship Type="http://schemas.openxmlformats.org/officeDocument/2006/relationships/slideLayout" Target="/ppt/slideLayouts/slideLayout7.xml" Id="Ree3b5260e4b5461c" /><Relationship Type="http://schemas.openxmlformats.org/officeDocument/2006/relationships/slideLayout" Target="/ppt/slideLayouts/slideLayout8.xml" Id="R327d17aca2da4563" /><Relationship Type="http://schemas.openxmlformats.org/officeDocument/2006/relationships/slideLayout" Target="/ppt/slideLayouts/slideLayout9.xml" Id="Rb857e08c3c444850" /><Relationship Type="http://schemas.openxmlformats.org/officeDocument/2006/relationships/slideLayout" Target="/ppt/slideLayouts/slideLayout10.xml" Id="R38d0b5f40b7f4d2f" /><Relationship Type="http://schemas.openxmlformats.org/officeDocument/2006/relationships/slideLayout" Target="/ppt/slideLayouts/slideLayout11.xml" Id="R22d6631da41d470f" /><Relationship Type="http://schemas.openxmlformats.org/officeDocument/2006/relationships/slideLayout" Target="/ppt/slideLayouts/slideLayout12.xml" Id="R4ffda893d339462e" /><Relationship Type="http://schemas.openxmlformats.org/officeDocument/2006/relationships/slideLayout" Target="/ppt/slideLayouts/slideLayout13.xml" Id="R817b394e99614f69" /><Relationship Type="http://schemas.openxmlformats.org/officeDocument/2006/relationships/slideLayout" Target="/ppt/slideLayouts/slideLayout14.xml" Id="R7f27c4cf5ff44ce0" /><Relationship Type="http://schemas.openxmlformats.org/officeDocument/2006/relationships/slideLayout" Target="/ppt/slideLayouts/slideLayout15.xml" Id="R61d2a07f992a4d76" /><Relationship Type="http://schemas.openxmlformats.org/officeDocument/2006/relationships/slideLayout" Target="/ppt/slideLayouts/slideLayout16.xml" Id="Rad48b71d9e5441bd" /><Relationship Type="http://schemas.openxmlformats.org/officeDocument/2006/relationships/slideLayout" Target="/ppt/slideLayouts/slideLayout17.xml" Id="Rc48222f1ac7a4b88" /><Relationship Type="http://schemas.openxmlformats.org/officeDocument/2006/relationships/slideLayout" Target="/ppt/slideLayouts/slideLayout18.xml" Id="Rf857fbd6ed054206" /><Relationship Type="http://schemas.openxmlformats.org/officeDocument/2006/relationships/slideLayout" Target="/ppt/slideLayouts/slideLayout19.xml" Id="R4ac6aae40e614743" /><Relationship Type="http://schemas.openxmlformats.org/officeDocument/2006/relationships/slideLayout" Target="/ppt/slideLayouts/slideLayout20.xml" Id="R4f1a6b1b961b4661" /><Relationship Type="http://schemas.openxmlformats.org/officeDocument/2006/relationships/slideLayout" Target="/ppt/slideLayouts/slideLayout21.xml" Id="R2714978c112d4fbd" /><Relationship Type="http://schemas.openxmlformats.org/officeDocument/2006/relationships/slideLayout" Target="/ppt/slideLayouts/slideLayout22.xml" Id="R7d25bee436cb48fe" /><Relationship Type="http://schemas.openxmlformats.org/officeDocument/2006/relationships/slideLayout" Target="/ppt/slideLayouts/slideLayout23.xml" Id="Rb19e9e84451c4754" /><Relationship Type="http://schemas.openxmlformats.org/officeDocument/2006/relationships/slideLayout" Target="/ppt/slideLayouts/slideLayout24.xml" Id="R067ce072d751475e" /><Relationship Type="http://schemas.openxmlformats.org/officeDocument/2006/relationships/slideLayout" Target="/ppt/slideLayouts/slideLayout25.xml" Id="Rc3d0b77e0bd94c53" /><Relationship Type="http://schemas.openxmlformats.org/officeDocument/2006/relationships/slideLayout" Target="/ppt/slideLayouts/slideLayout26.xml" Id="R6fecb2dd89124c1a" /><Relationship Type="http://schemas.openxmlformats.org/officeDocument/2006/relationships/slideLayout" Target="/ppt/slideLayouts/slideLayout27.xml" Id="Red44f257f54147e0" /><Relationship Type="http://schemas.openxmlformats.org/officeDocument/2006/relationships/slideLayout" Target="/ppt/slideLayouts/slideLayout28.xml" Id="R467c1e3d7eb141e3" /><Relationship Type="http://schemas.openxmlformats.org/officeDocument/2006/relationships/slideLayout" Target="/ppt/slideLayouts/slideLayout29.xml" Id="R3eb861fc18654bb7" /><Relationship Type="http://schemas.openxmlformats.org/officeDocument/2006/relationships/slideLayout" Target="/ppt/slideLayouts/slideLayout30.xml" Id="R149a6066dbf64d27" /><Relationship Type="http://schemas.openxmlformats.org/officeDocument/2006/relationships/slideLayout" Target="/ppt/slideLayouts/slideLayout31.xml" Id="Rf59471e525734bf8" /><Relationship Type="http://schemas.openxmlformats.org/officeDocument/2006/relationships/slideLayout" Target="/ppt/slideLayouts/slideLayout32.xml" Id="R810ff5cdbb0a4921" /><Relationship Type="http://schemas.openxmlformats.org/officeDocument/2006/relationships/slideLayout" Target="/ppt/slideLayouts/slideLayout33.xml" Id="Rc59bdcfd186a4d5c" /><Relationship Type="http://schemas.openxmlformats.org/officeDocument/2006/relationships/slideLayout" Target="/ppt/slideLayouts/slideLayout34.xml" Id="R0627a85f63144f85" /><Relationship Type="http://schemas.openxmlformats.org/officeDocument/2006/relationships/slideLayout" Target="/ppt/slideLayouts/slideLayout35.xml" Id="R4b766e4d17bc4f71" /><Relationship Type="http://schemas.openxmlformats.org/officeDocument/2006/relationships/slideLayout" Target="/ppt/slideLayouts/slideLayout36.xml" Id="Rf026aca2a16044e9" /><Relationship Type="http://schemas.openxmlformats.org/officeDocument/2006/relationships/slideLayout" Target="/ppt/slideLayouts/slideLayout37.xml" Id="Ra368e813f82242eb" /><Relationship Type="http://schemas.openxmlformats.org/officeDocument/2006/relationships/slideLayout" Target="/ppt/slideLayouts/slideLayout38.xml" Id="Rf131369633494efd" /><Relationship Type="http://schemas.openxmlformats.org/officeDocument/2006/relationships/slideLayout" Target="/ppt/slideLayouts/slideLayout39.xml" Id="R457e58a91a8c4789" /><Relationship Type="http://schemas.openxmlformats.org/officeDocument/2006/relationships/slideLayout" Target="/ppt/slideLayouts/slideLayout40.xml" Id="Rd7b7dacd28cc4bc4" /><Relationship Type="http://schemas.openxmlformats.org/officeDocument/2006/relationships/slideLayout" Target="/ppt/slideLayouts/slideLayout41.xml" Id="Ra753b131d90a4a31" /><Relationship Type="http://schemas.openxmlformats.org/officeDocument/2006/relationships/slideLayout" Target="/ppt/slideLayouts/slideLayout42.xml" Id="Rf354d8d996e0435f" /><Relationship Type="http://schemas.openxmlformats.org/officeDocument/2006/relationships/slideLayout" Target="/ppt/slideLayouts/slideLayout43.xml" Id="Rd3e181368fc64479" /><Relationship Type="http://schemas.openxmlformats.org/officeDocument/2006/relationships/slideLayout" Target="/ppt/slideLayouts/slideLayout44.xml" Id="R9d466d55d7f940e6" /><Relationship Type="http://schemas.openxmlformats.org/officeDocument/2006/relationships/slideLayout" Target="/ppt/slideLayouts/slideLayout45.xml" Id="R21eb649cd3ca4a4c" /><Relationship Type="http://schemas.openxmlformats.org/officeDocument/2006/relationships/slideLayout" Target="/ppt/slideLayouts/slideLayout46.xml" Id="R1d120d213f4b4bd1" /><Relationship Type="http://schemas.openxmlformats.org/officeDocument/2006/relationships/slideLayout" Target="/ppt/slideLayouts/slideLayout47.xml" Id="Ref9f52d0424f40ca" /><Relationship Type="http://schemas.openxmlformats.org/officeDocument/2006/relationships/slideLayout" Target="/ppt/slideLayouts/slideLayout48.xml" Id="R56c3b503136848ac" /><Relationship Type="http://schemas.openxmlformats.org/officeDocument/2006/relationships/slideLayout" Target="/ppt/slideLayouts/slideLayout49.xml" Id="Ra2a465983682404d" /><Relationship Type="http://schemas.openxmlformats.org/officeDocument/2006/relationships/slideLayout" Target="/ppt/slideLayouts/slideLayout50.xml" Id="R80d29fee670c4fe6" /><Relationship Type="http://schemas.openxmlformats.org/officeDocument/2006/relationships/slideLayout" Target="/ppt/slideLayouts/slideLayout51.xml" Id="R4e7adcc0feb44e78" /><Relationship Type="http://schemas.openxmlformats.org/officeDocument/2006/relationships/slideLayout" Target="/ppt/slideLayouts/slideLayout52.xml" Id="Rd753d92aa3ed45cd" /><Relationship Type="http://schemas.openxmlformats.org/officeDocument/2006/relationships/slideLayout" Target="/ppt/slideLayouts/slideLayout53.xml" Id="R20b2de01cd8843be" /><Relationship Type="http://schemas.openxmlformats.org/officeDocument/2006/relationships/slideLayout" Target="/ppt/slideLayouts/slideLayout54.xml" Id="R48191faa498a4e68" /><Relationship Type="http://schemas.openxmlformats.org/officeDocument/2006/relationships/slideLayout" Target="/ppt/slideLayouts/slideLayout55.xml" Id="R683155ebfeb74f78" /><Relationship Type="http://schemas.openxmlformats.org/officeDocument/2006/relationships/slideLayout" Target="/ppt/slideLayouts/slideLayout56.xml" Id="R5d9482b649af424f" /><Relationship Type="http://schemas.openxmlformats.org/officeDocument/2006/relationships/slideLayout" Target="/ppt/slideLayouts/slideLayout57.xml" Id="R85a71b54d8fe4895" /><Relationship Type="http://schemas.openxmlformats.org/officeDocument/2006/relationships/slideLayout" Target="/ppt/slideLayouts/slideLayout58.xml" Id="R683a2b4a2971453e" /><Relationship Type="http://schemas.openxmlformats.org/officeDocument/2006/relationships/slideLayout" Target="/ppt/slideLayouts/slideLayout59.xml" Id="R38c045bac16b4729" /><Relationship Type="http://schemas.openxmlformats.org/officeDocument/2006/relationships/slideLayout" Target="/ppt/slideLayouts/slideLayout60.xml" Id="Rdfc137b5beee40c9" /><Relationship Type="http://schemas.openxmlformats.org/officeDocument/2006/relationships/slideLayout" Target="/ppt/slideLayouts/slideLayout61.xml" Id="R93f2bedd4e694975" /><Relationship Type="http://schemas.openxmlformats.org/officeDocument/2006/relationships/slideLayout" Target="/ppt/slideLayouts/slideLayout62.xml" Id="Re4f662788b754760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image" Target="/ppt/media/image.png" Id="Rb5d669e703fe4b5f" /><Relationship Type="http://schemas.openxmlformats.org/officeDocument/2006/relationships/image" Target="/ppt/media/image.svg" Id="R1f29701685194f66" /><Relationship Type="http://schemas.openxmlformats.org/officeDocument/2006/relationships/theme" Target="/ppt/slideMasters/theme/theme3.xml" Id="R14bd777bb7d44a52" /><Relationship Type="http://schemas.openxmlformats.org/officeDocument/2006/relationships/slideLayout" Target="/ppt/slideLayouts/slideLayout63.xml" Id="Rfc8f18b644cf4ed0" /><Relationship Type="http://schemas.openxmlformats.org/officeDocument/2006/relationships/slideLayout" Target="/ppt/slideLayouts/slideLayout64.xml" Id="Ref6f863ad7cd42f1" /><Relationship Type="http://schemas.openxmlformats.org/officeDocument/2006/relationships/slideLayout" Target="/ppt/slideLayouts/slideLayout65.xml" Id="R99532094ffe24622" /><Relationship Type="http://schemas.openxmlformats.org/officeDocument/2006/relationships/slideLayout" Target="/ppt/slideLayouts/slideLayout66.xml" Id="Ra2fcf2b97c634868" /><Relationship Type="http://schemas.openxmlformats.org/officeDocument/2006/relationships/slideLayout" Target="/ppt/slideLayouts/slideLayout67.xml" Id="R3c4e4ba77a994249" /><Relationship Type="http://schemas.openxmlformats.org/officeDocument/2006/relationships/slideLayout" Target="/ppt/slideLayouts/slideLayout68.xml" Id="R15e38f8683a9475a" /><Relationship Type="http://schemas.openxmlformats.org/officeDocument/2006/relationships/slideLayout" Target="/ppt/slideLayouts/slideLayout69.xml" Id="Rdeedc9ee203d49a7" /><Relationship Type="http://schemas.openxmlformats.org/officeDocument/2006/relationships/slideLayout" Target="/ppt/slideLayouts/slideLayout70.xml" Id="Rdc1b2ec01dbd489e" /><Relationship Type="http://schemas.openxmlformats.org/officeDocument/2006/relationships/slideLayout" Target="/ppt/slideLayouts/slideLayout71.xml" Id="R08b56eec3b1649aa" /><Relationship Type="http://schemas.openxmlformats.org/officeDocument/2006/relationships/slideLayout" Target="/ppt/slideLayouts/slideLayout72.xml" Id="R0b07881ff7e7438a" /><Relationship Type="http://schemas.openxmlformats.org/officeDocument/2006/relationships/slideLayout" Target="/ppt/slideLayouts/slideLayout73.xml" Id="R07bb7a2517ce4478" /><Relationship Type="http://schemas.openxmlformats.org/officeDocument/2006/relationships/slideLayout" Target="/ppt/slideLayouts/slideLayout74.xml" Id="Rb72f1ed8c9dc45d6" /><Relationship Type="http://schemas.openxmlformats.org/officeDocument/2006/relationships/slideLayout" Target="/ppt/slideLayouts/slideLayout75.xml" Id="R5d2f805e122e4425" /><Relationship Type="http://schemas.openxmlformats.org/officeDocument/2006/relationships/slideLayout" Target="/ppt/slideLayouts/slideLayout76.xml" Id="R8de09130ddc54568" /><Relationship Type="http://schemas.openxmlformats.org/officeDocument/2006/relationships/slideLayout" Target="/ppt/slideLayouts/slideLayout77.xml" Id="R9afa545de9864cfc" /><Relationship Type="http://schemas.openxmlformats.org/officeDocument/2006/relationships/slideLayout" Target="/ppt/slideLayouts/slideLayout78.xml" Id="Ree040dca07624e6e" /><Relationship Type="http://schemas.openxmlformats.org/officeDocument/2006/relationships/slideLayout" Target="/ppt/slideLayouts/slideLayout79.xml" Id="Ra7739962e11548cb" /><Relationship Type="http://schemas.openxmlformats.org/officeDocument/2006/relationships/slideLayout" Target="/ppt/slideLayouts/slideLayout80.xml" Id="R969396a399474604" /><Relationship Type="http://schemas.openxmlformats.org/officeDocument/2006/relationships/slideLayout" Target="/ppt/slideLayouts/slideLayout81.xml" Id="Rfde107058da94dc7" /><Relationship Type="http://schemas.openxmlformats.org/officeDocument/2006/relationships/slideLayout" Target="/ppt/slideLayouts/slideLayout82.xml" Id="Rf6c3b58786bf4501" /><Relationship Type="http://schemas.openxmlformats.org/officeDocument/2006/relationships/slideLayout" Target="/ppt/slideLayouts/slideLayout83.xml" Id="R13b38ce8a3714ad8" /><Relationship Type="http://schemas.openxmlformats.org/officeDocument/2006/relationships/slideLayout" Target="/ppt/slideLayouts/slideLayout84.xml" Id="R171d4036f8644728" /><Relationship Type="http://schemas.openxmlformats.org/officeDocument/2006/relationships/slideLayout" Target="/ppt/slideLayouts/slideLayout85.xml" Id="Ra71af7fff3d2416a" /><Relationship Type="http://schemas.openxmlformats.org/officeDocument/2006/relationships/slideLayout" Target="/ppt/slideLayouts/slideLayout86.xml" Id="R2f1f336ab4764d6d" /><Relationship Type="http://schemas.openxmlformats.org/officeDocument/2006/relationships/slideLayout" Target="/ppt/slideLayouts/slideLayout87.xml" Id="R890990e060ff422f" /><Relationship Type="http://schemas.openxmlformats.org/officeDocument/2006/relationships/slideLayout" Target="/ppt/slideLayouts/slideLayout88.xml" Id="R16ec49543b474b13" /><Relationship Type="http://schemas.openxmlformats.org/officeDocument/2006/relationships/slideLayout" Target="/ppt/slideLayouts/slideLayout89.xml" Id="Rb112d974de634792" /><Relationship Type="http://schemas.openxmlformats.org/officeDocument/2006/relationships/slideLayout" Target="/ppt/slideLayouts/slideLayout90.xml" Id="R292cf77b38fa4439" /><Relationship Type="http://schemas.openxmlformats.org/officeDocument/2006/relationships/slideLayout" Target="/ppt/slideLayouts/slideLayout91.xml" Id="Re7d569c2cea34ab3" /><Relationship Type="http://schemas.openxmlformats.org/officeDocument/2006/relationships/slideLayout" Target="/ppt/slideLayouts/slideLayout92.xml" Id="R918ff14f3f6347d9" /><Relationship Type="http://schemas.openxmlformats.org/officeDocument/2006/relationships/slideLayout" Target="/ppt/slideLayouts/slideLayout93.xml" Id="Re0fd055f05624339" /><Relationship Type="http://schemas.openxmlformats.org/officeDocument/2006/relationships/slideLayout" Target="/ppt/slideLayouts/slideLayout94.xml" Id="R2dd6beb6ab2b44e0" /><Relationship Type="http://schemas.openxmlformats.org/officeDocument/2006/relationships/slideLayout" Target="/ppt/slideLayouts/slideLayout95.xml" Id="R36f7f2ff4a414af0" /><Relationship Type="http://schemas.openxmlformats.org/officeDocument/2006/relationships/slideLayout" Target="/ppt/slideLayouts/slideLayout96.xml" Id="R65c4f9ac91594b71" /><Relationship Type="http://schemas.openxmlformats.org/officeDocument/2006/relationships/slideLayout" Target="/ppt/slideLayouts/slideLayout97.xml" Id="Rade3909782e245b8" /><Relationship Type="http://schemas.openxmlformats.org/officeDocument/2006/relationships/slideLayout" Target="/ppt/slideLayouts/slideLayout98.xml" Id="R82efda7f45ff4428" /><Relationship Type="http://schemas.openxmlformats.org/officeDocument/2006/relationships/slideLayout" Target="/ppt/slideLayouts/slideLayout99.xml" Id="Rbc6d00a58bdd435d" /><Relationship Type="http://schemas.openxmlformats.org/officeDocument/2006/relationships/slideLayout" Target="/ppt/slideLayouts/slideLayout100.xml" Id="R86a660a8bd354042" /><Relationship Type="http://schemas.openxmlformats.org/officeDocument/2006/relationships/slideLayout" Target="/ppt/slideLayouts/slideLayout101.xml" Id="Rb21dc203f5d443f7" /><Relationship Type="http://schemas.openxmlformats.org/officeDocument/2006/relationships/slideLayout" Target="/ppt/slideLayouts/slideLayout102.xml" Id="R49746bd2ccb14611" /><Relationship Type="http://schemas.openxmlformats.org/officeDocument/2006/relationships/slideLayout" Target="/ppt/slideLayouts/slideLayout103.xml" Id="Red9358af253042f5" /><Relationship Type="http://schemas.openxmlformats.org/officeDocument/2006/relationships/slideLayout" Target="/ppt/slideLayouts/slideLayout104.xml" Id="R680a374970c642b7" /><Relationship Type="http://schemas.openxmlformats.org/officeDocument/2006/relationships/slideLayout" Target="/ppt/slideLayouts/slideLayout105.xml" Id="R191045b375f84f7b" /><Relationship Type="http://schemas.openxmlformats.org/officeDocument/2006/relationships/slideLayout" Target="/ppt/slideLayouts/slideLayout106.xml" Id="R001276bfe7a94382" /><Relationship Type="http://schemas.openxmlformats.org/officeDocument/2006/relationships/slideLayout" Target="/ppt/slideLayouts/slideLayout107.xml" Id="Re0a76acffb3a4b5a" /><Relationship Type="http://schemas.openxmlformats.org/officeDocument/2006/relationships/slideLayout" Target="/ppt/slideLayouts/slideLayout108.xml" Id="Ra1dd2bb826534922" /><Relationship Type="http://schemas.openxmlformats.org/officeDocument/2006/relationships/slideLayout" Target="/ppt/slideLayouts/slideLayout109.xml" Id="Rc14f20f687154fa6" /><Relationship Type="http://schemas.openxmlformats.org/officeDocument/2006/relationships/slideLayout" Target="/ppt/slideLayouts/slideLayout110.xml" Id="Rc2bf40fa8a6946d4" /><Relationship Type="http://schemas.openxmlformats.org/officeDocument/2006/relationships/slideLayout" Target="/ppt/slideLayouts/slideLayout111.xml" Id="Re43268ea9eb94ae7" /><Relationship Type="http://schemas.openxmlformats.org/officeDocument/2006/relationships/slideLayout" Target="/ppt/slideLayouts/slideLayout112.xml" Id="Re300b152590a4133" /><Relationship Type="http://schemas.openxmlformats.org/officeDocument/2006/relationships/slideLayout" Target="/ppt/slideLayouts/slideLayout113.xml" Id="R5146fd6263c749c9" /><Relationship Type="http://schemas.openxmlformats.org/officeDocument/2006/relationships/slideLayout" Target="/ppt/slideLayouts/slideLayout114.xml" Id="R78a1c46a930040c3" /><Relationship Type="http://schemas.openxmlformats.org/officeDocument/2006/relationships/slideLayout" Target="/ppt/slideLayouts/slideLayout115.xml" Id="R56011716776246b6" /><Relationship Type="http://schemas.openxmlformats.org/officeDocument/2006/relationships/slideLayout" Target="/ppt/slideLayouts/slideLayout116.xml" Id="Re19875ec549547c3" /><Relationship Type="http://schemas.openxmlformats.org/officeDocument/2006/relationships/slideLayout" Target="/ppt/slideLayouts/slideLayout117.xml" Id="R9bf425548e914ed5" /><Relationship Type="http://schemas.openxmlformats.org/officeDocument/2006/relationships/slideLayout" Target="/ppt/slideLayouts/slideLayout118.xml" Id="Ra1639d9ad0124a35" /><Relationship Type="http://schemas.openxmlformats.org/officeDocument/2006/relationships/slideLayout" Target="/ppt/slideLayouts/slideLayout119.xml" Id="R9bc43a6e71264f59" /><Relationship Type="http://schemas.openxmlformats.org/officeDocument/2006/relationships/slideLayout" Target="/ppt/slideLayouts/slideLayout120.xml" Id="R6fcf184398234174" /><Relationship Type="http://schemas.openxmlformats.org/officeDocument/2006/relationships/slideLayout" Target="/ppt/slideLayouts/slideLayout121.xml" Id="Rd9450ca1c9134290" /><Relationship Type="http://schemas.openxmlformats.org/officeDocument/2006/relationships/slideLayout" Target="/ppt/slideLayouts/slideLayout122.xml" Id="R2f19b443a0da46c0" /><Relationship Type="http://schemas.openxmlformats.org/officeDocument/2006/relationships/slideLayout" Target="/ppt/slideLayouts/slideLayout123.xml" Id="R02dac82636a5482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platzhalter 1">
            <a:extLst xmlns:a="http://schemas.openxmlformats.org/drawingml/2006/main">
              <a:ext uri="{FF2B5EF4-FFF2-40B4-BE49-F238E27FC236}">
                <a16:creationId xmlns:a16="http://schemas.microsoft.com/office/drawing/2014/main" id="{9E19FF3D-3158-4473-097E-33C8AE4BE9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7" cy="9545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Mastertitelformat bearbeiten</a:t>
            </a:r>
          </a:p>
        </p:txBody>
      </p:sp>
      <p:sp>
        <p:nvSpPr>
          <p:cNvPr id="3" name="Textplatzhalter 2">
            <a:extLst xmlns:a="http://schemas.openxmlformats.org/drawingml/2006/main">
              <a:ext uri="{FF2B5EF4-FFF2-40B4-BE49-F238E27FC236}">
                <a16:creationId xmlns:a16="http://schemas.microsoft.com/office/drawing/2014/main" id="{22682666-2C6C-E5F1-C947-2BE662E5A0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59376" y="2475286"/>
            <a:ext cx="8145797" cy="40364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t>Erste Ebene</a:t>
            </a:r>
          </a:p>
          <a:p xmlns:a="http://schemas.openxmlformats.org/drawingml/2006/main">
            <a:pPr lvl="1">
              <a:buNone/>
            </a:pPr>
            <a:r>
              <a:t>Zweite Ebene</a:t>
            </a:r>
          </a:p>
          <a:p xmlns:a="http://schemas.openxmlformats.org/drawingml/2006/main">
            <a:pPr lvl="2">
              <a:buNone/>
            </a:pPr>
            <a:r>
              <a:t>Dritte Ebene</a:t>
            </a:r>
          </a:p>
          <a:p xmlns:a="http://schemas.openxmlformats.org/drawingml/2006/main">
            <a:pPr lvl="3">
              <a:buNone/>
            </a:pPr>
            <a:r>
              <a:t>Vierte Ebene</a:t>
            </a:r>
          </a:p>
          <a:p xmlns:a="http://schemas.openxmlformats.org/drawingml/2006/main">
            <a:pPr lvl="4">
              <a:buNone/>
            </a:pPr>
            <a:r>
              <a:t>Fünfte Ebene</a:t>
            </a:r>
          </a:p>
          <a:p xmlns:a="http://schemas.openxmlformats.org/drawingml/2006/main">
            <a:pPr lvl="5">
              <a:buNone/>
            </a:pPr>
            <a:r>
              <a:t>Sechste Ebene</a:t>
            </a:r>
          </a:p>
          <a:p xmlns:a="http://schemas.openxmlformats.org/drawingml/2006/main">
            <a:pPr lvl="6">
              <a:buNone/>
            </a:pPr>
            <a:r>
              <a:t>Siebte Ebene</a:t>
            </a:r>
          </a:p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Datumsplatzhalter 3">
            <a:extLst xmlns:a="http://schemas.openxmlformats.org/drawingml/2006/main">
              <a:ext uri="{FF2B5EF4-FFF2-40B4-BE49-F238E27FC236}">
                <a16:creationId xmlns:a16="http://schemas.microsoft.com/office/drawing/2014/main" id="{28957A2A-1041-5BB1-E888-C0F721CF074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 flipV="1">
            <a:off x="12192000" y="0"/>
            <a:ext cx="0" cy="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>
            <a:lvl1pPr algn="r">
              <a:buNone/>
              <a:defRPr sz="102" b="0">
                <a:noFill/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D73D2941-C5A4-CFD1-083E-302BCD9D294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 flipV="1">
            <a:off x="12192000" y="0"/>
            <a:ext cx="0" cy="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>
            <a:lvl1pPr algn="r">
              <a:buNone/>
              <a:defRPr sz="102" b="1">
                <a:noFill/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8" name="Rechteck 7">
            <a:extLst xmlns:a="http://schemas.openxmlformats.org/drawingml/2006/main">
              <a:ext uri="{FF2B5EF4-FFF2-40B4-BE49-F238E27FC236}">
                <a16:creationId xmlns:a16="http://schemas.microsoft.com/office/drawing/2014/main" id="{81EF3CD3-1DAA-0C1A-912E-7C42622C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88561" y="1"/>
            <a:ext cx="1217350" cy="12173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16000" tIns="216000" rIns="216000" bIns="216000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 sz="1834">
              <a:solidFill>
                <a:schemeClr val="bg1"/>
              </a:solidFill>
              <a:latin typeface="+mn-lt"/>
              <a:ea typeface="+mn-lt"/>
              <a:cs typeface="+mn-lt"/>
            </a:endParaRPr>
          </a:p>
        </p:txBody>
      </p:sp>
      <p:pic>
        <p:nvPicPr>
          <p:cNvPr id="25" name="Grafik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ae74834ba4420f">
            <a:extLst>
              <a:ext uri="{96DAC541-7B7A-43D3-8B79-37D633B846F1}">
                <asvg:svgBlip xmlns:asvg="http://schemas.microsoft.com/office/drawing/2016/SVG/main" r:embed="Rd3d7524128ec462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649620" y="893159"/>
            <a:ext cx="895232" cy="162409"/>
          </a:xfrm>
          <a:prstGeom xmlns:a="http://schemas.openxmlformats.org/drawingml/2006/main" prst="rect">
            <a:avLst/>
          </a:prstGeom>
        </p:spPr>
      </p:pic>
      <p:sp>
        <p:nvSpPr>
          <p:cNvPr id="12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609FC892-4FB6-4384-5C29-EC6C9D8D3D5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  <p:sp>
        <p:nvSpPr>
          <p:cNvPr id="13" name="FESTO_NAME">
            <a:extLst xmlns:a="http://schemas.openxmlformats.org/drawingml/2006/main">
              <a:ext uri="{FF2B5EF4-FFF2-40B4-BE49-F238E27FC236}">
                <a16:creationId xmlns:a16="http://schemas.microsoft.com/office/drawing/2014/main" id="{6EC665EC-A235-0384-0096-D065C7B8D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815" y="6620687"/>
            <a:ext cx="1893096" cy="1284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713">
                <a:latin typeface="+mn-lt"/>
                <a:ea typeface="+mn-lt"/>
                <a:cs typeface="+mn-lt"/>
              </a:rPr>
              <a:t> </a:t>
            </a:r>
            <a:endParaRPr sz="713">
              <a:latin typeface="+mn-lt"/>
              <a:ea typeface="+mn-lt"/>
              <a:cs typeface="+mn-lt"/>
            </a:endParaRPr>
          </a:p>
        </p:txBody>
      </p:sp>
      <p:sp>
        <p:nvSpPr>
          <p:cNvPr id="14" name="FESTO_TITEL">
            <a:extLst xmlns:a="http://schemas.openxmlformats.org/drawingml/2006/main">
              <a:ext uri="{FF2B5EF4-FFF2-40B4-BE49-F238E27FC236}">
                <a16:creationId xmlns:a16="http://schemas.microsoft.com/office/drawing/2014/main" id="{96C49CE7-0E00-1C58-B84E-BEE8B7AF0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6955" y="6620687"/>
            <a:ext cx="3892586" cy="1284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marR="0" indent="0" algn="l" defTabSz="931779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713" kern="1200">
              <a:solidFill>
                <a:schemeClr val="tx1"/>
              </a:solidFill>
              <a:latin typeface="MetaPlusLF"/>
              <a:ea typeface="MetaPlusLF"/>
              <a:cs typeface="MetaPlusLF"/>
            </a:endParaRPr>
          </a:p>
        </p:txBody>
      </p:sp>
      <p:sp>
        <p:nvSpPr>
          <p:cNvPr id="15" name="FESTO_ERSTELLT">
            <a:extLst xmlns:a="http://schemas.openxmlformats.org/drawingml/2006/main">
              <a:ext uri="{FF2B5EF4-FFF2-40B4-BE49-F238E27FC236}">
                <a16:creationId xmlns:a16="http://schemas.microsoft.com/office/drawing/2014/main" id="{8A181814-15C0-D7EB-E88A-88203F7E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6586" y="6620687"/>
            <a:ext cx="1284076" cy="1284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endParaRPr sz="713">
              <a:latin typeface="+mn-lt"/>
              <a:ea typeface="+mn-lt"/>
              <a:cs typeface="+mn-lt"/>
            </a:endParaRPr>
          </a:p>
        </p:txBody>
      </p:sp>
      <p:sp>
        <p:nvSpPr>
          <p:cNvPr id="16" name="FESTO_GEAENDERT">
            <a:extLst xmlns:a="http://schemas.openxmlformats.org/drawingml/2006/main">
              <a:ext uri="{FF2B5EF4-FFF2-40B4-BE49-F238E27FC236}">
                <a16:creationId xmlns:a16="http://schemas.microsoft.com/office/drawing/2014/main" id="{232C6D20-7FE3-3DA3-1644-C5221DA62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7707" y="6620687"/>
            <a:ext cx="1284076" cy="1284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endParaRPr sz="713">
              <a:latin typeface="+mn-lt"/>
              <a:ea typeface="+mn-lt"/>
              <a:cs typeface="+mn-lt"/>
            </a:endParaRPr>
          </a:p>
        </p:txBody>
      </p:sp>
      <p:sp>
        <p:nvSpPr>
          <p:cNvPr id="17" name="FESTO_STATUS1">
            <a:extLst xmlns:a="http://schemas.openxmlformats.org/drawingml/2006/main">
              <a:ext uri="{FF2B5EF4-FFF2-40B4-BE49-F238E27FC236}">
                <a16:creationId xmlns:a16="http://schemas.microsoft.com/office/drawing/2014/main" id="{E1373306-72B0-D218-F9A0-E86118B47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8828" y="6620687"/>
            <a:ext cx="1284076" cy="1284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endParaRPr sz="713">
              <a:latin typeface="+mn-lt"/>
              <a:ea typeface="+mn-lt"/>
              <a:cs typeface="+mn-lt"/>
            </a:endParaRPr>
          </a:p>
        </p:txBody>
      </p:sp>
      <p:sp>
        <p:nvSpPr>
          <p:cNvPr id="18" name="FESTO_VERTRAULICH1">
            <a:extLst xmlns:a="http://schemas.openxmlformats.org/drawingml/2006/main">
              <a:ext uri="{FF2B5EF4-FFF2-40B4-BE49-F238E27FC236}">
                <a16:creationId xmlns:a16="http://schemas.microsoft.com/office/drawing/2014/main" id="{DAF87E19-1DF2-9A79-CBA3-AEAA559B1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9949" y="6620687"/>
            <a:ext cx="1284076" cy="1284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endParaRPr sz="713">
              <a:latin typeface="+mn-lt"/>
              <a:ea typeface="+mn-lt"/>
              <a:cs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61c823257b4826"/>
    <p:sldLayoutId xmlns:r="http://schemas.openxmlformats.org/officeDocument/2006/relationships" id="2147483650" r:id="Re27e17d8d0914866"/>
    <p:sldLayoutId xmlns:r="http://schemas.openxmlformats.org/officeDocument/2006/relationships" id="2147483651" r:id="Rac1cddd6ec834fbd"/>
    <p:sldLayoutId xmlns:r="http://schemas.openxmlformats.org/officeDocument/2006/relationships" id="2147483652" r:id="R85f381c0f8e04c07"/>
    <p:sldLayoutId xmlns:r="http://schemas.openxmlformats.org/officeDocument/2006/relationships" id="2147483653" r:id="Ra47b5a90482f4e68"/>
    <p:sldLayoutId xmlns:r="http://schemas.openxmlformats.org/officeDocument/2006/relationships" id="2147483654" r:id="R04faef2a14fc427e"/>
    <p:sldLayoutId xmlns:r="http://schemas.openxmlformats.org/officeDocument/2006/relationships" id="2147483655" r:id="Ree3b5260e4b5461c"/>
    <p:sldLayoutId xmlns:r="http://schemas.openxmlformats.org/officeDocument/2006/relationships" id="2147483656" r:id="R327d17aca2da4563"/>
    <p:sldLayoutId xmlns:r="http://schemas.openxmlformats.org/officeDocument/2006/relationships" id="2147483657" r:id="Rb857e08c3c444850"/>
    <p:sldLayoutId xmlns:r="http://schemas.openxmlformats.org/officeDocument/2006/relationships" id="2147483658" r:id="R38d0b5f40b7f4d2f"/>
    <p:sldLayoutId xmlns:r="http://schemas.openxmlformats.org/officeDocument/2006/relationships" id="2147483659" r:id="R22d6631da41d470f"/>
    <p:sldLayoutId xmlns:r="http://schemas.openxmlformats.org/officeDocument/2006/relationships" id="2147483660" r:id="R4ffda893d339462e"/>
    <p:sldLayoutId xmlns:r="http://schemas.openxmlformats.org/officeDocument/2006/relationships" id="2147483661" r:id="R817b394e99614f69"/>
    <p:sldLayoutId xmlns:r="http://schemas.openxmlformats.org/officeDocument/2006/relationships" id="2147483662" r:id="R7f27c4cf5ff44ce0"/>
    <p:sldLayoutId xmlns:r="http://schemas.openxmlformats.org/officeDocument/2006/relationships" id="2147483663" r:id="R61d2a07f992a4d76"/>
    <p:sldLayoutId xmlns:r="http://schemas.openxmlformats.org/officeDocument/2006/relationships" id="2147483664" r:id="Rad48b71d9e5441bd"/>
    <p:sldLayoutId xmlns:r="http://schemas.openxmlformats.org/officeDocument/2006/relationships" id="2147483665" r:id="Rc48222f1ac7a4b88"/>
    <p:sldLayoutId xmlns:r="http://schemas.openxmlformats.org/officeDocument/2006/relationships" id="2147483666" r:id="Rf857fbd6ed054206"/>
    <p:sldLayoutId xmlns:r="http://schemas.openxmlformats.org/officeDocument/2006/relationships" id="2147483667" r:id="R4ac6aae40e614743"/>
    <p:sldLayoutId xmlns:r="http://schemas.openxmlformats.org/officeDocument/2006/relationships" id="2147483668" r:id="R4f1a6b1b961b4661"/>
    <p:sldLayoutId xmlns:r="http://schemas.openxmlformats.org/officeDocument/2006/relationships" id="2147483669" r:id="R2714978c112d4fbd"/>
    <p:sldLayoutId xmlns:r="http://schemas.openxmlformats.org/officeDocument/2006/relationships" id="2147483670" r:id="R7d25bee436cb48fe"/>
    <p:sldLayoutId xmlns:r="http://schemas.openxmlformats.org/officeDocument/2006/relationships" id="2147483671" r:id="Rb19e9e84451c4754"/>
    <p:sldLayoutId xmlns:r="http://schemas.openxmlformats.org/officeDocument/2006/relationships" id="2147483672" r:id="R067ce072d751475e"/>
    <p:sldLayoutId xmlns:r="http://schemas.openxmlformats.org/officeDocument/2006/relationships" id="2147483673" r:id="Rc3d0b77e0bd94c53"/>
    <p:sldLayoutId xmlns:r="http://schemas.openxmlformats.org/officeDocument/2006/relationships" id="2147483674" r:id="R6fecb2dd89124c1a"/>
    <p:sldLayoutId xmlns:r="http://schemas.openxmlformats.org/officeDocument/2006/relationships" id="2147483675" r:id="Red44f257f54147e0"/>
    <p:sldLayoutId xmlns:r="http://schemas.openxmlformats.org/officeDocument/2006/relationships" id="2147483676" r:id="R467c1e3d7eb141e3"/>
    <p:sldLayoutId xmlns:r="http://schemas.openxmlformats.org/officeDocument/2006/relationships" id="2147483677" r:id="R3eb861fc18654bb7"/>
    <p:sldLayoutId xmlns:r="http://schemas.openxmlformats.org/officeDocument/2006/relationships" id="2147483678" r:id="R149a6066dbf64d27"/>
    <p:sldLayoutId xmlns:r="http://schemas.openxmlformats.org/officeDocument/2006/relationships" id="2147483679" r:id="Rf59471e525734bf8"/>
    <p:sldLayoutId xmlns:r="http://schemas.openxmlformats.org/officeDocument/2006/relationships" id="2147483680" r:id="R810ff5cdbb0a4921"/>
    <p:sldLayoutId xmlns:r="http://schemas.openxmlformats.org/officeDocument/2006/relationships" id="2147483681" r:id="Rc59bdcfd186a4d5c"/>
    <p:sldLayoutId xmlns:r="http://schemas.openxmlformats.org/officeDocument/2006/relationships" id="2147483682" r:id="R0627a85f63144f85"/>
    <p:sldLayoutId xmlns:r="http://schemas.openxmlformats.org/officeDocument/2006/relationships" id="2147483683" r:id="R4b766e4d17bc4f71"/>
    <p:sldLayoutId xmlns:r="http://schemas.openxmlformats.org/officeDocument/2006/relationships" id="2147483684" r:id="Rf026aca2a16044e9"/>
    <p:sldLayoutId xmlns:r="http://schemas.openxmlformats.org/officeDocument/2006/relationships" id="2147483685" r:id="Ra368e813f82242eb"/>
    <p:sldLayoutId xmlns:r="http://schemas.openxmlformats.org/officeDocument/2006/relationships" id="2147483686" r:id="Rf131369633494efd"/>
    <p:sldLayoutId xmlns:r="http://schemas.openxmlformats.org/officeDocument/2006/relationships" id="2147483687" r:id="R457e58a91a8c4789"/>
    <p:sldLayoutId xmlns:r="http://schemas.openxmlformats.org/officeDocument/2006/relationships" id="2147483688" r:id="Rd7b7dacd28cc4bc4"/>
    <p:sldLayoutId xmlns:r="http://schemas.openxmlformats.org/officeDocument/2006/relationships" id="2147483689" r:id="Ra753b131d90a4a31"/>
    <p:sldLayoutId xmlns:r="http://schemas.openxmlformats.org/officeDocument/2006/relationships" id="2147483690" r:id="Rf354d8d996e0435f"/>
    <p:sldLayoutId xmlns:r="http://schemas.openxmlformats.org/officeDocument/2006/relationships" id="2147483691" r:id="Rd3e181368fc64479"/>
    <p:sldLayoutId xmlns:r="http://schemas.openxmlformats.org/officeDocument/2006/relationships" id="2147483692" r:id="R9d466d55d7f940e6"/>
    <p:sldLayoutId xmlns:r="http://schemas.openxmlformats.org/officeDocument/2006/relationships" id="2147483693" r:id="R21eb649cd3ca4a4c"/>
    <p:sldLayoutId xmlns:r="http://schemas.openxmlformats.org/officeDocument/2006/relationships" id="2147483694" r:id="R1d120d213f4b4bd1"/>
    <p:sldLayoutId xmlns:r="http://schemas.openxmlformats.org/officeDocument/2006/relationships" id="2147483695" r:id="Ref9f52d0424f40ca"/>
    <p:sldLayoutId xmlns:r="http://schemas.openxmlformats.org/officeDocument/2006/relationships" id="2147483696" r:id="R56c3b503136848ac"/>
    <p:sldLayoutId xmlns:r="http://schemas.openxmlformats.org/officeDocument/2006/relationships" id="2147483697" r:id="Ra2a465983682404d"/>
    <p:sldLayoutId xmlns:r="http://schemas.openxmlformats.org/officeDocument/2006/relationships" id="2147483698" r:id="R80d29fee670c4fe6"/>
    <p:sldLayoutId xmlns:r="http://schemas.openxmlformats.org/officeDocument/2006/relationships" id="2147483699" r:id="R4e7adcc0feb44e78"/>
    <p:sldLayoutId xmlns:r="http://schemas.openxmlformats.org/officeDocument/2006/relationships" id="2147483700" r:id="Rd753d92aa3ed45cd"/>
    <p:sldLayoutId xmlns:r="http://schemas.openxmlformats.org/officeDocument/2006/relationships" id="2147483701" r:id="R20b2de01cd8843be"/>
    <p:sldLayoutId xmlns:r="http://schemas.openxmlformats.org/officeDocument/2006/relationships" id="2147483702" r:id="R48191faa498a4e68"/>
    <p:sldLayoutId xmlns:r="http://schemas.openxmlformats.org/officeDocument/2006/relationships" id="2147483703" r:id="R683155ebfeb74f78"/>
    <p:sldLayoutId xmlns:r="http://schemas.openxmlformats.org/officeDocument/2006/relationships" id="2147483704" r:id="R5d9482b649af424f"/>
    <p:sldLayoutId xmlns:r="http://schemas.openxmlformats.org/officeDocument/2006/relationships" id="2147483705" r:id="R85a71b54d8fe4895"/>
    <p:sldLayoutId xmlns:r="http://schemas.openxmlformats.org/officeDocument/2006/relationships" id="2147483706" r:id="R683a2b4a2971453e"/>
    <p:sldLayoutId xmlns:r="http://schemas.openxmlformats.org/officeDocument/2006/relationships" id="2147483707" r:id="R38c045bac16b4729"/>
    <p:sldLayoutId xmlns:r="http://schemas.openxmlformats.org/officeDocument/2006/relationships" id="2147483708" r:id="Rdfc137b5beee40c9"/>
    <p:sldLayoutId xmlns:r="http://schemas.openxmlformats.org/officeDocument/2006/relationships" id="2147483709" r:id="R93f2bedd4e694975"/>
    <p:sldLayoutId xmlns:r="http://schemas.openxmlformats.org/officeDocument/2006/relationships" id="2147483710" r:id="Re4f662788b754760"/>
  </p:sldLayoutIdLst>
  <p:hf sldNum="0" hdr="0" ftr="0" dt="0"/>
  <p:txStyles>
    <p:titleStyle>
      <a:lvl1pPr xmlns:a="http://schemas.openxmlformats.org/drawingml/2006/main" algn="l" defTabSz="931865">
        <a:lnSpc>
          <a:spcPct val="90000"/>
        </a:lnSpc>
        <a:spcBef>
          <a:spcPct val="0"/>
        </a:spcBef>
        <a:buNone/>
        <a:defRPr sz="3465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0" indent="0" algn="l" defTabSz="931865">
        <a:lnSpc>
          <a:spcPct val="100000"/>
        </a:lnSpc>
        <a:spcBef>
          <a:spcPts val="611"/>
        </a:spcBef>
        <a:spcAft>
          <a:spcPts val="611"/>
        </a:spcAft>
        <a:buFont typeface="Arial"/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256813" indent="-256813" algn="l" defTabSz="931865">
        <a:lnSpc>
          <a:spcPct val="100000"/>
        </a:lnSpc>
        <a:spcBef>
          <a:spcPts val="611"/>
        </a:spcBef>
        <a:spcAft>
          <a:spcPts val="611"/>
        </a:spcAft>
        <a:buClr>
          <a:schemeClr val="accent4"/>
        </a:buClr>
        <a:buFont typeface="Arial"/>
        <a:buChar char="−"/>
        <a:defRPr sz="1834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13626" indent="-256813" algn="l" defTabSz="931865">
        <a:lnSpc>
          <a:spcPct val="100000"/>
        </a:lnSpc>
        <a:spcBef>
          <a:spcPts val="0"/>
        </a:spcBef>
        <a:spcAft>
          <a:spcPts val="611"/>
        </a:spcAft>
        <a:buClr>
          <a:schemeClr val="accent4"/>
        </a:buClr>
        <a:buFont typeface="Arial"/>
        <a:buChar char="−"/>
        <a:defRPr sz="1834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256813" indent="-256813" algn="l" defTabSz="931865">
        <a:lnSpc>
          <a:spcPct val="100000"/>
        </a:lnSpc>
        <a:spcBef>
          <a:spcPts val="611"/>
        </a:spcBef>
        <a:spcAft>
          <a:spcPts val="611"/>
        </a:spcAft>
        <a:buClr>
          <a:schemeClr val="accent4"/>
        </a:buClr>
        <a:buFont typeface="+mj-lt"/>
        <a:buAutoNum type="arabicPeriod"/>
        <a:defRPr sz="1834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513626" indent="-256813" algn="l" defTabSz="931865">
        <a:lnSpc>
          <a:spcPct val="100000"/>
        </a:lnSpc>
        <a:spcBef>
          <a:spcPts val="0"/>
        </a:spcBef>
        <a:spcAft>
          <a:spcPts val="611"/>
        </a:spcAft>
        <a:buClr>
          <a:schemeClr val="accent4"/>
        </a:buClr>
        <a:buFont typeface="+mj-lt"/>
        <a:buAutoNum type="alphaLcPeriod"/>
        <a:defRPr sz="1834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0" indent="0" algn="l" defTabSz="931865">
        <a:lnSpc>
          <a:spcPct val="100000"/>
        </a:lnSpc>
        <a:spcBef>
          <a:spcPts val="1223"/>
        </a:spcBef>
        <a:spcAft>
          <a:spcPts val="1223"/>
        </a:spcAft>
        <a:buFont typeface="Arial"/>
        <a:buNone/>
        <a:defRPr sz="2242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0" indent="0" algn="l" defTabSz="931865">
        <a:lnSpc>
          <a:spcPct val="100000"/>
        </a:lnSpc>
        <a:spcBef>
          <a:spcPts val="306"/>
        </a:spcBef>
        <a:spcAft>
          <a:spcPts val="306"/>
        </a:spcAft>
        <a:buFont typeface="Arial"/>
        <a:buNone/>
        <a:defRPr sz="122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0" indent="0" algn="l" defTabSz="931865">
        <a:lnSpc>
          <a:spcPct val="100000"/>
        </a:lnSpc>
        <a:spcBef>
          <a:spcPts val="306"/>
        </a:spcBef>
        <a:spcAft>
          <a:spcPts val="306"/>
        </a:spcAft>
        <a:buFont typeface="Arial"/>
        <a:buNone/>
        <a:defRPr sz="122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0" indent="0" algn="l" defTabSz="931865">
        <a:lnSpc>
          <a:spcPct val="100000"/>
        </a:lnSpc>
        <a:spcBef>
          <a:spcPts val="306"/>
        </a:spcBef>
        <a:spcAft>
          <a:spcPts val="306"/>
        </a:spcAft>
        <a:buFont typeface="Arial"/>
        <a:buNone/>
        <a:defRPr sz="122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65933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31865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97798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63730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29663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95595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61528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727460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20">
          <p15:clr>
            <a:srgbClr xmlns:a="http://schemas.openxmlformats.org/drawingml/2006/main" val="A4A3A4"/>
          </p15:clr>
        </p15:guide>
        <p15:guide id="2" pos="3768">
          <p15:clr>
            <a:srgbClr xmlns:a="http://schemas.openxmlformats.org/drawingml/2006/main" val="A4A3A4"/>
          </p15:clr>
        </p15:guide>
        <p15:guide id="3" orient="horz" pos="2165">
          <p15:clr>
            <a:srgbClr xmlns:a="http://schemas.openxmlformats.org/drawingml/2006/main" val="A4A3A4"/>
          </p15:clr>
        </p15:guide>
        <p15:guide id="4" orient="horz" pos="2755">
          <p15:clr>
            <a:srgbClr xmlns:a="http://schemas.openxmlformats.org/drawingml/2006/main" val="A4A3A4"/>
          </p15:clr>
        </p15:guide>
        <p15:guide id="5" orient="horz" pos="2800">
          <p15:clr>
            <a:srgbClr xmlns:a="http://schemas.openxmlformats.org/drawingml/2006/main" val="A4A3A4"/>
          </p15:clr>
        </p15:guide>
        <p15:guide id="6" orient="horz" pos="3390">
          <p15:clr>
            <a:srgbClr xmlns:a="http://schemas.openxmlformats.org/drawingml/2006/main" val="A4A3A4"/>
          </p15:clr>
        </p15:guide>
        <p15:guide id="7" orient="horz" pos="3435">
          <p15:clr>
            <a:srgbClr xmlns:a="http://schemas.openxmlformats.org/drawingml/2006/main" val="A4A3A4"/>
          </p15:clr>
        </p15:guide>
        <p15:guide id="8" orient="horz" pos="4025">
          <p15:clr>
            <a:srgbClr xmlns:a="http://schemas.openxmlformats.org/drawingml/2006/main" val="5ACBF0"/>
          </p15:clr>
        </p15:guide>
        <p15:guide id="9" orient="horz" pos="1530">
          <p15:clr>
            <a:srgbClr xmlns:a="http://schemas.openxmlformats.org/drawingml/2006/main" val="A4A3A4"/>
          </p15:clr>
        </p15:guide>
        <p15:guide id="10" orient="horz" pos="1484">
          <p15:clr>
            <a:srgbClr xmlns:a="http://schemas.openxmlformats.org/drawingml/2006/main" val="A4A3A4"/>
          </p15:clr>
        </p15:guide>
        <p15:guide id="11" orient="horz" pos="895">
          <p15:clr>
            <a:srgbClr xmlns:a="http://schemas.openxmlformats.org/drawingml/2006/main" val="A4A3A4"/>
          </p15:clr>
        </p15:guide>
        <p15:guide id="12" orient="horz" pos="849">
          <p15:clr>
            <a:srgbClr xmlns:a="http://schemas.openxmlformats.org/drawingml/2006/main" val="A4A3A4"/>
          </p15:clr>
        </p15:guide>
        <p15:guide id="13" orient="horz" pos="260">
          <p15:clr>
            <a:srgbClr xmlns:a="http://schemas.openxmlformats.org/drawingml/2006/main" val="5ACBF0"/>
          </p15:clr>
        </p15:guide>
        <p15:guide id="14" pos="3723">
          <p15:clr>
            <a:srgbClr xmlns:a="http://schemas.openxmlformats.org/drawingml/2006/main" val="A4A3A4"/>
          </p15:clr>
        </p15:guide>
        <p15:guide id="15" pos="3133">
          <p15:clr>
            <a:srgbClr xmlns:a="http://schemas.openxmlformats.org/drawingml/2006/main" val="A4A3A4"/>
          </p15:clr>
        </p15:guide>
        <p15:guide id="16" pos="2453">
          <p15:clr>
            <a:srgbClr xmlns:a="http://schemas.openxmlformats.org/drawingml/2006/main" val="A4A3A4"/>
          </p15:clr>
        </p15:guide>
        <p15:guide id="17" pos="2498">
          <p15:clr>
            <a:srgbClr xmlns:a="http://schemas.openxmlformats.org/drawingml/2006/main" val="A4A3A4"/>
          </p15:clr>
        </p15:guide>
        <p15:guide id="18" pos="3088">
          <p15:clr>
            <a:srgbClr xmlns:a="http://schemas.openxmlformats.org/drawingml/2006/main" val="A4A3A4"/>
          </p15:clr>
        </p15:guide>
        <p15:guide id="19" pos="1863">
          <p15:clr>
            <a:srgbClr xmlns:a="http://schemas.openxmlformats.org/drawingml/2006/main" val="A4A3A4"/>
          </p15:clr>
        </p15:guide>
        <p15:guide id="20" pos="1818">
          <p15:clr>
            <a:srgbClr xmlns:a="http://schemas.openxmlformats.org/drawingml/2006/main" val="A4A3A4"/>
          </p15:clr>
        </p15:guide>
        <p15:guide id="21" pos="1228">
          <p15:clr>
            <a:srgbClr xmlns:a="http://schemas.openxmlformats.org/drawingml/2006/main" val="A4A3A4"/>
          </p15:clr>
        </p15:guide>
        <p15:guide id="22" pos="1183">
          <p15:clr>
            <a:srgbClr xmlns:a="http://schemas.openxmlformats.org/drawingml/2006/main" val="A4A3A4"/>
          </p15:clr>
        </p15:guide>
        <p15:guide id="23" pos="593">
          <p15:clr>
            <a:srgbClr xmlns:a="http://schemas.openxmlformats.org/drawingml/2006/main" val="A4A3A4"/>
          </p15:clr>
        </p15:guide>
        <p15:guide id="24" pos="547">
          <p15:clr>
            <a:srgbClr xmlns:a="http://schemas.openxmlformats.org/drawingml/2006/main" val="A4A3A4"/>
          </p15:clr>
        </p15:guide>
        <p15:guide id="25" pos="4358">
          <p15:clr>
            <a:srgbClr xmlns:a="http://schemas.openxmlformats.org/drawingml/2006/main" val="A4A3A4"/>
          </p15:clr>
        </p15:guide>
        <p15:guide id="26" pos="4403">
          <p15:clr>
            <a:srgbClr xmlns:a="http://schemas.openxmlformats.org/drawingml/2006/main" val="A4A3A4"/>
          </p15:clr>
        </p15:guide>
        <p15:guide id="27" pos="4993">
          <p15:clr>
            <a:srgbClr xmlns:a="http://schemas.openxmlformats.org/drawingml/2006/main" val="A4A3A4"/>
          </p15:clr>
        </p15:guide>
        <p15:guide id="28" pos="5038">
          <p15:clr>
            <a:srgbClr xmlns:a="http://schemas.openxmlformats.org/drawingml/2006/main" val="A4A3A4"/>
          </p15:clr>
        </p15:guide>
        <p15:guide id="29" pos="5673">
          <p15:clr>
            <a:srgbClr xmlns:a="http://schemas.openxmlformats.org/drawingml/2006/main" val="A4A3A4"/>
          </p15:clr>
        </p15:guide>
        <p15:guide id="30" pos="5628">
          <p15:clr>
            <a:srgbClr xmlns:a="http://schemas.openxmlformats.org/drawingml/2006/main" val="A4A3A4"/>
          </p15:clr>
        </p15:guide>
        <p15:guide id="31" pos="6263">
          <p15:clr>
            <a:srgbClr xmlns:a="http://schemas.openxmlformats.org/drawingml/2006/main" val="A4A3A4"/>
          </p15:clr>
        </p15:guide>
        <p15:guide id="32" pos="6308">
          <p15:clr>
            <a:srgbClr xmlns:a="http://schemas.openxmlformats.org/drawingml/2006/main" val="A4A3A4"/>
          </p15:clr>
        </p15:guide>
        <p15:guide id="33" pos="6898">
          <p15:clr>
            <a:srgbClr xmlns:a="http://schemas.openxmlformats.org/drawingml/2006/main" val="A4A3A4"/>
          </p15:clr>
        </p15:guide>
        <p15:guide id="34" pos="6943">
          <p15:clr>
            <a:srgbClr xmlns:a="http://schemas.openxmlformats.org/drawingml/2006/main" val="A4A3A4"/>
          </p15:clr>
        </p15:guide>
        <p15:guide id="35" pos="230">
          <p15:clr>
            <a:srgbClr xmlns:a="http://schemas.openxmlformats.org/drawingml/2006/main" val="5ACBF0"/>
          </p15:clr>
        </p15:guide>
        <p15:guide id="36" pos="7306">
          <p15:clr>
            <a:srgbClr xmlns:a="http://schemas.openxmlformats.org/drawingml/2006/main" val="5ACBF0"/>
          </p15:clr>
        </p15:guide>
        <p15:guide id="37" orient="horz" pos="577">
          <p15:clr>
            <a:srgbClr xmlns:a="http://schemas.openxmlformats.org/drawingml/2006/main" val="5ACBF0"/>
          </p15:clr>
        </p15:guide>
        <p15:guide id="38" orient="horz" pos="1167">
          <p15:clr>
            <a:srgbClr xmlns:a="http://schemas.openxmlformats.org/drawingml/2006/main" val="5ACBF0"/>
          </p15:clr>
        </p15:guide>
      </p15:sldGuideLst>
    </p:ext>
  </p:extLst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platzhalter 1">
            <a:extLst xmlns:a="http://schemas.openxmlformats.org/drawingml/2006/main">
              <a:ext uri="{FF2B5EF4-FFF2-40B4-BE49-F238E27FC236}">
                <a16:creationId xmlns:a16="http://schemas.microsoft.com/office/drawing/2014/main" id="{9E19FF3D-3158-4473-097E-33C8AE4BE9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7" cy="9545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Mastertitelformat bearbeiten</a:t>
            </a:r>
          </a:p>
        </p:txBody>
      </p:sp>
      <p:sp>
        <p:nvSpPr>
          <p:cNvPr id="3" name="Textplatzhalter 2">
            <a:extLst xmlns:a="http://schemas.openxmlformats.org/drawingml/2006/main">
              <a:ext uri="{FF2B5EF4-FFF2-40B4-BE49-F238E27FC236}">
                <a16:creationId xmlns:a16="http://schemas.microsoft.com/office/drawing/2014/main" id="{22682666-2C6C-E5F1-C947-2BE662E5A0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59376" y="2475286"/>
            <a:ext cx="8145797" cy="40364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t>Erste Ebene</a:t>
            </a:r>
          </a:p>
          <a:p xmlns:a="http://schemas.openxmlformats.org/drawingml/2006/main">
            <a:pPr lvl="1">
              <a:buNone/>
            </a:pPr>
            <a:r>
              <a:t>Zweite Ebene</a:t>
            </a:r>
          </a:p>
          <a:p xmlns:a="http://schemas.openxmlformats.org/drawingml/2006/main">
            <a:pPr lvl="2">
              <a:buNone/>
            </a:pPr>
            <a:r>
              <a:t>Dritte Ebene</a:t>
            </a:r>
          </a:p>
          <a:p xmlns:a="http://schemas.openxmlformats.org/drawingml/2006/main">
            <a:pPr lvl="3">
              <a:buNone/>
            </a:pPr>
            <a:r>
              <a:t>Vierte Ebene</a:t>
            </a:r>
          </a:p>
          <a:p xmlns:a="http://schemas.openxmlformats.org/drawingml/2006/main">
            <a:pPr lvl="4">
              <a:buNone/>
            </a:pPr>
            <a:r>
              <a:t>Fünfte Ebene</a:t>
            </a:r>
          </a:p>
          <a:p xmlns:a="http://schemas.openxmlformats.org/drawingml/2006/main">
            <a:pPr lvl="5">
              <a:buNone/>
            </a:pPr>
            <a:r>
              <a:t>Sechste Ebene</a:t>
            </a:r>
          </a:p>
          <a:p xmlns:a="http://schemas.openxmlformats.org/drawingml/2006/main">
            <a:pPr lvl="6">
              <a:buNone/>
            </a:pPr>
            <a:r>
              <a:t>Siebte Ebene</a:t>
            </a:r>
          </a:p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Datumsplatzhalter 3">
            <a:extLst xmlns:a="http://schemas.openxmlformats.org/drawingml/2006/main">
              <a:ext uri="{FF2B5EF4-FFF2-40B4-BE49-F238E27FC236}">
                <a16:creationId xmlns:a16="http://schemas.microsoft.com/office/drawing/2014/main" id="{28957A2A-1041-5BB1-E888-C0F721CF074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12192000" y="0"/>
            <a:ext cx="0" cy="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>
            <a:lvl1pPr algn="r">
              <a:buNone/>
              <a:defRPr sz="102" b="0">
                <a:noFill/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D73D2941-C5A4-CFD1-083E-302BCD9D294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2192000" y="0"/>
            <a:ext cx="0" cy="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>
            <a:lvl1pPr algn="r">
              <a:buNone/>
              <a:defRPr sz="102" b="1">
                <a:noFill/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6" name="Foliennummernplatzhalter 5">
            <a:extLst xmlns:a="http://schemas.openxmlformats.org/drawingml/2006/main">
              <a:ext uri="{FF2B5EF4-FFF2-40B4-BE49-F238E27FC236}">
                <a16:creationId xmlns:a16="http://schemas.microsoft.com/office/drawing/2014/main" id="{4E108AD6-599B-9F4F-EAE6-AAFAF4783EA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2192000" y="0"/>
            <a:ext cx="0" cy="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>
            <a:lvl1pPr algn="r">
              <a:buNone/>
              <a:defRPr sz="102" b="0">
                <a:noFill/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  <p:sp>
        <p:nvSpPr>
          <p:cNvPr id="8" name="Rechteck 7">
            <a:extLst xmlns:a="http://schemas.openxmlformats.org/drawingml/2006/main">
              <a:ext uri="{FF2B5EF4-FFF2-40B4-BE49-F238E27FC236}">
                <a16:creationId xmlns:a16="http://schemas.microsoft.com/office/drawing/2014/main" id="{81EF3CD3-1DAA-0C1A-912E-7C42622C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88561" y="1"/>
            <a:ext cx="1217350" cy="12173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16000" tIns="216000" rIns="216000" bIns="216000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>
              <a:solidFill>
                <a:schemeClr val="bg1"/>
              </a:solidFill>
              <a:latin typeface="+mn-lt"/>
              <a:ea typeface="+mn-lt"/>
              <a:cs typeface="+mn-lt"/>
            </a:endParaRPr>
          </a:p>
        </p:txBody>
      </p:sp>
      <p:pic>
        <p:nvPicPr>
          <p:cNvPr id="16" name="Grafik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d669e703fe4b5f">
            <a:extLst>
              <a:ext uri="{96DAC541-7B7A-43D3-8B79-37D633B846F1}">
                <asvg:svgBlip xmlns:asvg="http://schemas.microsoft.com/office/drawing/2016/SVG/main" r:embed="R1f29701685194f6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649620" y="893159"/>
            <a:ext cx="895232" cy="162409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712" r:id="Rfc8f18b644cf4ed0"/>
    <p:sldLayoutId xmlns:r="http://schemas.openxmlformats.org/officeDocument/2006/relationships" id="2147483713" r:id="Ref6f863ad7cd42f1"/>
    <p:sldLayoutId xmlns:r="http://schemas.openxmlformats.org/officeDocument/2006/relationships" id="2147483714" r:id="R99532094ffe24622"/>
    <p:sldLayoutId xmlns:r="http://schemas.openxmlformats.org/officeDocument/2006/relationships" id="2147483715" r:id="Ra2fcf2b97c634868"/>
    <p:sldLayoutId xmlns:r="http://schemas.openxmlformats.org/officeDocument/2006/relationships" id="2147483716" r:id="R3c4e4ba77a994249"/>
    <p:sldLayoutId xmlns:r="http://schemas.openxmlformats.org/officeDocument/2006/relationships" id="2147483717" r:id="R15e38f8683a9475a"/>
    <p:sldLayoutId xmlns:r="http://schemas.openxmlformats.org/officeDocument/2006/relationships" id="2147483718" r:id="Rdeedc9ee203d49a7"/>
    <p:sldLayoutId xmlns:r="http://schemas.openxmlformats.org/officeDocument/2006/relationships" id="2147483719" r:id="Rdc1b2ec01dbd489e"/>
    <p:sldLayoutId xmlns:r="http://schemas.openxmlformats.org/officeDocument/2006/relationships" id="2147483720" r:id="R08b56eec3b1649aa"/>
    <p:sldLayoutId xmlns:r="http://schemas.openxmlformats.org/officeDocument/2006/relationships" id="2147483721" r:id="R0b07881ff7e7438a"/>
    <p:sldLayoutId xmlns:r="http://schemas.openxmlformats.org/officeDocument/2006/relationships" id="2147483722" r:id="R07bb7a2517ce4478"/>
    <p:sldLayoutId xmlns:r="http://schemas.openxmlformats.org/officeDocument/2006/relationships" id="2147483723" r:id="Rb72f1ed8c9dc45d6"/>
    <p:sldLayoutId xmlns:r="http://schemas.openxmlformats.org/officeDocument/2006/relationships" id="2147483724" r:id="R5d2f805e122e4425"/>
    <p:sldLayoutId xmlns:r="http://schemas.openxmlformats.org/officeDocument/2006/relationships" id="2147483725" r:id="R8de09130ddc54568"/>
    <p:sldLayoutId xmlns:r="http://schemas.openxmlformats.org/officeDocument/2006/relationships" id="2147483726" r:id="R9afa545de9864cfc"/>
    <p:sldLayoutId xmlns:r="http://schemas.openxmlformats.org/officeDocument/2006/relationships" id="2147483727" r:id="Ree040dca07624e6e"/>
    <p:sldLayoutId xmlns:r="http://schemas.openxmlformats.org/officeDocument/2006/relationships" id="2147483728" r:id="Ra7739962e11548cb"/>
    <p:sldLayoutId xmlns:r="http://schemas.openxmlformats.org/officeDocument/2006/relationships" id="2147483729" r:id="R969396a399474604"/>
    <p:sldLayoutId xmlns:r="http://schemas.openxmlformats.org/officeDocument/2006/relationships" id="2147483730" r:id="Rfde107058da94dc7"/>
    <p:sldLayoutId xmlns:r="http://schemas.openxmlformats.org/officeDocument/2006/relationships" id="2147483731" r:id="Rf6c3b58786bf4501"/>
    <p:sldLayoutId xmlns:r="http://schemas.openxmlformats.org/officeDocument/2006/relationships" id="2147483732" r:id="R13b38ce8a3714ad8"/>
    <p:sldLayoutId xmlns:r="http://schemas.openxmlformats.org/officeDocument/2006/relationships" id="2147483733" r:id="R171d4036f8644728"/>
    <p:sldLayoutId xmlns:r="http://schemas.openxmlformats.org/officeDocument/2006/relationships" id="2147483734" r:id="Ra71af7fff3d2416a"/>
    <p:sldLayoutId xmlns:r="http://schemas.openxmlformats.org/officeDocument/2006/relationships" id="2147483735" r:id="R2f1f336ab4764d6d"/>
    <p:sldLayoutId xmlns:r="http://schemas.openxmlformats.org/officeDocument/2006/relationships" id="2147483736" r:id="R890990e060ff422f"/>
    <p:sldLayoutId xmlns:r="http://schemas.openxmlformats.org/officeDocument/2006/relationships" id="2147483737" r:id="R16ec49543b474b13"/>
    <p:sldLayoutId xmlns:r="http://schemas.openxmlformats.org/officeDocument/2006/relationships" id="2147483738" r:id="Rb112d974de634792"/>
    <p:sldLayoutId xmlns:r="http://schemas.openxmlformats.org/officeDocument/2006/relationships" id="2147483739" r:id="R292cf77b38fa4439"/>
    <p:sldLayoutId xmlns:r="http://schemas.openxmlformats.org/officeDocument/2006/relationships" id="2147483740" r:id="Re7d569c2cea34ab3"/>
    <p:sldLayoutId xmlns:r="http://schemas.openxmlformats.org/officeDocument/2006/relationships" id="2147483741" r:id="R918ff14f3f6347d9"/>
    <p:sldLayoutId xmlns:r="http://schemas.openxmlformats.org/officeDocument/2006/relationships" id="2147483742" r:id="Re0fd055f05624339"/>
    <p:sldLayoutId xmlns:r="http://schemas.openxmlformats.org/officeDocument/2006/relationships" id="2147483743" r:id="R2dd6beb6ab2b44e0"/>
    <p:sldLayoutId xmlns:r="http://schemas.openxmlformats.org/officeDocument/2006/relationships" id="2147483744" r:id="R36f7f2ff4a414af0"/>
    <p:sldLayoutId xmlns:r="http://schemas.openxmlformats.org/officeDocument/2006/relationships" id="2147483745" r:id="R65c4f9ac91594b71"/>
    <p:sldLayoutId xmlns:r="http://schemas.openxmlformats.org/officeDocument/2006/relationships" id="2147483746" r:id="Rade3909782e245b8"/>
    <p:sldLayoutId xmlns:r="http://schemas.openxmlformats.org/officeDocument/2006/relationships" id="2147483747" r:id="R82efda7f45ff4428"/>
    <p:sldLayoutId xmlns:r="http://schemas.openxmlformats.org/officeDocument/2006/relationships" id="2147483748" r:id="Rbc6d00a58bdd435d"/>
    <p:sldLayoutId xmlns:r="http://schemas.openxmlformats.org/officeDocument/2006/relationships" id="2147483749" r:id="R86a660a8bd354042"/>
    <p:sldLayoutId xmlns:r="http://schemas.openxmlformats.org/officeDocument/2006/relationships" id="2147483750" r:id="Rb21dc203f5d443f7"/>
    <p:sldLayoutId xmlns:r="http://schemas.openxmlformats.org/officeDocument/2006/relationships" id="2147483751" r:id="R49746bd2ccb14611"/>
    <p:sldLayoutId xmlns:r="http://schemas.openxmlformats.org/officeDocument/2006/relationships" id="2147483752" r:id="Red9358af253042f5"/>
    <p:sldLayoutId xmlns:r="http://schemas.openxmlformats.org/officeDocument/2006/relationships" id="2147483753" r:id="R680a374970c642b7"/>
    <p:sldLayoutId xmlns:r="http://schemas.openxmlformats.org/officeDocument/2006/relationships" id="2147483754" r:id="R191045b375f84f7b"/>
    <p:sldLayoutId xmlns:r="http://schemas.openxmlformats.org/officeDocument/2006/relationships" id="2147483755" r:id="R001276bfe7a94382"/>
    <p:sldLayoutId xmlns:r="http://schemas.openxmlformats.org/officeDocument/2006/relationships" id="2147483756" r:id="Re0a76acffb3a4b5a"/>
    <p:sldLayoutId xmlns:r="http://schemas.openxmlformats.org/officeDocument/2006/relationships" id="2147483757" r:id="Ra1dd2bb826534922"/>
    <p:sldLayoutId xmlns:r="http://schemas.openxmlformats.org/officeDocument/2006/relationships" id="2147483758" r:id="Rc14f20f687154fa6"/>
    <p:sldLayoutId xmlns:r="http://schemas.openxmlformats.org/officeDocument/2006/relationships" id="2147483759" r:id="Rc2bf40fa8a6946d4"/>
    <p:sldLayoutId xmlns:r="http://schemas.openxmlformats.org/officeDocument/2006/relationships" id="2147483760" r:id="Re43268ea9eb94ae7"/>
    <p:sldLayoutId xmlns:r="http://schemas.openxmlformats.org/officeDocument/2006/relationships" id="2147483761" r:id="Re300b152590a4133"/>
    <p:sldLayoutId xmlns:r="http://schemas.openxmlformats.org/officeDocument/2006/relationships" id="2147483762" r:id="R5146fd6263c749c9"/>
    <p:sldLayoutId xmlns:r="http://schemas.openxmlformats.org/officeDocument/2006/relationships" id="2147483763" r:id="R78a1c46a930040c3"/>
    <p:sldLayoutId xmlns:r="http://schemas.openxmlformats.org/officeDocument/2006/relationships" id="2147483764" r:id="R56011716776246b6"/>
    <p:sldLayoutId xmlns:r="http://schemas.openxmlformats.org/officeDocument/2006/relationships" id="2147483765" r:id="Re19875ec549547c3"/>
    <p:sldLayoutId xmlns:r="http://schemas.openxmlformats.org/officeDocument/2006/relationships" id="2147483766" r:id="R9bf425548e914ed5"/>
    <p:sldLayoutId xmlns:r="http://schemas.openxmlformats.org/officeDocument/2006/relationships" id="2147483767" r:id="Ra1639d9ad0124a35"/>
    <p:sldLayoutId xmlns:r="http://schemas.openxmlformats.org/officeDocument/2006/relationships" id="2147483768" r:id="R9bc43a6e71264f59"/>
    <p:sldLayoutId xmlns:r="http://schemas.openxmlformats.org/officeDocument/2006/relationships" id="2147483769" r:id="R6fcf184398234174"/>
    <p:sldLayoutId xmlns:r="http://schemas.openxmlformats.org/officeDocument/2006/relationships" id="2147483770" r:id="Rd9450ca1c9134290"/>
    <p:sldLayoutId xmlns:r="http://schemas.openxmlformats.org/officeDocument/2006/relationships" id="2147483771" r:id="R2f19b443a0da46c0"/>
    <p:sldLayoutId xmlns:r="http://schemas.openxmlformats.org/officeDocument/2006/relationships" id="2147483772" r:id="R02dac82636a54829"/>
  </p:sldLayoutIdLst>
  <p:hf sldNum="0" hdr="0" ftr="0" dt="0"/>
  <p:txStyles>
    <p:titleStyle>
      <a:lvl1pPr xmlns:a="http://schemas.openxmlformats.org/drawingml/2006/main" algn="l" defTabSz="931865">
        <a:lnSpc>
          <a:spcPct val="90000"/>
        </a:lnSpc>
        <a:spcBef>
          <a:spcPct val="0"/>
        </a:spcBef>
        <a:buNone/>
        <a:defRPr sz="3465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0" indent="0" algn="l" defTabSz="931865">
        <a:lnSpc>
          <a:spcPct val="100000"/>
        </a:lnSpc>
        <a:spcBef>
          <a:spcPts val="611"/>
        </a:spcBef>
        <a:spcAft>
          <a:spcPts val="611"/>
        </a:spcAft>
        <a:buFont typeface="Arial"/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256813" indent="-256813" algn="l" defTabSz="931865">
        <a:lnSpc>
          <a:spcPct val="100000"/>
        </a:lnSpc>
        <a:spcBef>
          <a:spcPts val="611"/>
        </a:spcBef>
        <a:spcAft>
          <a:spcPts val="611"/>
        </a:spcAft>
        <a:buClr>
          <a:schemeClr val="accent4"/>
        </a:buClr>
        <a:buFont typeface="Arial"/>
        <a:buChar char="−"/>
        <a:defRPr sz="1834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13626" indent="-256813" algn="l" defTabSz="931865">
        <a:lnSpc>
          <a:spcPct val="100000"/>
        </a:lnSpc>
        <a:spcBef>
          <a:spcPts val="0"/>
        </a:spcBef>
        <a:spcAft>
          <a:spcPts val="611"/>
        </a:spcAft>
        <a:buClr>
          <a:schemeClr val="accent4"/>
        </a:buClr>
        <a:buFont typeface="Arial"/>
        <a:buChar char="−"/>
        <a:defRPr sz="1834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256813" indent="-256813" algn="l" defTabSz="931865">
        <a:lnSpc>
          <a:spcPct val="100000"/>
        </a:lnSpc>
        <a:spcBef>
          <a:spcPts val="611"/>
        </a:spcBef>
        <a:spcAft>
          <a:spcPts val="611"/>
        </a:spcAft>
        <a:buClr>
          <a:schemeClr val="accent4"/>
        </a:buClr>
        <a:buFont typeface="+mj-lt"/>
        <a:buAutoNum type="arabicPeriod"/>
        <a:defRPr sz="1834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513626" indent="-256813" algn="l" defTabSz="931865">
        <a:lnSpc>
          <a:spcPct val="100000"/>
        </a:lnSpc>
        <a:spcBef>
          <a:spcPts val="0"/>
        </a:spcBef>
        <a:spcAft>
          <a:spcPts val="611"/>
        </a:spcAft>
        <a:buClr>
          <a:schemeClr val="accent4"/>
        </a:buClr>
        <a:buFont typeface="+mj-lt"/>
        <a:buAutoNum type="alphaLcPeriod"/>
        <a:defRPr sz="1834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0" indent="0" algn="l" defTabSz="931865">
        <a:lnSpc>
          <a:spcPct val="100000"/>
        </a:lnSpc>
        <a:spcBef>
          <a:spcPts val="1223"/>
        </a:spcBef>
        <a:spcAft>
          <a:spcPts val="1223"/>
        </a:spcAft>
        <a:buFont typeface="Arial"/>
        <a:buNone/>
        <a:defRPr sz="2242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0" indent="0" algn="l" defTabSz="931865">
        <a:lnSpc>
          <a:spcPct val="100000"/>
        </a:lnSpc>
        <a:spcBef>
          <a:spcPts val="306"/>
        </a:spcBef>
        <a:spcAft>
          <a:spcPts val="306"/>
        </a:spcAft>
        <a:buFont typeface="Arial"/>
        <a:buNone/>
        <a:defRPr sz="122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0" indent="0" algn="l" defTabSz="931865">
        <a:lnSpc>
          <a:spcPct val="100000"/>
        </a:lnSpc>
        <a:spcBef>
          <a:spcPts val="306"/>
        </a:spcBef>
        <a:spcAft>
          <a:spcPts val="306"/>
        </a:spcAft>
        <a:buFont typeface="Arial"/>
        <a:buNone/>
        <a:defRPr sz="122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0" indent="0" algn="l" defTabSz="931865">
        <a:lnSpc>
          <a:spcPct val="100000"/>
        </a:lnSpc>
        <a:spcBef>
          <a:spcPts val="306"/>
        </a:spcBef>
        <a:spcAft>
          <a:spcPts val="306"/>
        </a:spcAft>
        <a:buFont typeface="Arial"/>
        <a:buNone/>
        <a:defRPr sz="122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65933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31865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97798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63730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29663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95595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61528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727460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20">
          <p15:clr>
            <a:srgbClr xmlns:a="http://schemas.openxmlformats.org/drawingml/2006/main" val="A4A3A4"/>
          </p15:clr>
        </p15:guide>
        <p15:guide id="2" pos="3768">
          <p15:clr>
            <a:srgbClr xmlns:a="http://schemas.openxmlformats.org/drawingml/2006/main" val="A4A3A4"/>
          </p15:clr>
        </p15:guide>
        <p15:guide id="3" orient="horz" pos="2165">
          <p15:clr>
            <a:srgbClr xmlns:a="http://schemas.openxmlformats.org/drawingml/2006/main" val="A4A3A4"/>
          </p15:clr>
        </p15:guide>
        <p15:guide id="4" orient="horz" pos="2755">
          <p15:clr>
            <a:srgbClr xmlns:a="http://schemas.openxmlformats.org/drawingml/2006/main" val="A4A3A4"/>
          </p15:clr>
        </p15:guide>
        <p15:guide id="5" orient="horz" pos="2800">
          <p15:clr>
            <a:srgbClr xmlns:a="http://schemas.openxmlformats.org/drawingml/2006/main" val="A4A3A4"/>
          </p15:clr>
        </p15:guide>
        <p15:guide id="6" orient="horz" pos="3390">
          <p15:clr>
            <a:srgbClr xmlns:a="http://schemas.openxmlformats.org/drawingml/2006/main" val="A4A3A4"/>
          </p15:clr>
        </p15:guide>
        <p15:guide id="7" orient="horz" pos="3435">
          <p15:clr>
            <a:srgbClr xmlns:a="http://schemas.openxmlformats.org/drawingml/2006/main" val="A4A3A4"/>
          </p15:clr>
        </p15:guide>
        <p15:guide id="8" orient="horz" pos="4025">
          <p15:clr>
            <a:srgbClr xmlns:a="http://schemas.openxmlformats.org/drawingml/2006/main" val="5ACBF0"/>
          </p15:clr>
        </p15:guide>
        <p15:guide id="9" orient="horz" pos="1530">
          <p15:clr>
            <a:srgbClr xmlns:a="http://schemas.openxmlformats.org/drawingml/2006/main" val="A4A3A4"/>
          </p15:clr>
        </p15:guide>
        <p15:guide id="10" orient="horz" pos="1484">
          <p15:clr>
            <a:srgbClr xmlns:a="http://schemas.openxmlformats.org/drawingml/2006/main" val="A4A3A4"/>
          </p15:clr>
        </p15:guide>
        <p15:guide id="11" orient="horz" pos="895">
          <p15:clr>
            <a:srgbClr xmlns:a="http://schemas.openxmlformats.org/drawingml/2006/main" val="A4A3A4"/>
          </p15:clr>
        </p15:guide>
        <p15:guide id="12" orient="horz" pos="849">
          <p15:clr>
            <a:srgbClr xmlns:a="http://schemas.openxmlformats.org/drawingml/2006/main" val="A4A3A4"/>
          </p15:clr>
        </p15:guide>
        <p15:guide id="13" orient="horz" pos="260">
          <p15:clr>
            <a:srgbClr xmlns:a="http://schemas.openxmlformats.org/drawingml/2006/main" val="5ACBF0"/>
          </p15:clr>
        </p15:guide>
        <p15:guide id="14" pos="3723">
          <p15:clr>
            <a:srgbClr xmlns:a="http://schemas.openxmlformats.org/drawingml/2006/main" val="A4A3A4"/>
          </p15:clr>
        </p15:guide>
        <p15:guide id="15" pos="3133">
          <p15:clr>
            <a:srgbClr xmlns:a="http://schemas.openxmlformats.org/drawingml/2006/main" val="A4A3A4"/>
          </p15:clr>
        </p15:guide>
        <p15:guide id="16" pos="2453">
          <p15:clr>
            <a:srgbClr xmlns:a="http://schemas.openxmlformats.org/drawingml/2006/main" val="A4A3A4"/>
          </p15:clr>
        </p15:guide>
        <p15:guide id="17" pos="2498">
          <p15:clr>
            <a:srgbClr xmlns:a="http://schemas.openxmlformats.org/drawingml/2006/main" val="A4A3A4"/>
          </p15:clr>
        </p15:guide>
        <p15:guide id="18" pos="3088">
          <p15:clr>
            <a:srgbClr xmlns:a="http://schemas.openxmlformats.org/drawingml/2006/main" val="A4A3A4"/>
          </p15:clr>
        </p15:guide>
        <p15:guide id="19" pos="1863">
          <p15:clr>
            <a:srgbClr xmlns:a="http://schemas.openxmlformats.org/drawingml/2006/main" val="A4A3A4"/>
          </p15:clr>
        </p15:guide>
        <p15:guide id="20" pos="1818">
          <p15:clr>
            <a:srgbClr xmlns:a="http://schemas.openxmlformats.org/drawingml/2006/main" val="A4A3A4"/>
          </p15:clr>
        </p15:guide>
        <p15:guide id="21" pos="1228">
          <p15:clr>
            <a:srgbClr xmlns:a="http://schemas.openxmlformats.org/drawingml/2006/main" val="A4A3A4"/>
          </p15:clr>
        </p15:guide>
        <p15:guide id="22" pos="1183">
          <p15:clr>
            <a:srgbClr xmlns:a="http://schemas.openxmlformats.org/drawingml/2006/main" val="A4A3A4"/>
          </p15:clr>
        </p15:guide>
        <p15:guide id="23" pos="593">
          <p15:clr>
            <a:srgbClr xmlns:a="http://schemas.openxmlformats.org/drawingml/2006/main" val="A4A3A4"/>
          </p15:clr>
        </p15:guide>
        <p15:guide id="24" pos="547">
          <p15:clr>
            <a:srgbClr xmlns:a="http://schemas.openxmlformats.org/drawingml/2006/main" val="A4A3A4"/>
          </p15:clr>
        </p15:guide>
        <p15:guide id="25" pos="4358">
          <p15:clr>
            <a:srgbClr xmlns:a="http://schemas.openxmlformats.org/drawingml/2006/main" val="A4A3A4"/>
          </p15:clr>
        </p15:guide>
        <p15:guide id="26" pos="4403">
          <p15:clr>
            <a:srgbClr xmlns:a="http://schemas.openxmlformats.org/drawingml/2006/main" val="A4A3A4"/>
          </p15:clr>
        </p15:guide>
        <p15:guide id="27" pos="4993">
          <p15:clr>
            <a:srgbClr xmlns:a="http://schemas.openxmlformats.org/drawingml/2006/main" val="A4A3A4"/>
          </p15:clr>
        </p15:guide>
        <p15:guide id="28" pos="5038">
          <p15:clr>
            <a:srgbClr xmlns:a="http://schemas.openxmlformats.org/drawingml/2006/main" val="A4A3A4"/>
          </p15:clr>
        </p15:guide>
        <p15:guide id="29" pos="5673">
          <p15:clr>
            <a:srgbClr xmlns:a="http://schemas.openxmlformats.org/drawingml/2006/main" val="A4A3A4"/>
          </p15:clr>
        </p15:guide>
        <p15:guide id="30" pos="5628">
          <p15:clr>
            <a:srgbClr xmlns:a="http://schemas.openxmlformats.org/drawingml/2006/main" val="A4A3A4"/>
          </p15:clr>
        </p15:guide>
        <p15:guide id="31" pos="6263">
          <p15:clr>
            <a:srgbClr xmlns:a="http://schemas.openxmlformats.org/drawingml/2006/main" val="A4A3A4"/>
          </p15:clr>
        </p15:guide>
        <p15:guide id="32" pos="6308">
          <p15:clr>
            <a:srgbClr xmlns:a="http://schemas.openxmlformats.org/drawingml/2006/main" val="A4A3A4"/>
          </p15:clr>
        </p15:guide>
        <p15:guide id="33" pos="6898">
          <p15:clr>
            <a:srgbClr xmlns:a="http://schemas.openxmlformats.org/drawingml/2006/main" val="A4A3A4"/>
          </p15:clr>
        </p15:guide>
        <p15:guide id="34" pos="6943">
          <p15:clr>
            <a:srgbClr xmlns:a="http://schemas.openxmlformats.org/drawingml/2006/main" val="A4A3A4"/>
          </p15:clr>
        </p15:guide>
        <p15:guide id="35" pos="230">
          <p15:clr>
            <a:srgbClr xmlns:a="http://schemas.openxmlformats.org/drawingml/2006/main" val="5ACBF0"/>
          </p15:clr>
        </p15:guide>
        <p15:guide id="36" pos="7306">
          <p15:clr>
            <a:srgbClr xmlns:a="http://schemas.openxmlformats.org/drawingml/2006/main" val="5ACBF0"/>
          </p15:clr>
        </p15:guide>
        <p15:guide id="37" orient="horz" pos="577">
          <p15:clr>
            <a:srgbClr xmlns:a="http://schemas.openxmlformats.org/drawingml/2006/main" val="5ACBF0"/>
          </p15:clr>
        </p15:guide>
        <p15:guide id="38" orient="horz" pos="1167">
          <p15:clr>
            <a:srgbClr xmlns:a="http://schemas.openxmlformats.org/drawingml/2006/main" val="5ACBF0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Festo">
  <a:themeElements>
    <a:clrScheme name="Festo">
      <a:dk1>
        <a:srgbClr val="333333"/>
      </a:dk1>
      <a:lt1>
        <a:srgbClr val="FFFFFF"/>
      </a:lt1>
      <a:dk2>
        <a:srgbClr val="333333"/>
      </a:dk2>
      <a:lt2>
        <a:srgbClr val="FFFFFF"/>
      </a:lt2>
      <a:accent1>
        <a:srgbClr val="717D86"/>
      </a:accent1>
      <a:accent2>
        <a:srgbClr val="B6BEC6"/>
      </a:accent2>
      <a:accent3>
        <a:srgbClr val="E5E8EB"/>
      </a:accent3>
      <a:accent4>
        <a:srgbClr val="0091DC"/>
      </a:accent4>
      <a:accent5>
        <a:srgbClr val="48B9EB"/>
      </a:accent5>
      <a:accent6>
        <a:srgbClr val="C8E6FA"/>
      </a:accent6>
      <a:hlink>
        <a:srgbClr val="333333"/>
      </a:hlink>
      <a:folHlink>
        <a:srgbClr val="717D86"/>
      </a:folHlink>
    </a:clrScheme>
    <a:fontScheme name="Benutzerdefiniert 4">
      <a:majorFont>
        <a:latin typeface="Festo"/>
        <a:ea typeface=""/>
        <a:cs typeface=""/>
      </a:majorFont>
      <a:minorFont>
        <a:latin typeface="Festo"/>
        <a:ea typeface=""/>
        <a:cs typeface=""/>
      </a:minorFont>
    </a:fontScheme>
    <a:fmtScheme name="Festo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Festo - external">
  <a:themeElements>
    <a:clrScheme name="Festo">
      <a:dk1>
        <a:srgbClr val="333333"/>
      </a:dk1>
      <a:lt1>
        <a:srgbClr val="FFFFFF"/>
      </a:lt1>
      <a:dk2>
        <a:srgbClr val="333333"/>
      </a:dk2>
      <a:lt2>
        <a:srgbClr val="FFFFFF"/>
      </a:lt2>
      <a:accent1>
        <a:srgbClr val="717D86"/>
      </a:accent1>
      <a:accent2>
        <a:srgbClr val="B6BEC6"/>
      </a:accent2>
      <a:accent3>
        <a:srgbClr val="E5E8EB"/>
      </a:accent3>
      <a:accent4>
        <a:srgbClr val="0091DC"/>
      </a:accent4>
      <a:accent5>
        <a:srgbClr val="48B9EB"/>
      </a:accent5>
      <a:accent6>
        <a:srgbClr val="C8E6FA"/>
      </a:accent6>
      <a:hlink>
        <a:srgbClr val="333333"/>
      </a:hlink>
      <a:folHlink>
        <a:srgbClr val="717D86"/>
      </a:folHlink>
    </a:clrScheme>
    <a:fontScheme name="Benutzerdefiniert 4">
      <a:majorFont>
        <a:latin typeface="Festo"/>
        <a:ea typeface=""/>
        <a:cs typeface=""/>
      </a:majorFont>
      <a:minorFont>
        <a:latin typeface="Festo"/>
        <a:ea typeface=""/>
        <a:cs typeface=""/>
      </a:minorFont>
    </a:fontScheme>
    <a:fmtScheme name="Festo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7bde061aef44f53" /><Relationship Type="http://schemas.openxmlformats.org/officeDocument/2006/relationships/image" Target="/ppt/media/image6.png" Id="R5ef60703f6284744" /><Relationship Type="http://schemas.openxmlformats.org/officeDocument/2006/relationships/notesSlide" Target="/ppt/notesSlides/notesSlide1.xml" Id="Rc69960d6126044a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8c06364a33654eb9" /><Relationship Type="http://schemas.openxmlformats.org/officeDocument/2006/relationships/image" Target="/ppt/media/image7.png" Id="R521b8468a21c4fca" /><Relationship Type="http://schemas.openxmlformats.org/officeDocument/2006/relationships/notesSlide" Target="/ppt/notesSlides/notesSlide2.xml" Id="R582c549282f244b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6d2d7ea81e7f45d4" /><Relationship Type="http://schemas.openxmlformats.org/officeDocument/2006/relationships/notesSlide" Target="/ppt/notesSlides/notesSlide3.xml" Id="R20cb4d7e36ca45c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b9c7720a9b064969" /><Relationship Type="http://schemas.openxmlformats.org/officeDocument/2006/relationships/notesSlide" Target="/ppt/notesSlides/notesSlide4.xml" Id="Rcae33b079ffd4d8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81d1d200e6af47a2" /><Relationship Type="http://schemas.openxmlformats.org/officeDocument/2006/relationships/notesSlide" Target="/ppt/notesSlides/notesSlide5.xml" Id="Rd7f2c47b6f084ff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612f23c54cf9409c" /><Relationship Type="http://schemas.openxmlformats.org/officeDocument/2006/relationships/notesSlide" Target="/ppt/notesSlides/notesSlide6.xml" Id="R95b10909e7e1473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0653ea76df5a45ff" /><Relationship Type="http://schemas.openxmlformats.org/officeDocument/2006/relationships/image" Target="/ppt/media/image8.png" Id="Re3d53e6363684215" /><Relationship Type="http://schemas.openxmlformats.org/officeDocument/2006/relationships/notesSlide" Target="/ppt/notesSlides/notesSlide7.xml" Id="Rf001ab7b071a449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db3092de3a504fbf" /><Relationship Type="http://schemas.openxmlformats.org/officeDocument/2006/relationships/notesSlide" Target="/ppt/notesSlides/notesSlide8.xml" Id="R228be20b81fe408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566286dacd824b3e" /><Relationship Type="http://schemas.openxmlformats.org/officeDocument/2006/relationships/notesSlide" Target="/ppt/notesSlides/notesSlide9.xml" Id="R30ea1ac3102c426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120CA8-218D-458B-A0C1-067C911FF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MOTION SERVER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A22B57-703A-4888-B835-85BA2BE2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9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52616B"/>
                </a:solidFill>
                <a:latin typeface="Arial"/>
                <a:ea typeface="Arial"/>
                <a:cs typeface="Arial"/>
              </a:rPr>
              <a:t>복잡한 모션 제어를 간단한 앱으로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966CFB-4325-4C81-82A6-7B0138E00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2190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EAF6F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No dedicated controller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966A97-53D9-4CE4-ADDD-506D0EC5A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2000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BF3"/>
          </a:solidFill>
          <a:ln xmlns:a="http://schemas.openxmlformats.org/drawingml/2006/main" w="9525">
            <a:solidFill>
              <a:srgbClr val="EAFBF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Low-code sequence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6997A0-544C-441D-9643-A8E6E2FE5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22860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2EDFF"/>
          </a:solidFill>
          <a:ln xmlns:a="http://schemas.openxmlformats.org/drawingml/2006/main" w="9525">
            <a:solidFill>
              <a:srgbClr val="F2EDFF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Real and virtual devices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f60703f6284744"/>
          <a:srcRect xmlns:a="http://schemas.openxmlformats.org/drawingml/2006/main" l="3770" t="0" r="377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57750" y="1333500"/>
            <a:ext cx="6572250" cy="4000500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DACDFC-55C1-437F-B87C-3D3599A3F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16B"/>
                </a:solidFill>
                <a:latin typeface="Arial"/>
                <a:ea typeface="Arial"/>
                <a:cs typeface="Arial"/>
              </a:rPr>
              <a:t>Customer overview</a:t>
            </a:r>
          </a:p>
        </p:txBody>
      </p:sp>
    </p:spTree>
    <p:extLst>
      <p:ext uri="{BB962C8B-B14F-4D97-AF65-F5344CB8AC3E}">
        <p14:creationId xmlns:p14="http://schemas.microsoft.com/office/powerpoint/2010/main" val="12605313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D65DF7-2350-4F60-AE32-80D0AF115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239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740981-5CF8-4689-B254-D8925E060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144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030485-821E-4206-84BF-73D023A8B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430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Customer value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AFC0DF-E64C-45AC-9EA4-4C14B4D7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Motion Server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53D6CA-C8E9-4CFA-8EA1-E5BF2EBC6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389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4587E2-A2ED-4FA8-90C7-BEDBB16F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609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69"/>
          </a:bodyPr>
          <a:lstStyle xmlns:a="http://schemas.openxmlformats.org/drawingml/2006/main"/>
          <a:p xmlns:a="http://schemas.openxmlformats.org/drawingml/2006/main">
            <a:pPr>
              <a:buNone/>
              <a:defRPr sz="19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52616B"/>
                </a:solidFill>
                <a:latin typeface="Arial"/>
                <a:ea typeface="Arial"/>
                <a:cs typeface="Arial"/>
              </a:rPr>
              <a:t>Motion Server reduces custom control work between the application and the devices.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2F8FEF-1227-49E9-BA39-A443C0558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337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66AE09-06A2-447B-AFDB-09C407C5B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PC application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C2E13D-E383-421A-A94F-D40123D0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543300"/>
            <a:ext cx="8572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F6D304-4FA7-4AB4-904D-7E021039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337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D66064-9625-4CDB-890E-FA0E55431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171950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Motion Server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1E3FEC-6919-43EF-A382-A486728DF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543300"/>
            <a:ext cx="8572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17E1B0-9129-4EEC-B287-AA7F5D8AD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337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44BC8B-EA05-44E1-BC3B-954EBB6F2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171950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Axis and I/O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1b8468a21c4fca"/>
          <a:stretch xmlns:a="http://schemas.openxmlformats.org/drawingml/2006/main"/>
        </p:blipFill>
        <p:spPr>
          <a:xfrm xmlns:a="http://schemas.openxmlformats.org/drawingml/2006/main">
            <a:off x="7667625" y="2047875"/>
            <a:ext cx="2857500" cy="2857500"/>
          </a:xfrm>
          <a:prstGeom xmlns:a="http://schemas.openxmlformats.org/drawingml/2006/main" prst="roundRect">
            <a:avLst>
              <a:gd name="adj" fmla="val 5333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2E80A6-4663-4E9B-81D6-32E85A535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95875"/>
            <a:ext cx="3905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8849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Build the sequence.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Let the server handle motion commands, feedback, and recovery.</a:t>
            </a:r>
          </a:p>
        </p:txBody>
      </p:sp>
    </p:spTree>
    <p:extLst>
      <p:ext uri="{BB962C8B-B14F-4D97-AF65-F5344CB8AC3E}">
        <p14:creationId xmlns:p14="http://schemas.microsoft.com/office/powerpoint/2010/main" val="14157301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01A542-4478-40A6-B9C8-C9B6C8C21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239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FB46DE-8061-4BAD-AF7F-9250061EB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144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4D5E5B-202B-4899-ADF9-D1106E69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430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Axis operation screen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0901B1-A1D5-4F36-9EEF-D8539F39F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Motion Server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2554CE-72F3-4119-8431-E9BB00F6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389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3BC350-F0FA-49D6-9CD8-7F29DAAAE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1019175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62E448-A336-41F3-A968-3BBE02204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10001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1E8E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17F0E3-2C18-4966-9992-D986CFDC2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43150"/>
            <a:ext cx="847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Axis Control Panel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6777B4-1625-47AE-BC52-C4722FE64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362200"/>
            <a:ext cx="12001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9058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Request Authority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39E04E-58C7-45CE-ABA5-C7F11438A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362200"/>
            <a:ext cx="1104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9756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Bus Reconnect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7EE6A0-6B1F-4ACE-BEC8-D28DFE39C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62200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Fault Reset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1C6F58-4F11-46B6-8116-93AA5FF7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62200"/>
            <a:ext cx="876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A36A"/>
            </a:solidFill>
          </a:ln>
        </p:spPr>
        <p:txBody>
          <a:bodyPr xmlns:a="http://schemas.openxmlformats.org/drawingml/2006/main" anchor="ctr">
            <a:normAutofit fontScale="9756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A36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A36A"/>
                </a:solidFill>
                <a:latin typeface="Arial"/>
                <a:ea typeface="Arial"/>
                <a:cs typeface="Arial"/>
              </a:rPr>
              <a:t>Disconnect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9A6208-BE82-4B8F-8D8D-80F18F7D8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57500"/>
            <a:ext cx="704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2616B"/>
                </a:solidFill>
                <a:latin typeface="Arial"/>
                <a:ea typeface="Arial"/>
                <a:cs typeface="Arial"/>
              </a:rPr>
              <a:t>Server: normal   Initialized: yes   Process data valid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E930B8-5CE2-4BCC-9E2D-9618B375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146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2D5D80-27F5-410D-9ED5-BC8486BE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76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2616B"/>
                </a:solidFill>
                <a:latin typeface="Arial"/>
                <a:ea typeface="Arial"/>
                <a:cs typeface="Arial"/>
              </a:rPr>
              <a:t>Authority available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D7CA43-7E66-4F3E-A729-4FCD23F9F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146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FE19DB-C214-4FD3-845E-CAB47AD9B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876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2616B"/>
                </a:solidFill>
                <a:latin typeface="Arial"/>
                <a:ea typeface="Arial"/>
                <a:cs typeface="Arial"/>
              </a:rPr>
              <a:t>Connected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2577CC-919A-46D8-9069-E2963C95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0"/>
            <a:ext cx="1524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Axis 0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normal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FE7858-40AC-41C1-8CF7-DD6FD813A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33750"/>
            <a:ext cx="1524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AFBF3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Axis 1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ready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A146FB-EA7E-46AF-B205-8D81FD98E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33750"/>
            <a:ext cx="1524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Axis 2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normal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3678EA-9D09-45C4-8977-48405102D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33750"/>
            <a:ext cx="1524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Axis 3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normal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9E2CA6-0326-4CE2-97FD-BEB1BA491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1809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606CEC-5012-42D7-86D7-1705BF243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662363"/>
            <a:ext cx="1657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3EA9A8-A2A1-4CE7-94B0-581D12D2F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990975"/>
            <a:ext cx="1657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0C90FF-37EC-47BA-B359-82E3C16CD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319588"/>
            <a:ext cx="1657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3CEF07-19DB-4641-8825-FB504F0B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166616"/>
            <a:ext cx="161925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3D7E5D-2892-407D-AACD-5B4AD3A04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002024"/>
            <a:ext cx="161925" cy="4937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A8F515-BBCD-4706-97E0-1775D59BF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063746"/>
            <a:ext cx="161925" cy="4320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62FAF1-C2D6-403E-92B7-C031FA7B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816858"/>
            <a:ext cx="161925" cy="6789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0DA073-A137-4C63-A04F-E449AFDB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930015"/>
            <a:ext cx="161925" cy="5657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AE83A8-BBB0-4DB9-8E24-405E55F4B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3652266"/>
            <a:ext cx="161925" cy="8435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4EC472-0EBB-4933-8D52-BCAB9F45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762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16B"/>
                </a:solidFill>
                <a:latin typeface="Arial"/>
                <a:ea typeface="Arial"/>
                <a:cs typeface="Arial"/>
              </a:rPr>
              <a:t>Position / velocity feedback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3D86A8-2215-4253-A7D8-3ED0B34B5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095875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Manual setup and commissioning can start from a ready-made panel.</a:t>
            </a:r>
          </a:p>
        </p:txBody>
      </p:sp>
    </p:spTree>
    <p:extLst>
      <p:ext uri="{BB962C8B-B14F-4D97-AF65-F5344CB8AC3E}">
        <p14:creationId xmlns:p14="http://schemas.microsoft.com/office/powerpoint/2010/main" val="10628675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65615A-4EE9-45EE-AB9B-03152B392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239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A714F6-7E63-4E86-A675-6E0601649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144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C0698C-CF07-42FF-8B29-D155AD014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430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Visual motion sequence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B72549-94E5-4C7C-82C0-41A9F695C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Motion Server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8D6E28-2D2E-4123-9200-8FBBB0714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389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448FA9-BA82-470A-BA85-CB4B320B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10382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E7A140-29BE-422D-8CB7-68E5233ED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81250"/>
            <a:ext cx="10191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1E8E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386010-0150-4770-91AE-6C02D40BB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38400"/>
            <a:ext cx="866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Node-RED reference 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892AAF-F357-4308-A286-0F6925410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05150"/>
            <a:ext cx="142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BF3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Start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069E7A-EDEF-4899-86ED-21EC6C7CF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876550"/>
            <a:ext cx="142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Move axes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0, 1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C3C232-1421-4210-AD51-6E71E112C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76550"/>
            <a:ext cx="142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Move axes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2, 3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5AE013-AFCC-4B37-87B5-F85E3628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76550"/>
            <a:ext cx="142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Set 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A7F369-682C-4B2D-8BF4-D96544C34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76550"/>
            <a:ext cx="142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2EDFF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Wait input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8A3D28-A586-4C4D-871A-9547A3036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105150"/>
            <a:ext cx="12192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BF3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Finish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718101-F527-42C3-9534-86834B3E5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38475"/>
            <a:ext cx="4191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248BB3-B4CC-42C2-A1A7-0499CA4F9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38475"/>
            <a:ext cx="4191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0E2150-0E26-4BFF-B559-240BDA64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38475"/>
            <a:ext cx="4191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CE39F5-F73E-4201-8660-8DC465D4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038475"/>
            <a:ext cx="4191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850EB9-819A-4F1F-9EBB-8FC66020C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38475"/>
            <a:ext cx="2857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1A7C42-9159-434F-A179-1D479860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857750"/>
            <a:ext cx="790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Prebuilt nodes make a sequence easy to assemble and modify.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1C7B0F-9A45-45AA-9B25-3D049506A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762500"/>
            <a:ext cx="2667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8709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No PLC-style motion code required</a:t>
            </a:r>
          </a:p>
        </p:txBody>
      </p:sp>
    </p:spTree>
    <p:extLst>
      <p:ext uri="{BB962C8B-B14F-4D97-AF65-F5344CB8AC3E}">
        <p14:creationId xmlns:p14="http://schemas.microsoft.com/office/powerpoint/2010/main" val="12660193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682D641-8C1A-4092-A000-421BC657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239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3ABEBB-3247-47DF-9BC2-0854E28ED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144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89B5DE-7C8B-41E6-BC18-9D19FA793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430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Node-RED reference examples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A29C4E-414D-48CD-BFCC-261F564A2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Motion Server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51E95F-2673-4762-BE8D-AFF5DFB07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389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5A985F-7C02-48BF-BE90-24C7BC56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652"/>
          </a:bodyPr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16B"/>
                </a:solidFill>
                <a:latin typeface="Arial"/>
                <a:ea typeface="Arial"/>
                <a:cs typeface="Arial"/>
              </a:rPr>
              <a:t>The package already includes ready-to-import flows for server control, axis control, I/O control, virtual I/O and a sample sequence.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AB8DC4-833A-40C8-AEE6-0686DF50E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2286000" cy="2619375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C16963-6D95-497C-9AFE-8BEA9CCA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57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Example flows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31CB1A-630F-4501-8DCF-7C25CBEF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809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BF3"/>
          </a:solidFill>
          <a:ln xmlns:a="http://schemas.openxmlformats.org/drawingml/2006/main" w="9525">
            <a:solidFill>
              <a:srgbClr val="EAFBF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01 Server Control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2F1213-C01B-4C10-B95E-E115D20EB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71875"/>
            <a:ext cx="1809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EAF6F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02 Axis Control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216581-AD1A-4596-8DF5-A7B4618CE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43350"/>
            <a:ext cx="1809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EAF6F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03 IO Control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A68135-8CCF-4A7E-BD45-729F8AC09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14825"/>
            <a:ext cx="1809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2EDFF"/>
          </a:solidFill>
          <a:ln xmlns:a="http://schemas.openxmlformats.org/drawingml/2006/main" w="9525">
            <a:solidFill>
              <a:srgbClr val="F2EDFF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04 Virtual IO Simulation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B8BA48-AB4F-4409-B1E0-055857D35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86300"/>
            <a:ext cx="1809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FFF4E8"/>
            </a:solidFill>
          </a:ln>
        </p:spPr>
        <p:txBody>
          <a:bodyPr xmlns:a="http://schemas.openxmlformats.org/drawingml/2006/main" anchor="ctr">
            <a:normAutofit fontScale="9456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05 Sample Motion Sequence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B2A791-C4A0-4809-B69B-159D7431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86050"/>
            <a:ext cx="7620000" cy="2619375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2DD018-A789-49A0-ABA6-989DC2B1B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81300"/>
            <a:ext cx="7429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1E8E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26B9F3-E22E-4E40-930B-C12ECE645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384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05 Sample Motion Sequence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8C374F-E270-47EF-9386-3408B7C18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28950"/>
            <a:ext cx="8191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BF3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8982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Start</a:t>
            </a:r>
          </a:p>
          <a:p xmlns:a="http://schemas.openxmlformats.org/drawingml/2006/main">
            <a:pPr algn="ctr">
              <a:buNone/>
              <a:defRPr sz="8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Sequence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47A3C1-8A28-404C-A648-02A63BC62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28950"/>
            <a:ext cx="119062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8982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Stage 1:</a:t>
            </a:r>
          </a:p>
          <a:p xmlns:a="http://schemas.openxmlformats.org/drawingml/2006/main">
            <a:pPr algn="ctr">
              <a:buNone/>
              <a:defRPr sz="8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Move Axes 0 and 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1EFCCF-051F-483C-A466-BA5E68C68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28950"/>
            <a:ext cx="12573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BF3"/>
          </a:solidFill>
          <a:ln xmlns:a="http://schemas.openxmlformats.org/drawingml/2006/main" w="19050">
            <a:solidFill>
              <a:srgbClr val="0091CA"/>
            </a:solidFill>
          </a:ln>
        </p:spPr>
        <p:txBody>
          <a:bodyPr xmlns:a="http://schemas.openxmlformats.org/drawingml/2006/main" anchor="ctr">
            <a:normAutofit fontScale="8982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Existing Motion</a:t>
            </a:r>
          </a:p>
          <a:p xmlns:a="http://schemas.openxmlformats.org/drawingml/2006/main">
            <a:pPr algn="ctr">
              <a:buNone/>
              <a:defRPr sz="8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Server Request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50CE0E-F111-4000-87B5-8F977F4BF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28950"/>
            <a:ext cx="12001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8982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Process Command</a:t>
            </a:r>
          </a:p>
          <a:p xmlns:a="http://schemas.openxmlformats.org/drawingml/2006/main">
            <a:pPr algn="ctr">
              <a:buNone/>
              <a:defRPr sz="8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Response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EA928B-30C0-4E8E-AEA7-0E1D2101C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57525"/>
            <a:ext cx="2857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2C270B-47B2-419B-A39E-14A1108FB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057525"/>
            <a:ext cx="2857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605E09-1009-4992-A75E-E64442EC3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57525"/>
            <a:ext cx="2857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55B994-A3C7-4AB4-863B-940831FA9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952875"/>
            <a:ext cx="10668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BF3"/>
          </a:solidFill>
          <a:ln xmlns:a="http://schemas.openxmlformats.org/drawingml/2006/main" w="19050">
            <a:solidFill>
              <a:srgbClr val="0091CA"/>
            </a:solidFill>
          </a:ln>
        </p:spPr>
        <p:txBody>
          <a:bodyPr xmlns:a="http://schemas.openxmlformats.org/drawingml/2006/main" anchor="ctr">
            <a:normAutofit fontScale="8982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Existing System</a:t>
            </a:r>
          </a:p>
          <a:p xmlns:a="http://schemas.openxmlformats.org/drawingml/2006/main">
            <a:pPr algn="ctr">
              <a:buNone/>
              <a:defRPr sz="8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Feedback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30620B-148B-4A56-847B-364AB8CA6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952875"/>
            <a:ext cx="10668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8982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Store Latest</a:t>
            </a:r>
          </a:p>
          <a:p xmlns:a="http://schemas.openxmlformats.org/drawingml/2006/main">
            <a:pPr algn="ctr">
              <a:buNone/>
              <a:defRPr sz="8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Feedback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DC07EF-47FF-4FB4-B977-EB5C6A161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33800"/>
            <a:ext cx="990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8982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Stage 1</a:t>
            </a:r>
          </a:p>
          <a:p xmlns:a="http://schemas.openxmlformats.org/drawingml/2006/main">
            <a:pPr algn="ctr">
              <a:buNone/>
              <a:defRPr sz="8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Complete?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E1F502-1AEB-4675-9CB4-A925C4E0F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71950"/>
            <a:ext cx="990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8982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Stage 2</a:t>
            </a:r>
          </a:p>
          <a:p xmlns:a="http://schemas.openxmlformats.org/drawingml/2006/main">
            <a:pPr algn="ctr">
              <a:buNone/>
              <a:defRPr sz="8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Complete?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FB3C7F-08A3-42DC-B7EE-736B86D4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52875"/>
            <a:ext cx="1123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8982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DI and AI</a:t>
            </a:r>
          </a:p>
          <a:p xmlns:a="http://schemas.openxmlformats.org/drawingml/2006/main">
            <a:pPr algn="ctr">
              <a:buNone/>
              <a:defRPr sz="8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Conditions Met?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0F4888-E3EB-4329-BED5-AD039F7BF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733800"/>
            <a:ext cx="990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8982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Stage 3</a:t>
            </a:r>
          </a:p>
          <a:p xmlns:a="http://schemas.openxmlformats.org/drawingml/2006/main">
            <a:pPr algn="ctr">
              <a:buNone/>
              <a:defRPr sz="8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Complete?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0B7EE4-870C-493F-A9AE-D5C5BBA2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171950"/>
            <a:ext cx="990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8982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Stage 4</a:t>
            </a:r>
          </a:p>
          <a:p xmlns:a="http://schemas.openxmlformats.org/drawingml/2006/main">
            <a:pPr algn="ctr">
              <a:buNone/>
              <a:defRPr sz="8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Complete?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30D0C1-3816-4B09-B0FE-DC5695B2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38600"/>
            <a:ext cx="2667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B9C84B-F820-4E12-946D-B9C1B1DDF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038600"/>
            <a:ext cx="2667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D16D94-875C-4057-A8FF-1C43477FA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038600"/>
            <a:ext cx="2667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AC1A49-8A12-4100-9698-767E4CD6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38600"/>
            <a:ext cx="2667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F042632-BAF0-46BA-A943-7EC3973C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810125"/>
            <a:ext cx="2476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2EDFF"/>
          </a:solidFill>
          <a:ln xmlns:a="http://schemas.openxmlformats.org/drawingml/2006/main" w="9525">
            <a:solidFill>
              <a:srgbClr val="F2EDFF"/>
            </a:solidFill>
          </a:ln>
        </p:spPr>
        <p:txBody>
          <a:bodyPr xmlns:a="http://schemas.openxmlformats.org/drawingml/2006/main" anchor="ctr">
            <a:normAutofit fontScale="63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Real sample flow file</a:t>
            </a:r>
          </a:p>
          <a:p xmlns:a="http://schemas.openxmlformats.org/drawingml/2006/main">
            <a:pPr algn="ctr">
              <a:buNone/>
              <a:defRPr sz="9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05_sample_motion_sequence.json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F4849C1-D157-4630-8888-5DE4FFA70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10125"/>
            <a:ext cx="2190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EAF6FB"/>
            </a:solidFill>
          </a:ln>
        </p:spPr>
        <p:txBody>
          <a:bodyPr xmlns:a="http://schemas.openxmlformats.org/drawingml/2006/main" anchor="ctr">
            <a:normAutofit fontScale="63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Dashboard path</a:t>
            </a:r>
          </a:p>
          <a:p xmlns:a="http://schemas.openxmlformats.org/drawingml/2006/main">
            <a:pPr algn="ctr">
              <a:buNone/>
              <a:defRPr sz="9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/dashboard/sequence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9B28866-8970-404C-99CE-0FA6A5BB7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67375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Customers can start from an actual example and edit the stage nodes for their own machine.</a:t>
            </a:r>
          </a:p>
        </p:txBody>
      </p:sp>
    </p:spTree>
    <p:extLst>
      <p:ext uri="{BB962C8B-B14F-4D97-AF65-F5344CB8AC3E}">
        <p14:creationId xmlns:p14="http://schemas.microsoft.com/office/powerpoint/2010/main" val="1290324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BC8E78-1027-4D9E-8D5F-886778374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239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BD5D3F-CB58-4589-AF9A-8421D61A9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144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376BF1-0B85-404D-BA13-2C27A85D6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430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I/O operation screen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A2BB61-5013-4BC2-89AA-057627B45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Motion Server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7DE0B1-891E-4AE4-82F0-3F5198471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389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E5864D-E7B4-42A3-BEC0-D9A4C0A6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101917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CE5953-703F-4B73-9418-7024F53AA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05050"/>
            <a:ext cx="10001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1E8E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93B732-7006-4F7B-BBFC-25590CB8C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62200"/>
            <a:ext cx="847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IO Control Panel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653B6B-9C8C-4516-8180-20452508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003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2616B"/>
                </a:solidFill>
                <a:latin typeface="Arial"/>
                <a:ea typeface="Arial"/>
                <a:cs typeface="Arial"/>
              </a:rPr>
              <a:t>CPX-AP-I-EC   Modules: IOL, DI, DO, AI, AO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6B75E0-715A-4363-BA77-604CC996B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0"/>
            <a:ext cx="1714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Digital input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0CDD4B-2BF1-495E-B908-4B475E5FD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576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67F88C-5BBA-419A-BFBB-D12DF0B5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576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C6C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AC34CE-1570-4FD1-BAA7-F39F1F623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8576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C6C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8DFB42-383A-4078-B388-1074CEA56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8576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99E60C-B129-4C76-BDB9-5D1B23119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8576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C6C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BD4AC5-860F-42B3-A9A0-42B3E8C2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8576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C6C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BF9140-1CDC-422B-BC4A-B270054A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8576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0D8DE0-A70A-44FD-936C-64C9B6B54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576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C6C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D7C7A9-D181-4EAA-97BA-E0F70140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333750"/>
            <a:ext cx="1714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BF3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Analog value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F095F5-4A88-40F9-8D9F-6D6EE8E8C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848100"/>
            <a:ext cx="1238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2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DA4DDE-77B2-45F3-9069-05484EDC7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848100"/>
            <a:ext cx="681038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2D6995-FECA-448A-9BC7-58CB2DFEF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105275"/>
            <a:ext cx="1238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2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6CFA73-718E-40FF-BCB8-D83A865C6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105275"/>
            <a:ext cx="34671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9026C4-D239-42A6-BFBE-3FB7F3121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362450"/>
            <a:ext cx="1238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2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79D083-F1E5-4524-86AB-A2793618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362450"/>
            <a:ext cx="91630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56BD40-4336-4DE6-BCE7-2C8D00AC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33750"/>
            <a:ext cx="1905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2EDFF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IO-Link sensor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412694-1678-4EA5-A539-B522675B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876675"/>
            <a:ext cx="1619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F2933"/>
                </a:solidFill>
                <a:latin typeface="Arial"/>
                <a:ea typeface="Arial"/>
                <a:cs typeface="Arial"/>
              </a:rPr>
              <a:t>Profile 2</a:t>
            </a:r>
          </a:p>
          <a:p xmlns:a="http://schemas.openxmlformats.org/drawingml/2006/main">
            <a:pPr algn="ctr">
              <a:buNone/>
              <a:defRPr sz="120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F2933"/>
                </a:solidFill>
                <a:latin typeface="Arial"/>
                <a:ea typeface="Arial"/>
                <a:cs typeface="Arial"/>
              </a:rPr>
              <a:t>Vibration and temperature</a:t>
            </a:r>
          </a:p>
          <a:p xmlns:a="http://schemas.openxmlformats.org/drawingml/2006/main">
            <a:pPr algn="ctr">
              <a:buNone/>
              <a:defRPr sz="120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F2933"/>
                </a:solidFill>
                <a:latin typeface="Arial"/>
                <a:ea typeface="Arial"/>
                <a:cs typeface="Arial"/>
              </a:rPr>
              <a:t>Parameter read/write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CE21C3-D391-40DD-8C83-24B6B5D96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33750"/>
            <a:ext cx="2095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Parameter storage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5719C1-C5EC-439B-BE5F-A0B9ADF0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943350"/>
            <a:ext cx="742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Volatile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87A3E4-F912-4BDA-B145-4F1D217A5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943350"/>
            <a:ext cx="952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Non-volatile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658392-C239-4CBD-8B09-C5AAD257D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0482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I/O status and parameter access use the same Motion Server connection.</a:t>
            </a:r>
          </a:p>
        </p:txBody>
      </p:sp>
    </p:spTree>
    <p:extLst>
      <p:ext uri="{BB962C8B-B14F-4D97-AF65-F5344CB8AC3E}">
        <p14:creationId xmlns:p14="http://schemas.microsoft.com/office/powerpoint/2010/main" val="17199829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810563-9D38-4FDF-883C-9493B29C6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239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0A85A8-4876-4591-AFD7-0159650C6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144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08D1E6-639A-4811-B84C-456874814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430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Real devices and virtual tests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E5E36E-FFE4-4FE4-93EC-A9351A35E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Motion Server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7EABB1-06EA-45D5-ABA9-1AC55A05F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389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d53e6363684215"/>
          <a:srcRect xmlns:a="http://schemas.openxmlformats.org/drawingml/2006/main" l="0" t="21810" r="0" b="218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3000" y="2190750"/>
            <a:ext cx="9906000" cy="3143250"/>
          </a:xfrm>
          <a:prstGeom xmlns:a="http://schemas.openxmlformats.org/drawingml/2006/main" prst="roundRect">
            <a:avLst>
              <a:gd name="adj" fmla="val 4848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470F29-2EC8-4BD3-9393-6812D0202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2450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2EDFF"/>
          </a:solidFill>
          <a:ln xmlns:a="http://schemas.openxmlformats.org/drawingml/2006/main" w="9525">
            <a:solidFill>
              <a:srgbClr val="F2EDFF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Virtual device test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F22698-542C-467A-9275-9C6890F97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52450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EAF6F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Same command 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B81A70-8580-4F04-A901-CE632578F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524500"/>
            <a:ext cx="2000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BF3"/>
          </a:solidFill>
          <a:ln xmlns:a="http://schemas.openxmlformats.org/drawingml/2006/main" w="9525">
            <a:solidFill>
              <a:srgbClr val="EAFBF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Real EtherCAT system</a:t>
            </a:r>
          </a:p>
        </p:txBody>
      </p:sp>
    </p:spTree>
    <p:extLst>
      <p:ext uri="{BB962C8B-B14F-4D97-AF65-F5344CB8AC3E}">
        <p14:creationId xmlns:p14="http://schemas.microsoft.com/office/powerpoint/2010/main" val="19823762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ABBD14-43AE-40D2-B90D-2A0FC998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239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E9F89D-F907-43EE-8219-DAEAA9C6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144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4E4498-ED99-430B-A35C-458AEFE4F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430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Operating controls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31BEC0-38F8-42A0-A378-B77238973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Motion Server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8A4046-A9B0-4B2A-BEBD-CB443E28F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389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512CE3-4434-4452-A9EF-7CCE057A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24125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175" b="1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rPr>
              <a:t>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44126A-16B0-4C67-87C4-FF5C46E9F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62325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Command authority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9EFF7A-1582-4C4C-8C32-5B145EDB9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524125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550" b="1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rPr>
              <a:t>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05F224-F53F-4B6B-8BD9-DBB0C32CD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362325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Live feedback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1BE46A-3E63-43EF-BAAB-D071122C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24125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550" b="1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rPr>
              <a:t>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C4CEBB-6682-4E1C-9524-C6B88B33A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362325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Diagnostics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F0070A-974E-4A2F-A567-ED1EECBD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524125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550" b="1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rPr>
              <a:t>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7CB096-8804-4598-9BD1-430266588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362325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49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Parameter access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33FF8E-5D89-4D6F-AFA5-542AE0850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29125"/>
            <a:ext cx="8763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Common tasks are available as ready-made commands, so the customer application can stay focused on sequence logic.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4A8D1B-66F1-431C-B893-88D5AB43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476875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16B"/>
                </a:solidFill>
                <a:latin typeface="Arial"/>
                <a:ea typeface="Arial"/>
                <a:cs typeface="Arial"/>
              </a:rPr>
              <a:t>Examples: enable, move, stop, fault reset, bus reconnect, I/O read/write</a:t>
            </a:r>
          </a:p>
        </p:txBody>
      </p:sp>
    </p:spTree>
    <p:extLst>
      <p:ext uri="{BB962C8B-B14F-4D97-AF65-F5344CB8AC3E}">
        <p14:creationId xmlns:p14="http://schemas.microsoft.com/office/powerpoint/2010/main" val="20848519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581B68-3C28-47D9-A7A6-835E01AEA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239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F83DCA-16C9-4AC4-9EC2-8F63FA37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144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A65AFD-E631-47B7-AB91-7FFAD3322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430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Best fit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E8DE78-20F9-4DA4-92B6-56BA6C57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Motion Server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CD8085-B471-4EEC-A413-EC50411FE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389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1C7FB7-DA58-401E-A462-044B50A48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2667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Customer demo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Show motion quickly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391D6E-A766-4E56-B01B-18AED47BF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71750"/>
            <a:ext cx="2667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BF3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Lab system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Test devices and sequences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E09C77-CE3F-459E-B4BA-BC3DE7106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71750"/>
            <a:ext cx="2667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2EDFF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Small machine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Build application logic first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BB9B24-E37E-4FB5-A6F1-8303F389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971800"/>
            <a:ext cx="6667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D90622-06A1-4E6E-A3C3-5E26D3C8A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71800"/>
            <a:ext cx="6667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B78ECA-4D75-4D54-B64F-7DC701C18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87630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Next step: connect a device, open the panel, and build the first Node-RED sequence.</a:t>
            </a:r>
          </a:p>
        </p:txBody>
      </p:sp>
    </p:spTree>
    <p:extLst>
      <p:ext uri="{BB962C8B-B14F-4D97-AF65-F5344CB8AC3E}">
        <p14:creationId xmlns:p14="http://schemas.microsoft.com/office/powerpoint/2010/main" val="1124157842"/>
      </p:ext>
    </p:extLst>
  </p:cSld>
</p:sld>
</file>

<file path=ppt/theme/theme1.xml><?xml version="1.0" encoding="utf-8"?>
<a:theme xmlns:a="http://schemas.openxmlformats.org/drawingml/2006/main" name="Festo">
  <a:themeElements>
    <a:clrScheme name="Festo">
      <a:dk1>
        <a:srgbClr val="333333"/>
      </a:dk1>
      <a:lt1>
        <a:srgbClr val="FFFFFF"/>
      </a:lt1>
      <a:dk2>
        <a:srgbClr val="333333"/>
      </a:dk2>
      <a:lt2>
        <a:srgbClr val="FFFFFF"/>
      </a:lt2>
      <a:accent1>
        <a:srgbClr val="717D86"/>
      </a:accent1>
      <a:accent2>
        <a:srgbClr val="B6BEC6"/>
      </a:accent2>
      <a:accent3>
        <a:srgbClr val="E5E8EB"/>
      </a:accent3>
      <a:accent4>
        <a:srgbClr val="0091DC"/>
      </a:accent4>
      <a:accent5>
        <a:srgbClr val="48B9EB"/>
      </a:accent5>
      <a:accent6>
        <a:srgbClr val="C8E6FA"/>
      </a:accent6>
      <a:hlink>
        <a:srgbClr val="333333"/>
      </a:hlink>
      <a:folHlink>
        <a:srgbClr val="717D86"/>
      </a:folHlink>
    </a:clrScheme>
    <a:fontScheme name="Benutzerdefiniert 4">
      <a:majorFont>
        <a:latin typeface="Festo"/>
        <a:ea typeface=""/>
        <a:cs typeface=""/>
      </a:majorFont>
      <a:minorFont>
        <a:latin typeface="Festo"/>
        <a:ea typeface=""/>
        <a:cs typeface=""/>
      </a:minorFont>
    </a:fontScheme>
    <a:fmtScheme name="Festo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2026-09-07T09:52:20.7800000Z</dcterms:created>
  <dcterms:modified xsi:type="dcterms:W3CDTF">2026-09-07T09:52:20.7800000Z</dcterms:modified>
</coreProperties>
</file>