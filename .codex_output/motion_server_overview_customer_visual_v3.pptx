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a4823462f98437e" /><Relationship Type="http://schemas.openxmlformats.org/officeDocument/2006/relationships/extended-properties" Target="/docProps/app.xml" Id="R1f1c15cf1ae54557" /><Relationship Type="http://schemas.openxmlformats.org/officeDocument/2006/relationships/officeDocument" Target="/ppt/presentation.xml" Id="Rd1146a4ba8fd464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e2ed0d493584329"/>
    <p:sldMasterId xmlns:r="http://schemas.openxmlformats.org/officeDocument/2006/relationships" id="2147483711" r:id="R54a88276fccb4b81"/>
  </p:sldMasterIdLst>
  <p:notesMasterIdLst>
    <p:notesMasterId xmlns:r="http://schemas.openxmlformats.org/officeDocument/2006/relationships" r:id="R2f2e5a1fc593491c"/>
  </p:notesMasterIdLst>
  <p:sldIdLst>
    <p:sldId xmlns:r="http://schemas.openxmlformats.org/officeDocument/2006/relationships" id="256" r:id="Rf6466a40efe34322"/>
    <p:sldId xmlns:r="http://schemas.openxmlformats.org/officeDocument/2006/relationships" id="257" r:id="R13280f62f9b94b5f"/>
    <p:sldId xmlns:r="http://schemas.openxmlformats.org/officeDocument/2006/relationships" id="258" r:id="R65c266126c204a19"/>
    <p:sldId xmlns:r="http://schemas.openxmlformats.org/officeDocument/2006/relationships" id="259" r:id="R8b1ea62b43f044bf"/>
    <p:sldId xmlns:r="http://schemas.openxmlformats.org/officeDocument/2006/relationships" id="260" r:id="Rdc47e45b0ead4bed"/>
    <p:sldId xmlns:r="http://schemas.openxmlformats.org/officeDocument/2006/relationships" id="261" r:id="R64340f9c3c6b4345"/>
    <p:sldId xmlns:r="http://schemas.openxmlformats.org/officeDocument/2006/relationships" id="262" r:id="Rf2954fb236bb4a00"/>
    <p:sldId xmlns:r="http://schemas.openxmlformats.org/officeDocument/2006/relationships" id="263" r:id="R7eb58d634118434b"/>
    <p:sldId xmlns:r="http://schemas.openxmlformats.org/officeDocument/2006/relationships" id="264" r:id="R3e0352fa375e4e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2fedf7e6ff9405b" /><Relationship Type="http://schemas.openxmlformats.org/officeDocument/2006/relationships/slideMaster" Target="/ppt/slideMasters/slideMaster1.xml" Id="R8e2ed0d493584329" /><Relationship Type="http://schemas.openxmlformats.org/officeDocument/2006/relationships/slideMaster" Target="/ppt/slideMasters/slideMaster2.xml" Id="R54a88276fccb4b81" /><Relationship Type="http://schemas.openxmlformats.org/officeDocument/2006/relationships/notesMaster" Target="/ppt/notesMasters/notesMaster1.xml" Id="R2f2e5a1fc593491c" /><Relationship Type="http://schemas.openxmlformats.org/officeDocument/2006/relationships/presProps" Target="/ppt/presProps.xml" Id="R1854a9a65f1f419e" /><Relationship Type="http://schemas.openxmlformats.org/officeDocument/2006/relationships/viewProps" Target="/ppt/viewProps.xml" Id="Rc4976286325c4cff" /><Relationship Type="http://schemas.openxmlformats.org/officeDocument/2006/relationships/tableStyles" Target="/ppt/tableStyles.xml" Id="Rc6e6ef873d554bae" /><Relationship Type="http://schemas.openxmlformats.org/officeDocument/2006/relationships/slide" Target="/ppt/slides/slide1.xml" Id="Rf6466a40efe34322" /><Relationship Type="http://schemas.openxmlformats.org/officeDocument/2006/relationships/slide" Target="/ppt/slides/slide2.xml" Id="R13280f62f9b94b5f" /><Relationship Type="http://schemas.openxmlformats.org/officeDocument/2006/relationships/slide" Target="/ppt/slides/slide3.xml" Id="R65c266126c204a19" /><Relationship Type="http://schemas.openxmlformats.org/officeDocument/2006/relationships/slide" Target="/ppt/slides/slide4.xml" Id="R8b1ea62b43f044bf" /><Relationship Type="http://schemas.openxmlformats.org/officeDocument/2006/relationships/slide" Target="/ppt/slides/slide5.xml" Id="Rdc47e45b0ead4bed" /><Relationship Type="http://schemas.openxmlformats.org/officeDocument/2006/relationships/slide" Target="/ppt/slides/slide6.xml" Id="R64340f9c3c6b4345" /><Relationship Type="http://schemas.openxmlformats.org/officeDocument/2006/relationships/slide" Target="/ppt/slides/slide7.xml" Id="Rf2954fb236bb4a00" /><Relationship Type="http://schemas.openxmlformats.org/officeDocument/2006/relationships/slide" Target="/ppt/slides/slide8.xml" Id="R7eb58d634118434b" /><Relationship Type="http://schemas.openxmlformats.org/officeDocument/2006/relationships/slide" Target="/ppt/slides/slide9.xml" Id="R3e0352fa375e4e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f6b114c8179b4a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56002dc703b407b" /><Relationship Type="http://schemas.openxmlformats.org/officeDocument/2006/relationships/notesMaster" Target="/ppt/notesMasters/notesMaster1.xml" Id="R083d08d1ea46455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97bf8067054833" /><Relationship Type="http://schemas.openxmlformats.org/officeDocument/2006/relationships/notesMaster" Target="/ppt/notesMasters/notesMaster1.xml" Id="R5c42b93cc9244e9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7137342a221438e" /><Relationship Type="http://schemas.openxmlformats.org/officeDocument/2006/relationships/notesMaster" Target="/ppt/notesMasters/notesMaster1.xml" Id="R4a2e32ecb1fd496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dc37100a4db4da9" /><Relationship Type="http://schemas.openxmlformats.org/officeDocument/2006/relationships/notesMaster" Target="/ppt/notesMasters/notesMaster1.xml" Id="Rcdf3c46eea764cf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a7e70e22204450" /><Relationship Type="http://schemas.openxmlformats.org/officeDocument/2006/relationships/notesMaster" Target="/ppt/notesMasters/notesMaster1.xml" Id="Rc4644a60e20c468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640772fd014455" /><Relationship Type="http://schemas.openxmlformats.org/officeDocument/2006/relationships/notesMaster" Target="/ppt/notesMasters/notesMaster1.xml" Id="Rc53f671ca12749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65ac8e08fa74029" /><Relationship Type="http://schemas.openxmlformats.org/officeDocument/2006/relationships/notesMaster" Target="/ppt/notesMasters/notesMaster1.xml" Id="R4899ce2d330b48a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83d036b995a453c" /><Relationship Type="http://schemas.openxmlformats.org/officeDocument/2006/relationships/notesMaster" Target="/ppt/notesMasters/notesMaster1.xml" Id="Ref00b7bcbbaf4b5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ed9c790502a4bee" /><Relationship Type="http://schemas.openxmlformats.org/officeDocument/2006/relationships/notesMaster" Target="/ppt/notesMasters/notesMaster1.xml" Id="R796e78624cc44bf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409c3bf4774e02" /><Relationship Type="http://schemas.openxmlformats.org/officeDocument/2006/relationships/image" Target="/ppt/media/image2.png" Id="R52bc9c846f4b40bc" /><Relationship Type="http://schemas.openxmlformats.org/officeDocument/2006/relationships/image" Target="/ppt/media/image2.svg" Id="Rb19bf94b2e114c3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d5fa1d93145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1f962072db441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7bfacb619646f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47096ea11e46be" /><Relationship Type="http://schemas.openxmlformats.org/officeDocument/2006/relationships/image" Target="/ppt/media/image3.png" Id="Re93a321d4031456d" /><Relationship Type="http://schemas.openxmlformats.org/officeDocument/2006/relationships/image" Target="/ppt/media/image3.svg" Id="R4650d0b11c6441b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72ae98089849ee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9d8e424cb946fc" /><Relationship Type="http://schemas.openxmlformats.org/officeDocument/2006/relationships/image" Target="/ppt/media/image3.png" Id="Rb0abe522d9c64806" /><Relationship Type="http://schemas.openxmlformats.org/officeDocument/2006/relationships/image" Target="/ppt/media/image3.svg" Id="Rfdad48180e524bb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e9a9cf5def4f4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3471405f5fb4056" /><Relationship Type="http://schemas.openxmlformats.org/officeDocument/2006/relationships/image" Target="/ppt/media/image3.png" Id="R3107ca39d6e94b50" /><Relationship Type="http://schemas.openxmlformats.org/officeDocument/2006/relationships/image" Target="/ppt/media/image3.svg" Id="Re334e9e4a235406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d7be037af04664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408dc1c47e4e05" /><Relationship Type="http://schemas.openxmlformats.org/officeDocument/2006/relationships/image" Target="/ppt/media/image4.png" Id="R76de1ab7117e4b08" /><Relationship Type="http://schemas.openxmlformats.org/officeDocument/2006/relationships/image" Target="/ppt/media/image4.svg" Id="R65b314bda3da4db0" /><Relationship Type="http://schemas.openxmlformats.org/officeDocument/2006/relationships/image" Target="/ppt/media/image3.png" Id="Ra2570deadc584e56" /><Relationship Type="http://schemas.openxmlformats.org/officeDocument/2006/relationships/image" Target="/ppt/media/image3.svg" Id="R5ca2afeb6a4b49e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0f83354772401e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ac410bb27431d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ca504f1747415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db4deed7aae4fe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c4ae4751eb47e0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cf6527f8d4f22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6a8e9be9b54bb4" /><Relationship Type="http://schemas.openxmlformats.org/officeDocument/2006/relationships/image" Target="/ppt/media/image5.png" Id="R0caa12ca01da4b64" /><Relationship Type="http://schemas.openxmlformats.org/officeDocument/2006/relationships/image" Target="/ppt/media/image5.svg" Id="R1fdf60d3f6404d21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2691d49dc448e8" /><Relationship Type="http://schemas.openxmlformats.org/officeDocument/2006/relationships/image" Target="/ppt/media/image5.png" Id="R1115409cbb774afe" /><Relationship Type="http://schemas.openxmlformats.org/officeDocument/2006/relationships/image" Target="/ppt/media/image5.svg" Id="Rc024b736d7514a1b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56f8bf27e9e4a96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f535c6346146c6" /><Relationship Type="http://schemas.openxmlformats.org/officeDocument/2006/relationships/image" Target="/ppt/media/image4.png" Id="R27d4726f3b1d46b4" /><Relationship Type="http://schemas.openxmlformats.org/officeDocument/2006/relationships/image" Target="/ppt/media/image4.svg" Id="Rcbb196b8da5f4627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2ed9f64d32a425d" /><Relationship Type="http://schemas.openxmlformats.org/officeDocument/2006/relationships/image" Target="/ppt/media/image4.png" Id="R0b005621bcd8438b" /><Relationship Type="http://schemas.openxmlformats.org/officeDocument/2006/relationships/image" Target="/ppt/media/image4.svg" Id="Rf0489ac264c447a6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3cd426220f64696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f2ec1f0e7a4fa1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2db84bced845a9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67bc419c8b47c4" /></Relationships>
</file>

<file path=ppt/slideLayouts/_rels/slideLayout2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c189b1a0a84987" /><Relationship Type="http://schemas.openxmlformats.org/officeDocument/2006/relationships/image" Target="/ppt/media/image3.png" Id="R9293a2b800b74a78" /><Relationship Type="http://schemas.openxmlformats.org/officeDocument/2006/relationships/image" Target="/ppt/media/image3.svg" Id="R2e61fad58915443b" /></Relationships>
</file>

<file path=ppt/slideLayouts/_rels/slideLayout2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5a6fd6313d74e32" /><Relationship Type="http://schemas.openxmlformats.org/officeDocument/2006/relationships/image" Target="/ppt/media/image3.png" Id="Rf9d1148e2c804499" /><Relationship Type="http://schemas.openxmlformats.org/officeDocument/2006/relationships/image" Target="/ppt/media/image3.svg" Id="Rdb0e975a69fd404b" /></Relationships>
</file>

<file path=ppt/slideLayouts/_rels/slideLayout2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208effcf5e94a92" /><Relationship Type="http://schemas.openxmlformats.org/officeDocument/2006/relationships/image" Target="/ppt/media/image3.png" Id="Rc1c76460a01f4bac" /><Relationship Type="http://schemas.openxmlformats.org/officeDocument/2006/relationships/image" Target="/ppt/media/image3.svg" Id="R165b9e5447e8484a" /></Relationships>
</file>

<file path=ppt/slideLayouts/_rels/slideLayout3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0fd888893a4cba" /><Relationship Type="http://schemas.openxmlformats.org/officeDocument/2006/relationships/image" Target="/ppt/media/image3.png" Id="Rfb0ba68dcf3e4b5b" /><Relationship Type="http://schemas.openxmlformats.org/officeDocument/2006/relationships/image" Target="/ppt/media/image3.svg" Id="Re76cafb538f44ca8" /></Relationships>
</file>

<file path=ppt/slideLayouts/_rels/slideLayout3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647e3608e94695" /><Relationship Type="http://schemas.openxmlformats.org/officeDocument/2006/relationships/image" Target="/ppt/media/image3.png" Id="R759b05e246df4bd2" /><Relationship Type="http://schemas.openxmlformats.org/officeDocument/2006/relationships/image" Target="/ppt/media/image3.svg" Id="R03fb408df9db4fea" /></Relationships>
</file>

<file path=ppt/slideLayouts/_rels/slideLayout3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28a1c8964d9404f" /><Relationship Type="http://schemas.openxmlformats.org/officeDocument/2006/relationships/image" Target="/ppt/media/image3.png" Id="Rb971914ee59e47ae" /><Relationship Type="http://schemas.openxmlformats.org/officeDocument/2006/relationships/image" Target="/ppt/media/image3.svg" Id="R438b6dd568ec462e" /></Relationships>
</file>

<file path=ppt/slideLayouts/_rels/slideLayout3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aec11d17f24d4e" /><Relationship Type="http://schemas.openxmlformats.org/officeDocument/2006/relationships/image" Target="/ppt/media/image3.png" Id="Rcbe62a76e89b4193" /><Relationship Type="http://schemas.openxmlformats.org/officeDocument/2006/relationships/image" Target="/ppt/media/image3.svg" Id="Re771b4970d334fcf" /></Relationships>
</file>

<file path=ppt/slideLayouts/_rels/slideLayout3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893c7a50e74a39" /><Relationship Type="http://schemas.openxmlformats.org/officeDocument/2006/relationships/image" Target="/ppt/media/image3.png" Id="Rc2eda5f3db1e45e8" /><Relationship Type="http://schemas.openxmlformats.org/officeDocument/2006/relationships/image" Target="/ppt/media/image3.svg" Id="Rf39a0e4e772c4ebc" /></Relationships>
</file>

<file path=ppt/slideLayouts/_rels/slideLayout3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7a0c6bc1462409e" /><Relationship Type="http://schemas.openxmlformats.org/officeDocument/2006/relationships/image" Target="/ppt/media/image3.png" Id="Rb2a33069b3d54e5d" /><Relationship Type="http://schemas.openxmlformats.org/officeDocument/2006/relationships/image" Target="/ppt/media/image3.svg" Id="Rd76ed29196f94cb1" /></Relationships>
</file>

<file path=ppt/slideLayouts/_rels/slideLayout3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93adb99bcd48c0" /></Relationships>
</file>

<file path=ppt/slideLayouts/_rels/slideLayout3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f93962eca84715" /></Relationships>
</file>

<file path=ppt/slideLayouts/_rels/slideLayout3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e8a1572ef44710" /></Relationships>
</file>

<file path=ppt/slideLayouts/_rels/slideLayout3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fa2144d95d40e0" /></Relationships>
</file>

<file path=ppt/slideLayouts/_rels/slideLayout4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a337d705f6e4ff0" /></Relationships>
</file>

<file path=ppt/slideLayouts/_rels/slideLayout4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f87363c5b6e4a2e" /></Relationships>
</file>

<file path=ppt/slideLayouts/_rels/slideLayout4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179ff2a8e14f25" /></Relationships>
</file>

<file path=ppt/slideLayouts/_rels/slideLayout4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6dde3c758d4c14" /></Relationships>
</file>

<file path=ppt/slideLayouts/_rels/slideLayout4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04960ac8384a05" /></Relationships>
</file>

<file path=ppt/slideLayouts/_rels/slideLayout4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d68c95034441fc" /><Relationship Type="http://schemas.openxmlformats.org/officeDocument/2006/relationships/image" Target="/ppt/media/image3.png" Id="Rbbb5d3c80fe34caf" /><Relationship Type="http://schemas.openxmlformats.org/officeDocument/2006/relationships/image" Target="/ppt/media/image3.svg" Id="R09a014eed19046e2" /></Relationships>
</file>

<file path=ppt/slideLayouts/_rels/slideLayout4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3c2696164e47cd" /><Relationship Type="http://schemas.openxmlformats.org/officeDocument/2006/relationships/image" Target="/ppt/media/image3.png" Id="R759604f8f4b54195" /><Relationship Type="http://schemas.openxmlformats.org/officeDocument/2006/relationships/image" Target="/ppt/media/image3.svg" Id="R7fffe974bf5745dd" /></Relationships>
</file>

<file path=ppt/slideLayouts/_rels/slideLayout4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24be53e22474682" /></Relationships>
</file>

<file path=ppt/slideLayouts/_rels/slideLayout4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fbc16278aa4684" /></Relationships>
</file>

<file path=ppt/slideLayouts/_rels/slideLayout4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d31a92de0d472a" /></Relationships>
</file>

<file path=ppt/slideLayouts/_rels/slideLayout5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c529b91f0b4649" /></Relationships>
</file>

<file path=ppt/slideLayouts/_rels/slideLayout5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4faee08a9a426a" /></Relationships>
</file>

<file path=ppt/slideLayouts/_rels/slideLayout5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33770a504c4621" /></Relationships>
</file>

<file path=ppt/slideLayouts/_rels/slideLayout5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74af03e85924d29" /></Relationships>
</file>

<file path=ppt/slideLayouts/_rels/slideLayout5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d051e3f45ae4f1f" /></Relationships>
</file>

<file path=ppt/slideLayouts/_rels/slideLayout5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3ff0d1641664dfb" /></Relationships>
</file>

<file path=ppt/slideLayouts/_rels/slideLayout5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339a17c9e684f4e" /></Relationships>
</file>

<file path=ppt/slideLayouts/_rels/slideLayout5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4a325afae9433d" /></Relationships>
</file>

<file path=ppt/slideLayouts/_rels/slideLayout5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551e1069894e86" /></Relationships>
</file>

<file path=ppt/slideLayouts/_rels/slideLayout5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57166b546441c5" /></Relationships>
</file>

<file path=ppt/slideLayouts/_rels/slideLayout6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463ba18d9984bb3" /></Relationships>
</file>

<file path=ppt/slideLayouts/_rels/slideLayout6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e8812f9d4d474a" /><Relationship Type="http://schemas.openxmlformats.org/officeDocument/2006/relationships/image" Target="/ppt/media/image.png" Id="R90dc32be223b4c33" /><Relationship Type="http://schemas.openxmlformats.org/officeDocument/2006/relationships/image" Target="/ppt/media/image.svg" Id="R6e5d74046a6544da" /></Relationships>
</file>

<file path=ppt/slideLayouts/_rels/slideLayout6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6412f0175e475e" /></Relationships>
</file>

<file path=ppt/slideLayouts/_rels/slideLayout6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a3f645a51b14e65" /></Relationships>
</file>

<file path=ppt/slideLayouts/_rels/slideLayout6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2b0dc2549c4f51" /><Relationship Type="http://schemas.openxmlformats.org/officeDocument/2006/relationships/image" Target="/ppt/media/image2.png" Id="Rc6130020204949d8" /><Relationship Type="http://schemas.openxmlformats.org/officeDocument/2006/relationships/image" Target="/ppt/media/image2.svg" Id="Rf4ca7c933ccd401e" /></Relationships>
</file>

<file path=ppt/slideLayouts/_rels/slideLayout6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466d6b797454f23" /></Relationships>
</file>

<file path=ppt/slideLayouts/_rels/slideLayout6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cc3f2fbf4c74428" /></Relationships>
</file>

<file path=ppt/slideLayouts/_rels/slideLayout6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a00f6ff03254b47" /><Relationship Type="http://schemas.openxmlformats.org/officeDocument/2006/relationships/image" Target="/ppt/media/image3.png" Id="R82a721072a5049da" /><Relationship Type="http://schemas.openxmlformats.org/officeDocument/2006/relationships/image" Target="/ppt/media/image3.svg" Id="R793012b41beb407e" /></Relationships>
</file>

<file path=ppt/slideLayouts/_rels/slideLayout6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939ddfe5542409c" /></Relationships>
</file>

<file path=ppt/slideLayouts/_rels/slideLayout6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89518ed828540e3" /><Relationship Type="http://schemas.openxmlformats.org/officeDocument/2006/relationships/image" Target="/ppt/media/image3.png" Id="R64f0957c539a43fe" /><Relationship Type="http://schemas.openxmlformats.org/officeDocument/2006/relationships/image" Target="/ppt/media/image3.svg" Id="R1e5c375e01ef40f0" /></Relationships>
</file>

<file path=ppt/slideLayouts/_rels/slideLayout7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960216c08d74d60" /></Relationships>
</file>

<file path=ppt/slideLayouts/_rels/slideLayout7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a7d0f72900a4dbd" /><Relationship Type="http://schemas.openxmlformats.org/officeDocument/2006/relationships/image" Target="/ppt/media/image3.png" Id="R63b4c326f3844542" /><Relationship Type="http://schemas.openxmlformats.org/officeDocument/2006/relationships/image" Target="/ppt/media/image3.svg" Id="Rcfc9295dff334c8d" /></Relationships>
</file>

<file path=ppt/slideLayouts/_rels/slideLayout7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8ab57112384ed9" /></Relationships>
</file>

<file path=ppt/slideLayouts/_rels/slideLayout7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7535e4e93bd4e35" /><Relationship Type="http://schemas.openxmlformats.org/officeDocument/2006/relationships/image" Target="/ppt/media/image4.png" Id="R8cd2d18ff79b4739" /><Relationship Type="http://schemas.openxmlformats.org/officeDocument/2006/relationships/image" Target="/ppt/media/image4.svg" Id="R441e8ebbc63a40d1" /><Relationship Type="http://schemas.openxmlformats.org/officeDocument/2006/relationships/image" Target="/ppt/media/image3.png" Id="R73a58e3b611a4951" /><Relationship Type="http://schemas.openxmlformats.org/officeDocument/2006/relationships/image" Target="/ppt/media/image3.svg" Id="Rd8b77c853c8d4455" /></Relationships>
</file>

<file path=ppt/slideLayouts/_rels/slideLayout7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97b5c3ebb54809" /></Relationships>
</file>

<file path=ppt/slideLayouts/_rels/slideLayout7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2f8c61e05dc4f93" /></Relationships>
</file>

<file path=ppt/slideLayouts/_rels/slideLayout7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7085ffc89a54fcc" /></Relationships>
</file>

<file path=ppt/slideLayouts/_rels/slideLayout7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4046e306d70409b" /></Relationships>
</file>

<file path=ppt/slideLayouts/_rels/slideLayout7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16a11535885454a" /></Relationships>
</file>

<file path=ppt/slideLayouts/_rels/slideLayout7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6b77d7019d24951" /></Relationships>
</file>

<file path=ppt/slideLayouts/_rels/slideLayout8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d395479654416e" /><Relationship Type="http://schemas.openxmlformats.org/officeDocument/2006/relationships/image" Target="/ppt/media/image5.png" Id="R4c899b472f1b40bb" /><Relationship Type="http://schemas.openxmlformats.org/officeDocument/2006/relationships/image" Target="/ppt/media/image5.svg" Id="Rae183aa8327a47c7" /></Relationships>
</file>

<file path=ppt/slideLayouts/_rels/slideLayout8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a64e012a1654582" /><Relationship Type="http://schemas.openxmlformats.org/officeDocument/2006/relationships/image" Target="/ppt/media/image5.png" Id="Rf0ca27353e714915" /><Relationship Type="http://schemas.openxmlformats.org/officeDocument/2006/relationships/image" Target="/ppt/media/image5.svg" Id="R6339b09c131046e6" /></Relationships>
</file>

<file path=ppt/slideLayouts/_rels/slideLayout8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f3bc5aff5ea456f" /></Relationships>
</file>

<file path=ppt/slideLayouts/_rels/slideLayout8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907f119a8f904c66" /><Relationship Type="http://schemas.openxmlformats.org/officeDocument/2006/relationships/image" Target="/ppt/media/image4.png" Id="R48dde64216244f39" /><Relationship Type="http://schemas.openxmlformats.org/officeDocument/2006/relationships/image" Target="/ppt/media/image4.svg" Id="R69a7ca6d790d408c" /></Relationships>
</file>

<file path=ppt/slideLayouts/_rels/slideLayout8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00956e06276042d1" /><Relationship Type="http://schemas.openxmlformats.org/officeDocument/2006/relationships/image" Target="/ppt/media/image4.png" Id="Rce8b9a9d47294e2a" /><Relationship Type="http://schemas.openxmlformats.org/officeDocument/2006/relationships/image" Target="/ppt/media/image4.svg" Id="R06c773d34c4e4fad" /></Relationships>
</file>

<file path=ppt/slideLayouts/_rels/slideLayout8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632d38fd203404e" /></Relationships>
</file>

<file path=ppt/slideLayouts/_rels/slideLayout8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8ecef9de53c43b9" /></Relationships>
</file>

<file path=ppt/slideLayouts/_rels/slideLayout8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b9b534f16014a04" /></Relationships>
</file>

<file path=ppt/slideLayouts/_rels/slideLayout8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15ec99ff76f4196" /></Relationships>
</file>

<file path=ppt/slideLayouts/_rels/slideLayout8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7f377a1e6b14a7f" /><Relationship Type="http://schemas.openxmlformats.org/officeDocument/2006/relationships/image" Target="/ppt/media/image3.png" Id="Ra65aef49344e4ec0" /><Relationship Type="http://schemas.openxmlformats.org/officeDocument/2006/relationships/image" Target="/ppt/media/image3.svg" Id="R4ee53aaddafd4519" /></Relationships>
</file>

<file path=ppt/slideLayouts/_rels/slideLayout9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f5c2cd9e60f4652" /><Relationship Type="http://schemas.openxmlformats.org/officeDocument/2006/relationships/image" Target="/ppt/media/image3.png" Id="R1450179103ab4e27" /><Relationship Type="http://schemas.openxmlformats.org/officeDocument/2006/relationships/image" Target="/ppt/media/image3.svg" Id="R5b1f8110642447bf" /></Relationships>
</file>

<file path=ppt/slideLayouts/_rels/slideLayout9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1712daceb8e4a04" /><Relationship Type="http://schemas.openxmlformats.org/officeDocument/2006/relationships/image" Target="/ppt/media/image3.png" Id="Rdf77425653db4bdf" /><Relationship Type="http://schemas.openxmlformats.org/officeDocument/2006/relationships/image" Target="/ppt/media/image3.svg" Id="R94d4d167f94940bb" /></Relationships>
</file>

<file path=ppt/slideLayouts/_rels/slideLayout9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4f55bb3b234153" /><Relationship Type="http://schemas.openxmlformats.org/officeDocument/2006/relationships/image" Target="/ppt/media/image3.png" Id="R374f87cd4ab24337" /><Relationship Type="http://schemas.openxmlformats.org/officeDocument/2006/relationships/image" Target="/ppt/media/image3.svg" Id="R692ab226353d41a7" /></Relationships>
</file>

<file path=ppt/slideLayouts/_rels/slideLayout9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f8cc867807478d" /><Relationship Type="http://schemas.openxmlformats.org/officeDocument/2006/relationships/image" Target="/ppt/media/image3.png" Id="Raf0b49d3c2724a33" /><Relationship Type="http://schemas.openxmlformats.org/officeDocument/2006/relationships/image" Target="/ppt/media/image3.svg" Id="R5606759dec3845f2" /></Relationships>
</file>

<file path=ppt/slideLayouts/_rels/slideLayout9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b729d538df423c" /><Relationship Type="http://schemas.openxmlformats.org/officeDocument/2006/relationships/image" Target="/ppt/media/image3.png" Id="R9275756cee024c2c" /><Relationship Type="http://schemas.openxmlformats.org/officeDocument/2006/relationships/image" Target="/ppt/media/image3.svg" Id="R82d22c9cb2034fe2" /></Relationships>
</file>

<file path=ppt/slideLayouts/_rels/slideLayout9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5ee0e1b9656445e" /><Relationship Type="http://schemas.openxmlformats.org/officeDocument/2006/relationships/image" Target="/ppt/media/image3.png" Id="Rc7d21c999091436b" /><Relationship Type="http://schemas.openxmlformats.org/officeDocument/2006/relationships/image" Target="/ppt/media/image3.svg" Id="R8fb7b58517f74932" /></Relationships>
</file>

<file path=ppt/slideLayouts/_rels/slideLayout9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46e99f78be7b43f8" /><Relationship Type="http://schemas.openxmlformats.org/officeDocument/2006/relationships/image" Target="/ppt/media/image3.png" Id="Rc8fcef34a8414a0a" /><Relationship Type="http://schemas.openxmlformats.org/officeDocument/2006/relationships/image" Target="/ppt/media/image3.svg" Id="R2afc6b0f488b4f25" /></Relationships>
</file>

<file path=ppt/slideLayouts/_rels/slideLayout9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7f22977bca134de4" /><Relationship Type="http://schemas.openxmlformats.org/officeDocument/2006/relationships/image" Target="/ppt/media/image3.png" Id="R097f45f185ee443d" /><Relationship Type="http://schemas.openxmlformats.org/officeDocument/2006/relationships/image" Target="/ppt/media/image3.svg" Id="Red86a24628ae4434" /></Relationships>
</file>

<file path=ppt/slideLayouts/_rels/slideLayout9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b65b7f87c94b48" /></Relationships>
</file>

<file path=ppt/slideLayouts/_rels/slideLayout9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ba0017970ad4a39" /></Relationships>
</file>

<file path=ppt/slideLayouts/_rels/slideLayout10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a7760b0bb78d4cfa" /></Relationships>
</file>

<file path=ppt/slideLayouts/_rels/slideLayout10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1ca002f8587486b" /></Relationships>
</file>

<file path=ppt/slideLayouts/_rels/slideLayout10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62867a650814e4f" /></Relationships>
</file>

<file path=ppt/slideLayouts/_rels/slideLayout10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3d4bdf76dbda4dbe" /></Relationships>
</file>

<file path=ppt/slideLayouts/_rels/slideLayout10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99682f2df794f3c" /></Relationships>
</file>

<file path=ppt/slideLayouts/_rels/slideLayout10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86dbe2b1376404c" /></Relationships>
</file>

<file path=ppt/slideLayouts/_rels/slideLayout10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20020d9d7c34d43" /></Relationships>
</file>

<file path=ppt/slideLayouts/_rels/slideLayout10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172a8042849f43d7" /><Relationship Type="http://schemas.openxmlformats.org/officeDocument/2006/relationships/image" Target="/ppt/media/image3.png" Id="Rbe74d201ff6240b7" /><Relationship Type="http://schemas.openxmlformats.org/officeDocument/2006/relationships/image" Target="/ppt/media/image3.svg" Id="R7a20df32edda46a2" /></Relationships>
</file>

<file path=ppt/slideLayouts/_rels/slideLayout10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8578b3e10548be" /><Relationship Type="http://schemas.openxmlformats.org/officeDocument/2006/relationships/image" Target="/ppt/media/image3.png" Id="R149353573a0f41c9" /><Relationship Type="http://schemas.openxmlformats.org/officeDocument/2006/relationships/image" Target="/ppt/media/image3.svg" Id="R0cc2083be7b444ef" /></Relationships>
</file>

<file path=ppt/slideLayouts/_rels/slideLayout10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0ef14d7db2947e4" /></Relationships>
</file>

<file path=ppt/slideLayouts/_rels/slideLayout1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38bf8ed3094754" /></Relationships>
</file>

<file path=ppt/slideLayouts/_rels/slideLayout1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ffc178fdcbc4ebc" /></Relationships>
</file>

<file path=ppt/slideLayouts/_rels/slideLayout1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a98603dba184706" /></Relationships>
</file>

<file path=ppt/slideLayouts/_rels/slideLayout1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6cd32be2dcc444ad" /></Relationships>
</file>

<file path=ppt/slideLayouts/_rels/slideLayout1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f713ed8da2d94f8a" /></Relationships>
</file>

<file path=ppt/slideLayouts/_rels/slideLayout1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28ee1a67c7654c25" /></Relationships>
</file>

<file path=ppt/slideLayouts/_rels/slideLayout1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3505991bd6c474b" /></Relationships>
</file>

<file path=ppt/slideLayouts/_rels/slideLayout1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ec6dcd9239414429" /></Relationships>
</file>

<file path=ppt/slideLayouts/_rels/slideLayout1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8f04721bd5a4c07" /></Relationships>
</file>

<file path=ppt/slideLayouts/_rels/slideLayout1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e4c084bd3e74801" /></Relationships>
</file>

<file path=ppt/slideLayouts/_rels/slideLayout1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8d97606e28404e1f" /></Relationships>
</file>

<file path=ppt/slideLayouts/_rels/slideLayout1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d2d9383abae44c2f" /></Relationships>
</file>

<file path=ppt/slideLayouts/_rels/slideLayout1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5f653dad319e4a2c" /></Relationships>
</file>

<file path=ppt/slideLayouts/_rels/slideLayout1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bb16b69bf2bd4688" /><Relationship Type="http://schemas.openxmlformats.org/officeDocument/2006/relationships/image" Target="/ppt/media/image.png" Id="R24ad7047a2bd4d7f" /><Relationship Type="http://schemas.openxmlformats.org/officeDocument/2006/relationships/image" Target="/ppt/media/image.svg" Id="R0af6f7ed439b48a6" /></Relationships>
</file>

<file path=ppt/slideLayouts/slideLayout1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bc9c846f4b40bc">
            <a:extLst>
              <a:ext uri="{96DAC541-7B7A-43D3-8B79-37D633B846F1}">
                <asvg:svgBlip xmlns:asvg="http://schemas.microsoft.com/office/drawing/2016/SVG/main" r:embed="Rb19bf94b2e114c31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8F691CA-EE3F-7A8F-A5A6-1F794D5A95F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1" y="1888014"/>
            <a:ext cx="11819898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516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Internal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  <p:sp>
        <p:nvSpPr>
          <p:cNvPr id="7" name="Rechteck 6">
            <a:extLst xmlns:a="http://schemas.openxmlformats.org/drawingml/2006/main">
              <a:ext uri="{FF2B5EF4-FFF2-40B4-BE49-F238E27FC236}">
                <a16:creationId xmlns:a16="http://schemas.microsoft.com/office/drawing/2014/main" id="{8E99E6B3-1DE5-748B-A56B-C7615EF26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</p:spTree>
  </p:cSld>
  <p:hf sldNum="0" hdr="0" ftr="0" dt="0"/>
</p:sldLayout>
</file>

<file path=ppt/slideLayouts/slideLayout3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871BB6F-EFAE-301F-F208-0B7469EED22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2E1FE7D-954E-AEB3-9C9A-D0BD3800BF6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F8D88B07-6A38-4F17-99D9-023E38E4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e93a321d4031456d">
              <a:extLst>
                <a:ext uri="{96DAC541-7B7A-43D3-8B79-37D633B846F1}">
                  <asvg:svgBlip xmlns:asvg="http://schemas.microsoft.com/office/drawing/2016/SVG/main" r:embed="R4650d0b11c6441b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0AC871A-78D1-2A57-A451-8BE4A24D5D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3DB79199-BBF4-46A4-8587-E243CDB8E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82BCDE9-0F2F-5D9A-810C-54EB157720B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7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0abe522d9c64806">
              <a:extLst>
                <a:ext uri="{96DAC541-7B7A-43D3-8B79-37D633B846F1}">
                  <asvg:svgBlip xmlns:asvg="http://schemas.microsoft.com/office/drawing/2016/SVG/main" r:embed="Rfdad48180e524bb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688C416-B718-7A03-7534-64C9820B206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8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BB901F-700F-BCFD-B953-270AAAD665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9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511783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107ca39d6e94b50">
              <a:extLst>
                <a:ext uri="{96DAC541-7B7A-43D3-8B79-37D633B846F1}">
                  <asvg:svgBlip xmlns:asvg="http://schemas.microsoft.com/office/drawing/2016/SVG/main" r:embed="Re334e9e4a235406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B36E3A5-28C1-A8ED-6372-BFBC6874BEF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0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8D2C0D14-F88E-83FF-9EF1-3A95A94A82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1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511783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6de1ab7117e4b08">
              <a:extLst>
                <a:ext uri="{96DAC541-7B7A-43D3-8B79-37D633B846F1}">
                  <asvg:svgBlip xmlns:asvg="http://schemas.microsoft.com/office/drawing/2016/SVG/main" r:embed="R65b314bda3da4db0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2570deadc584e56">
              <a:extLst>
                <a:ext uri="{96DAC541-7B7A-43D3-8B79-37D633B846F1}">
                  <asvg:svgBlip xmlns:asvg="http://schemas.microsoft.com/office/drawing/2016/SVG/main" r:embed="R5ca2afeb6a4b49e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C0BE0AA-F78B-70D0-0E69-562A057B973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2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12" name="Rechteck 11">
            <a:extLst xmlns:a="http://schemas.openxmlformats.org/drawingml/2006/main">
              <a:ext uri="{FF2B5EF4-FFF2-40B4-BE49-F238E27FC236}">
                <a16:creationId xmlns:a16="http://schemas.microsoft.com/office/drawing/2014/main" id="{93FA1141-1E53-4DC1-FA7F-C6382524D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13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839AF2FC-44E4-4FB6-9425-C23DB1DCA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C754ABC-A4AC-142B-571C-3091A40737D2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4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AF65B620-2F6A-4298-B039-A52CB819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5946858-AA21-D05F-D0B4-5BB40EEC50F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5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6802E0DA-9E0E-451A-9999-86DA1FA96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6D1AF19-F2EC-08C6-F957-33F3771D66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6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69BC43AA-9502-4FEB-9A3A-0793C6B51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48F457A-583D-92B8-6151-88E9B36FCC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7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</a:t>
            </a:r>
            <a:br/>
            <a:r>
              <a:t>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07AD1988-8E60-4DBE-9E8E-814728B11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DB0AB5D-5A54-A209-82C9-6DCC600350D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8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caa12ca01da4b64">
              <a:extLst>
                <a:ext uri="{96DAC541-7B7A-43D3-8B79-37D633B846F1}">
                  <asvg:svgBlip xmlns:asvg="http://schemas.microsoft.com/office/drawing/2016/SVG/main" r:embed="R1fdf60d3f6404d2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caa12ca01da4b64">
              <a:extLst>
                <a:ext uri="{96DAC541-7B7A-43D3-8B79-37D633B846F1}">
                  <asvg:svgBlip xmlns:asvg="http://schemas.microsoft.com/office/drawing/2016/SVG/main" r:embed="R1fdf60d3f6404d2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caa12ca01da4b64">
              <a:extLst>
                <a:ext uri="{96DAC541-7B7A-43D3-8B79-37D633B846F1}">
                  <asvg:svgBlip xmlns:asvg="http://schemas.microsoft.com/office/drawing/2016/SVG/main" r:embed="R1fdf60d3f6404d2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caa12ca01da4b64">
              <a:extLst>
                <a:ext uri="{96DAC541-7B7A-43D3-8B79-37D633B846F1}">
                  <asvg:svgBlip xmlns:asvg="http://schemas.microsoft.com/office/drawing/2016/SVG/main" r:embed="R1fdf60d3f6404d21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A6B76B96-B0CC-434B-832B-0A422569A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B9C1BB8-637F-1441-F76C-578C29AF1F8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19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115409cbb774afe">
              <a:extLst>
                <a:ext uri="{96DAC541-7B7A-43D3-8B79-37D633B846F1}">
                  <asvg:svgBlip xmlns:asvg="http://schemas.microsoft.com/office/drawing/2016/SVG/main" r:embed="Rc024b736d7514a1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115409cbb774afe">
              <a:extLst>
                <a:ext uri="{96DAC541-7B7A-43D3-8B79-37D633B846F1}">
                  <asvg:svgBlip xmlns:asvg="http://schemas.microsoft.com/office/drawing/2016/SVG/main" r:embed="Rc024b736d7514a1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115409cbb774afe">
              <a:extLst>
                <a:ext uri="{96DAC541-7B7A-43D3-8B79-37D633B846F1}">
                  <asvg:svgBlip xmlns:asvg="http://schemas.microsoft.com/office/drawing/2016/SVG/main" r:embed="Rc024b736d7514a1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115409cbb774afe">
              <a:extLst>
                <a:ext uri="{96DAC541-7B7A-43D3-8B79-37D633B846F1}">
                  <asvg:svgBlip xmlns:asvg="http://schemas.microsoft.com/office/drawing/2016/SVG/main" r:embed="Rc024b736d7514a1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115409cbb774afe">
              <a:extLst>
                <a:ext uri="{96DAC541-7B7A-43D3-8B79-37D633B846F1}">
                  <asvg:svgBlip xmlns:asvg="http://schemas.microsoft.com/office/drawing/2016/SVG/main" r:embed="Rc024b736d7514a1b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905BB0BA-5E47-49AD-81A9-66DBDB01F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C15237-8C4B-5CE5-1444-3F5B79989F6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0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0EC582B1-9DA7-4B19-BFB2-E1E86B101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B22D338-2DE2-57A7-2315-6398C8000CA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1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7d4726f3b1d46b4">
              <a:extLst>
                <a:ext uri="{96DAC541-7B7A-43D3-8B79-37D633B846F1}">
                  <asvg:svgBlip xmlns:asvg="http://schemas.microsoft.com/office/drawing/2016/SVG/main" r:embed="Rcbb196b8da5f4627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27d4726f3b1d46b4">
              <a:extLst>
                <a:ext uri="{96DAC541-7B7A-43D3-8B79-37D633B846F1}">
                  <asvg:svgBlip xmlns:asvg="http://schemas.microsoft.com/office/drawing/2016/SVG/main" r:embed="Rcbb196b8da5f4627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3C34584-603A-4768-A695-694FCB242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57BF760-D696-AA88-AC7E-917EB456BA8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2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br/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b005621bcd8438b">
              <a:extLst>
                <a:ext uri="{96DAC541-7B7A-43D3-8B79-37D633B846F1}">
                  <asvg:svgBlip xmlns:asvg="http://schemas.microsoft.com/office/drawing/2016/SVG/main" r:embed="Rf0489ac264c447a6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b005621bcd8438b">
              <a:extLst>
                <a:ext uri="{96DAC541-7B7A-43D3-8B79-37D633B846F1}">
                  <asvg:svgBlip xmlns:asvg="http://schemas.microsoft.com/office/drawing/2016/SVG/main" r:embed="Rf0489ac264c447a6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b005621bcd8438b">
              <a:extLst>
                <a:ext uri="{96DAC541-7B7A-43D3-8B79-37D633B846F1}">
                  <asvg:svgBlip xmlns:asvg="http://schemas.microsoft.com/office/drawing/2016/SVG/main" r:embed="Rf0489ac264c447a6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94F62F21-AFB1-47A0-966B-0D9357344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12C18C3-8A45-BC5E-BE85-99504F2FA5C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3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802ED23-8492-1E0C-8EE1-4A9DF0F6F21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4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908E39FC-BF28-4250-9CBC-0CD1F693E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D92081D-23F3-008A-A6BE-59611FC4749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5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E70FA75A-F247-460B-A574-DE64DE9BE615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79D85099-4D83-46FC-8D3A-E0BA8BD968BB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6903F606-4B33-482D-9BCD-E09FDDE867F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A8ED0829-0DD5-4E69-87C3-3D2328903CEB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804745F-CEE4-44AF-9C0F-29FED34AD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E06E221-51AD-2F07-ACD2-F7DB2366ABB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6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6C9319C-4638-77F9-F9DD-D199D9AD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27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33D87171-A2A9-4194-B5B5-ED9FBD882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293a2b800b74a78">
              <a:extLst>
                <a:ext uri="{96DAC541-7B7A-43D3-8B79-37D633B846F1}">
                  <asvg:svgBlip xmlns:asvg="http://schemas.microsoft.com/office/drawing/2016/SVG/main" r:embed="R2e61fad58915443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298D89E-B220-5C5C-9628-5573A5DC1EE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8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08945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08945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C366C2D4-EE23-447E-A229-5CDE469A6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9d1148e2c804499">
              <a:extLst>
                <a:ext uri="{96DAC541-7B7A-43D3-8B79-37D633B846F1}">
                  <asvg:svgBlip xmlns:asvg="http://schemas.microsoft.com/office/drawing/2016/SVG/main" r:embed="Rdb0e975a69fd404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3139FEC0-8662-DD38-36B1-29642E891E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29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17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8692F9F-51CC-41E9-9DA9-4E9411A5A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352217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1c76460a01f4bac">
              <a:extLst>
                <a:ext uri="{96DAC541-7B7A-43D3-8B79-37D633B846F1}">
                  <asvg:svgBlip xmlns:asvg="http://schemas.microsoft.com/office/drawing/2016/SVG/main" r:embed="R165b9e5447e8484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E457095-AC0E-3A29-8C65-F151D65E5AC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0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96402F4-4DA6-4ABD-90F9-AD8715CAA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b0ba68dcf3e4b5b">
              <a:extLst>
                <a:ext uri="{96DAC541-7B7A-43D3-8B79-37D633B846F1}">
                  <asvg:svgBlip xmlns:asvg="http://schemas.microsoft.com/office/drawing/2016/SVG/main" r:embed="Re76cafb538f44ca8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AE83C04-AC88-496F-C5E9-9607709685D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1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51178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162840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EA1DB10-9796-4C25-A36A-FA58396AC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59b05e246df4bd2">
              <a:extLst>
                <a:ext uri="{96DAC541-7B7A-43D3-8B79-37D633B846F1}">
                  <asvg:svgBlip xmlns:asvg="http://schemas.microsoft.com/office/drawing/2016/SVG/main" r:embed="R03fb408df9db4fea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B1FD9D6-C5E0-D6A8-155E-A9AB8CF2ABD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2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808E80C-752A-4E14-A369-753DBD26D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971914ee59e47ae">
              <a:extLst>
                <a:ext uri="{96DAC541-7B7A-43D3-8B79-37D633B846F1}">
                  <asvg:svgBlip xmlns:asvg="http://schemas.microsoft.com/office/drawing/2016/SVG/main" r:embed="R438b6dd568ec462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89110E-B6FC-8FEE-28DA-532B66BBE95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3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24035DEA-40EA-46D5-9032-31E2F652C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be62a76e89b4193">
              <a:extLst>
                <a:ext uri="{96DAC541-7B7A-43D3-8B79-37D633B846F1}">
                  <asvg:svgBlip xmlns:asvg="http://schemas.microsoft.com/office/drawing/2016/SVG/main" r:embed="Re771b4970d334fc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AA392DC9-F96A-D1AB-7AD7-073C73B50C7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4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B5ACDAC8-9D18-4404-8927-EC6ED72D0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2eda5f3db1e45e8">
              <a:extLst>
                <a:ext uri="{96DAC541-7B7A-43D3-8B79-37D633B846F1}">
                  <asvg:svgBlip xmlns:asvg="http://schemas.microsoft.com/office/drawing/2016/SVG/main" r:embed="Rf39a0e4e772c4ebc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7CA19A7-5D26-A88E-D333-276E8D3E2EF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5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6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1822156D-EEA9-4FA6-8F95-CF07F2A1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2a33069b3d54e5d">
              <a:extLst>
                <a:ext uri="{96DAC541-7B7A-43D3-8B79-37D633B846F1}">
                  <asvg:svgBlip xmlns:asvg="http://schemas.microsoft.com/office/drawing/2016/SVG/main" r:embed="Rd76ed29196f94cb1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A6232AB-3A7E-ECB0-7222-1EB36DAD327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6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AC9520-13F8-5FDB-0587-9080D7A16DE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7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3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089455"/>
            <a:ext cx="3010007" cy="198118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CD1AFA8-937A-354A-7AA8-970370B6E4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8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511782"/>
          </a:xfrm>
        </p:spPr>
        <p:txBody>
          <a:bodyPr xmlns:a="http://schemas.openxmlformats.org/drawingml/2006/main" lIns="324000" tIns="2052000" rIns="208800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383068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7" y="2181446"/>
            <a:ext cx="2563924" cy="168757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87324A-3372-09CC-D7F5-1944113FAD2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39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0928E5C-C235-8A42-4E52-9D8AB49C034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0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51178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F1F8642-68C1-00B9-516E-C418C6A39D4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1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009173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6152D4A-93EA-73F0-2FEF-2DB9BC1C54E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2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009172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F7EAAF1-BEA8-0E9C-F283-B52C927A4EB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3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03649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6"/>
            <a:ext cx="3009172" cy="19734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BF6DF0-8D04-6447-4652-A0642E05D65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4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03649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3A9BD9C-1AB0-4AAE-9877-1B2AC7AB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EFB33B2-D079-87F5-71B4-2ADB190DEC4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5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bb5d3c80fe34caf">
              <a:extLst>
                <a:ext uri="{96DAC541-7B7A-43D3-8B79-37D633B846F1}">
                  <asvg:svgBlip xmlns:asvg="http://schemas.microsoft.com/office/drawing/2016/SVG/main" r:embed="R09a014eed19046e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3D261CB-EC76-25EB-DE34-55180033265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6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59604f8f4b54195">
              <a:extLst>
                <a:ext uri="{96DAC541-7B7A-43D3-8B79-37D633B846F1}">
                  <asvg:svgBlip xmlns:asvg="http://schemas.microsoft.com/office/drawing/2016/SVG/main" r:embed="R7fffe974bf5745d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8C4DC39-8670-C731-5DE0-D87AB8C6F7B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7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E912952A-E1C6-56C8-7F75-622520F49A3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48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 flipH="1">
            <a:off x="10426258" y="-834670"/>
            <a:ext cx="1252659" cy="86056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E2BEB23C-F999-182D-14B0-2EB24037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 sz="1834">
                <a:solidFill>
                  <a:schemeClr val="tx1"/>
                </a:solidFill>
              </a:rPr>
              <a:t>Not for layout purposes</a:t>
            </a:r>
          </a:p>
        </p:txBody>
      </p:sp>
    </p:spTree>
  </p:cSld>
  <p:hf sldNum="0" hdr="0" ftr="0" dt="0"/>
</p:sldLayout>
</file>

<file path=ppt/slideLayouts/slideLayout49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179056C7-CBA1-4DC4-B263-D3D3FA6C9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FCD6A6ED-35E6-09D7-E56F-AFA4A4176D2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0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9775F44-34B6-4B0B-8EA6-FCA269DF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D6104DF8-A5AA-8F9E-8DA7-77DA9ED4467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1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2253590C-CE5C-40CC-8AB0-9768279AF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CE2B948D-72E4-E7FE-4BD7-3B95572BAE23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2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1594224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74D65898-A545-492E-AB32-6DA61803C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17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0C44354-1542-DBD3-2A2A-92693C264A3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3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6B5A575B-31BC-4F3C-8EED-DE9E75FE7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76DAF30-5DD9-E102-B624-FF55D8424CBB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4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5117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08945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C7C6877C-A74C-4D94-A5EE-325E0BCCD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B626A1A2-FE7A-6A06-5BF4-A97688A3FF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5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6ABB1D0-9DA9-4D23-8780-DCFA40AE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9F6E9490-25D4-89D2-BE60-86751A6ADBE7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6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6096001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136D0A36-E301-4373-86E5-86175972E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2393E937-D47C-705B-493A-D76A77F6C09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7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3"/>
            <a:ext cx="3009172" cy="300917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F9C147D6-1CAE-4FAD-9F01-8E5FBC0F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4EF22AA7-4B2F-A4FD-0470-A0B53698D10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8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03649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9E26069-9469-4E71-86BA-227A89AAB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7713073F-DEA9-EEAF-CDEC-A4FC1C7D5FD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59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5F952C66-9275-515B-A11A-7335773C4D1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0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5117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3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775D87D-0B4A-099C-4511-A739514719A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1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1E01899A-3A15-4A0A-BD6E-4A7E06E0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dc32be223b4c33">
            <a:extLst>
              <a:ext uri="{96DAC541-7B7A-43D3-8B79-37D633B846F1}">
                <asvg:svgBlip xmlns:asvg="http://schemas.microsoft.com/office/drawing/2016/SVG/main" r:embed="R6e5d74046a6544da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19503475-B4EB-E867-B3EE-778A48444B3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  <p:hf sldNum="0" hdr="0" ftr="0" dt="0"/>
</p:sldLayout>
</file>

<file path=ppt/slideLayouts/slideLayout62.xml><?xml version="1.0" encoding="utf-8"?>
<p:sldLayout xmlns:p="http://schemas.openxmlformats.org/presentationml/2006/main">
  <p:cSld name="MASTER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Slide Number Placeholder 0">
            <a:extLst xmlns:a="http://schemas.openxmlformats.org/drawingml/2006/main">
              <a:ext uri="{FF2B5EF4-FFF2-40B4-BE49-F238E27FC236}">
                <a16:creationId xmlns:a16="http://schemas.microsoft.com/office/drawing/2014/main" id="{D6AF537F-F9CF-4E7A-AA19-20B1625A7724}"/>
              </a:ext>
            </a:extLst>
          </p:cNvPr>
          <p:cNvSpPr>
            <a:spLocks xmlns:a="http://schemas.openxmlformats.org/drawingml/2006/main" noGrp="1"/>
          </p:cNvSpPr>
          <p:nvPr>
            <p:ph type="sldNum" idx="4294967295"/>
          </p:nvPr>
        </p:nvSpPr>
        <p:spPr>
          <a:xfrm xmlns:a="http://schemas.openxmlformats.org/drawingml/2006/main">
            <a:off x="11338560" y="6473952"/>
            <a:ext cx="800000" cy="3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800">
                <a:solidFill>
                  <a:srgbClr val="8090A0"/>
                </a:solidFill>
                <a:latin typeface="Noto Sans CJK KR"/>
                <a:ea typeface="Noto Sans CJK KR"/>
                <a:cs typeface="Noto Sans CJK KR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</p:spTree>
  </p:cSld>
</p:sldLayout>
</file>

<file path=ppt/slideLayouts/slideLayout63.xml><?xml version="1.0" encoding="utf-8"?>
<p:sldLayout xmlns:p="http://schemas.openxmlformats.org/presentationml/2006/main" preserve="1">
  <p:cSld name="Intro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Rechteck 10">
            <a:extLst xmlns:a="http://schemas.openxmlformats.org/drawingml/2006/main">
              <a:ext uri="{FF2B5EF4-FFF2-40B4-BE49-F238E27FC236}">
                <a16:creationId xmlns:a16="http://schemas.microsoft.com/office/drawing/2014/main" id="{D034F769-59D0-5FCD-0FF6-F4348DF03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3C98DB7D-FFAF-C7E0-3815-603A540F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  <p:sp>
        <p:nvSpPr>
          <p:cNvPr id="2" name="Textfeld 1">
            <a:extLst xmlns:a="http://schemas.openxmlformats.org/drawingml/2006/main">
              <a:ext uri="{FF2B5EF4-FFF2-40B4-BE49-F238E27FC236}">
                <a16:creationId xmlns:a16="http://schemas.microsoft.com/office/drawing/2014/main" id="{AC675CBC-36B8-651B-A108-75672A61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7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1720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External  master</a:t>
            </a:r>
            <a:br/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Intro slides</a:t>
            </a:r>
          </a:p>
        </p:txBody>
      </p:sp>
    </p:spTree>
  </p:cSld>
</p:sldLayout>
</file>

<file path=ppt/slideLayouts/slideLayout64.xml><?xml version="1.0" encoding="utf-8"?>
<p:sldLayout xmlns:p="http://schemas.openxmlformats.org/presentationml/2006/main" showMasterSp="0" preserve="1">
  <p:cSld name="Logo Slide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Grafik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130020204949d8">
            <a:extLst>
              <a:ext uri="{96DAC541-7B7A-43D3-8B79-37D633B846F1}">
                <asvg:svgBlip xmlns:asvg="http://schemas.microsoft.com/office/drawing/2016/SVG/main" r:embed="Rf4ca7c933ccd401e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4039" y="3149583"/>
            <a:ext cx="3083922" cy="558832"/>
          </a:xfrm>
          <a:prstGeom xmlns:a="http://schemas.openxmlformats.org/drawingml/2006/main" prst="rect">
            <a:avLst/>
          </a:prstGeom>
        </p:spPr>
      </p:pic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0FA7AEBB-B69C-AAD8-20FA-DB8761E1DFB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65EEE200-7763-292E-E2C8-980814C3A3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52A6CD84-0665-650C-A8EB-9021611968E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5.xml><?xml version="1.0" encoding="utf-8"?>
<p:sldLayout xmlns:p="http://schemas.openxmlformats.org/presentationml/2006/main" preserve="1">
  <p:cSld name="Presentation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5" y="1888013"/>
            <a:ext cx="4036497" cy="1540178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7123326" y="3502612"/>
            <a:ext cx="403649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7123326" y="5557261"/>
            <a:ext cx="403649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0918" y="2094287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B59D4549-0A5B-9C7E-2B0E-BB01F92D7AA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3E2654B-A30C-B827-5997-59190D9D1F1C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54380432-9604-C925-2173-EB70486C3F7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6.xml><?xml version="1.0" encoding="utf-8"?>
<p:sldLayout xmlns:p="http://schemas.openxmlformats.org/presentationml/2006/main" preserve="1">
  <p:cSld name="Presentation Title - 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1888013"/>
            <a:ext cx="6091148" cy="1540178"/>
          </a:xfrm>
        </p:spPr>
        <p:txBody>
          <a:bodyPr xmlns:a="http://schemas.openxmlformats.org/drawingml/2006/main" vert="horz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CBEBFA2-4B0E-A9E4-8E74-2AC5CB8E1881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1986701" y="3502612"/>
            <a:ext cx="6091146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3" name="Textplatzhalter 12">
            <a:extLst xmlns:a="http://schemas.openxmlformats.org/drawingml/2006/main">
              <a:ext uri="{FF2B5EF4-FFF2-40B4-BE49-F238E27FC236}">
                <a16:creationId xmlns:a16="http://schemas.microsoft.com/office/drawing/2014/main" id="{6AF9FA2C-9CCB-801D-8BC1-78313438EFF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1986701" y="5557261"/>
            <a:ext cx="6091146" cy="954521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7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A86ABB0-DDAC-FE0D-CA47-D4DBDAB190DC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 flipV="1">
            <a:off x="21840" y="2094287"/>
            <a:ext cx="178149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3211A596-9844-5263-2842-151460F156A8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A10196F3-9686-84CB-572B-D6D9CC7EB0F3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95CE5A49-2ACE-6B15-51E6-938B1FAA2717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7.xml><?xml version="1.0" encoding="utf-8"?>
<p:sldLayout xmlns:p="http://schemas.openxmlformats.org/presentationml/2006/main" preserve="1">
  <p:cSld name="Agenda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8" y="933490"/>
            <a:ext cx="5063822" cy="954522"/>
          </a:xfrm>
        </p:spPr>
        <p:txBody>
          <a:bodyPr xmlns:a="http://schemas.openxmlformats.org/drawingml/2006/main" vert="horz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5063822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sz="2242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3675021C-79E6-11F4-F86F-7FB4DDE20A7A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BB439BF5-50A8-4681-BACB-163389B4E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FESTO-Logo">
            <a:extLst xmlns:a="http://schemas.openxmlformats.org/drawingml/2006/main">
              <a:ext uri="{FF2B5EF4-FFF2-40B4-BE49-F238E27FC236}">
                <a16:creationId xmlns:a16="http://schemas.microsoft.com/office/drawing/2014/main" id="{35FFA34E-8FC3-2461-93DD-6CCE57BCBB8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2a721072a5049da">
              <a:extLst>
                <a:ext uri="{96DAC541-7B7A-43D3-8B79-37D633B846F1}">
                  <asvg:svgBlip xmlns:asvg="http://schemas.microsoft.com/office/drawing/2016/SVG/main" r:embed="R793012b41beb407e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D9320C13-E4DE-CCD8-8385-E2BA3B6122F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5910172C-7934-CDEC-A180-65F173A7617A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6395ED0-EBC0-52CC-9CEE-CDE19B742B7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8.xml><?xml version="1.0" encoding="utf-8"?>
<p:sldLayout xmlns:p="http://schemas.openxmlformats.org/presentationml/2006/main" preserve="1">
  <p:cSld name="Agenda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2C65CC84-F51F-981C-9818-237CE520FF47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959377" y="933490"/>
            <a:ext cx="3009172" cy="95452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Agenda Titel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479C6221-BAFE-3496-4DB6-276B07BA46A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9173121" cy="4036497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458595" indent="-458595">
              <a:spcBef>
                <a:spcPts val="1834"/>
              </a:spcBef>
              <a:spcAft>
                <a:spcPts val="0"/>
              </a:spcAft>
              <a:buClr>
                <a:schemeClr val="accent4"/>
              </a:buClr>
              <a:buFont typeface="+mj-lt"/>
              <a:buAutoNum type="arabicPeriod"/>
              <a:defRPr b="0"/>
            </a:lvl1pPr>
            <a:lvl2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2pPr>
            <a:lvl3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3pPr>
            <a:lvl4pPr marL="458595" indent="0">
              <a:spcBef>
                <a:spcPts val="0"/>
              </a:spcBef>
              <a:spcAft>
                <a:spcPts val="0"/>
              </a:spcAft>
              <a:buNone/>
              <a:defRPr sz="1834">
                <a:solidFill>
                  <a:schemeClr val="tx1"/>
                </a:solidFill>
              </a:defRPr>
            </a:lvl4pPr>
            <a:lvl5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5pPr>
            <a:lvl6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6pPr>
            <a:lvl7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7pPr>
            <a:lvl8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8pPr>
            <a:lvl9pPr marL="458595" indent="0">
              <a:spcBef>
                <a:spcPts val="0"/>
              </a:spcBef>
              <a:spcAft>
                <a:spcPts val="0"/>
              </a:spcAft>
              <a:buFont typeface="+mj-lt"/>
              <a:buNone/>
              <a:defRPr sz="1834">
                <a:solidFill>
                  <a:schemeClr val="tx1"/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E5E0ADF7-EBFA-4316-97BF-A46DD2EF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A4A13CC5-AAC5-DB9B-795C-96179337FD6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E699CFAE-313F-CD58-4563-B6AA6D388C75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DF52CCBD-5B28-346F-2D75-F25EF36C18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69.xml><?xml version="1.0" encoding="utf-8"?>
<p:sldLayout xmlns:p="http://schemas.openxmlformats.org/presentationml/2006/main" preserve="1">
  <p:cSld name="Divider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4f0957c539a43fe">
              <a:extLst>
                <a:ext uri="{96DAC541-7B7A-43D3-8B79-37D633B846F1}">
                  <asvg:svgBlip xmlns:asvg="http://schemas.microsoft.com/office/drawing/2016/SVG/main" r:embed="R1e5c375e01ef40f0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F708548B-DDCD-C6D3-AB29-51D26DA4DE85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1E174B5A-F8CA-BEC1-1B1D-C026F3742E2C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C02714C1-712C-0774-10FC-3337450E9D9D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367D09B0-2E45-B728-AF7F-6BDFD386C573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0.xml><?xml version="1.0" encoding="utf-8"?>
<p:sldLayout xmlns:p="http://schemas.openxmlformats.org/presentationml/2006/main" preserve="1">
  <p:cSld name="Divider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2893AD1-0AEB-9155-964C-B8501008697A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8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05C8E4B2-E1A4-36FD-9A12-D996C8F6B10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0030E4F-B493-F3CE-4974-CD33B4E59B65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956DCFB3-F7CE-14B9-0E15-C2EA7D0BEEBE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2F4F3DE1-B64E-5D9B-955A-CF5E0B80F3BA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1.xml><?xml version="1.0" encoding="utf-8"?>
<p:sldLayout xmlns:p="http://schemas.openxmlformats.org/presentationml/2006/main" preserve="1">
  <p:cSld name="Divider + Fullscreen Picture Gradi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lIns="6264000" tIns="540000" anchor="ctr"/>
          <a:lstStyle xmlns:a="http://schemas.openxmlformats.org/drawingml/2006/main">
            <a:lvl1pPr marL="0" indent="0" algn="l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" y="1"/>
            <a:ext cx="5503185" cy="6858000"/>
          </a:xfrm>
          <a:prstGeom xmlns:a="http://schemas.openxmlformats.org/drawingml/2006/main" prst="rect">
            <a:avLst/>
          </a:prstGeom>
          <a:gradFill xmlns:a="http://schemas.openxmlformats.org/drawingml/2006/main" rotWithShape="1">
            <a:gsLst>
              <a:gs pos="75000">
                <a:schemeClr val="bg1">
                  <a:alpha val="80000"/>
                </a:schemeClr>
              </a:gs>
              <a:gs pos="0">
                <a:schemeClr val="accent1">
                  <a:lumMod val="5000"/>
                  <a:lumOff val="95000"/>
                  <a:alpha val="8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</p:spPr>
        <p:txBody>
          <a:bodyPr xmlns:a="http://schemas.openxmlformats.org/drawingml/2006/main" vert="horz" lIns="936000" tIns="2448000" rIns="504000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6" name="FESTO-Logo">
            <a:extLst xmlns:a="http://schemas.openxmlformats.org/drawingml/2006/main">
              <a:ext uri="{FF2B5EF4-FFF2-40B4-BE49-F238E27FC236}">
                <a16:creationId xmlns:a16="http://schemas.microsoft.com/office/drawing/2014/main" id="{5079EA0B-06F5-9F65-A5D0-0D2943694D0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63b4c326f3844542">
              <a:extLst>
                <a:ext uri="{96DAC541-7B7A-43D3-8B79-37D633B846F1}">
                  <asvg:svgBlip xmlns:asvg="http://schemas.microsoft.com/office/drawing/2016/SVG/main" r:embed="Rcfc9295dff334c8d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1F9FDFA-2792-D1F3-B9B0-1BCD4430CB93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 flipV="1">
            <a:off x="19415" y="2759215"/>
            <a:ext cx="75596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C0D92F-00A3-8242-B8C3-E7AC3FDDB781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F7737547-95D4-07D2-2448-2F9B2316F33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C2B79A6B-713B-C129-AB21-B132EF55959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2.xml><?xml version="1.0" encoding="utf-8"?>
<p:sldLayout xmlns:p="http://schemas.openxmlformats.org/presentationml/2006/main" preserve="1">
  <p:cSld name="Divider +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7051169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887937"/>
            <a:ext cx="3595914" cy="2569197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108220F0-B277-252D-2EF4-05729507C525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7965" y="2154955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ACBB4B0E-363E-DD67-2047-042641B1C1B8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F525B947-9CE2-6C5C-C469-B3BD68AC7E68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F30EC9CB-C78C-88BF-499F-971417A04015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3.xml><?xml version="1.0" encoding="utf-8"?>
<p:sldLayout xmlns:p="http://schemas.openxmlformats.org/presentationml/2006/main" preserve="1">
  <p:cSld name="Single Speaker Intr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Bildplatzhalter 8">
            <a:extLst xmlns:a="http://schemas.openxmlformats.org/drawingml/2006/main">
              <a:ext uri="{FF2B5EF4-FFF2-40B4-BE49-F238E27FC236}">
                <a16:creationId xmlns:a16="http://schemas.microsoft.com/office/drawing/2014/main" id="{FAC117FD-470D-2D7A-475A-47983E4B22FB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7123325" y="1"/>
            <a:ext cx="5068675" cy="6858000"/>
          </a:xfrm>
        </p:spPr>
        <p:txBody>
          <a:bodyPr xmlns:a="http://schemas.openxmlformats.org/drawingml/2006/main" lIns="0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E09CFDC6-3065-D922-CF6E-9504EB7B0A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1887938"/>
            <a:ext cx="5503543" cy="1541872"/>
          </a:xfrm>
        </p:spPr>
        <p:txBody>
          <a:bodyPr xmlns:a="http://schemas.openxmlformats.org/drawingml/2006/main" vert="horz">
            <a:noAutofit/>
          </a:bodyPr>
          <a:lstStyle xmlns:a="http://schemas.openxmlformats.org/drawingml/2006/main">
            <a:lvl1pPr>
              <a:buNone/>
              <a:defRPr sz="4484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F4CA4A-A31E-4CE8-8927-9BD28AD0D640}"/>
              </a:ext>
            </a:extLst>
          </p:cNvPr>
          <p:cNvSpPr>
            <a:spLocks xmlns:a="http://schemas.openxmlformats.org/drawingml/2006/main" noGrp="1"/>
          </p:cNvSpPr>
          <p:nvPr>
            <p:ph type="dgm" idx="18"/>
          </p:nvPr>
        </p:nvSpPr>
        <p:spPr>
          <a:xfrm xmlns:a="http://schemas.openxmlformats.org/drawingml/2006/main">
            <a:off x="1" y="2153276"/>
            <a:ext cx="775381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7F63CAC2-3EA9-DD45-BF36-E97C840B72B5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4041350" y="4897388"/>
            <a:ext cx="3009172" cy="58707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8cd2d18ff79b4739">
              <a:extLst>
                <a:ext uri="{96DAC541-7B7A-43D3-8B79-37D633B846F1}">
                  <asvg:svgBlip xmlns:asvg="http://schemas.microsoft.com/office/drawing/2016/SVG/main" r:embed="R441e8ebbc63a40d1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rIns="72000" anchor="ctr">
            <a:no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834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  <a:p xmlns:a="http://schemas.openxmlformats.org/drawingml/2006/main">
            <a:pPr lvl="0">
              <a:buNone/>
            </a:pPr>
            <a:r>
              <a:t>Position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27D44B04-3D0B-1955-B8E6-0F61C103999A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959376" y="3502612"/>
            <a:ext cx="3009172" cy="198184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1pPr>
            <a:lvl2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2pPr>
            <a:lvl3pPr marL="0" indent="0">
              <a:spcBef>
                <a:spcPts val="1223"/>
              </a:spcBef>
              <a:spcAft>
                <a:spcPts val="1223"/>
              </a:spcAft>
              <a:buNone/>
              <a:defRPr sz="2242"/>
            </a:lvl3pPr>
            <a:lvl4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4pPr>
            <a:lvl5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5pPr>
            <a:lvl6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6pPr>
            <a:lvl7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7pPr>
            <a:lvl8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8pPr>
            <a:lvl9pPr marL="0" indent="0">
              <a:spcBef>
                <a:spcPts val="1223"/>
              </a:spcBef>
              <a:spcAft>
                <a:spcPts val="1223"/>
              </a:spcAft>
              <a:buFont typeface="Arial"/>
              <a:buNone/>
              <a:defRPr sz="2242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B775B275-537D-D0C6-FD5C-607F8DDCDF7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73a58e3b611a4951">
              <a:extLst>
                <a:ext uri="{96DAC541-7B7A-43D3-8B79-37D633B846F1}">
                  <asvg:svgBlip xmlns:asvg="http://schemas.microsoft.com/office/drawing/2016/SVG/main" r:embed="Rd8b77c853c8d4455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785668AC-A315-7C76-8EA0-316454A8A09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525739B8-F9C0-26CC-530B-8EDCC62A3857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26897B6-5FF0-F5C9-1D60-846D647AA458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4.xml><?xml version="1.0" encoding="utf-8"?>
<p:sldLayout xmlns:p="http://schemas.openxmlformats.org/presentationml/2006/main" preserve="1">
  <p:cSld name="Basic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Basic slides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87669A0C-683E-6D0E-CE86-4E782F00E46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A146F1F3-EC33-6A46-DEF7-C60337263F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8048C61-7BAE-D31C-12EE-311C3A6DE2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10" name="Rechteck 9">
            <a:extLst xmlns:a="http://schemas.openxmlformats.org/drawingml/2006/main">
              <a:ext uri="{FF2B5EF4-FFF2-40B4-BE49-F238E27FC236}">
                <a16:creationId xmlns:a16="http://schemas.microsoft.com/office/drawing/2014/main" id="{1AF1F145-F6BB-9F25-6121-9CED5CA88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3" name="Rechteck 2">
            <a:extLst xmlns:a="http://schemas.openxmlformats.org/drawingml/2006/main">
              <a:ext uri="{FF2B5EF4-FFF2-40B4-BE49-F238E27FC236}">
                <a16:creationId xmlns:a16="http://schemas.microsoft.com/office/drawing/2014/main" id="{9553B833-57AE-D539-DC9F-F2C2D359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75.xml><?xml version="1.0" encoding="utf-8"?>
<p:sldLayout xmlns:p="http://schemas.openxmlformats.org/presentationml/2006/main" preserve="1">
  <p:cSld name="Only 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Gerader Verbinder 6">
            <a:extLst xmlns:a="http://schemas.openxmlformats.org/drawingml/2006/main">
              <a:ext uri="{FF2B5EF4-FFF2-40B4-BE49-F238E27FC236}">
                <a16:creationId xmlns:a16="http://schemas.microsoft.com/office/drawing/2014/main" id="{81FA4692-C9D7-4AD9-B7E0-691259C51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971DF951-125C-FFA7-B39B-45C08A09CC6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D9B4EB2A-DCB2-81C0-7AC6-110D76C4601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34B2B5BE-7FE0-0E4E-3BC7-E07C02D4B55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6.xml><?xml version="1.0" encoding="utf-8"?>
<p:sldLayout xmlns:p="http://schemas.openxmlformats.org/presentationml/2006/main" preserve="1">
  <p:cSld name="Titl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009"/>
            <a:ext cx="8145797" cy="4036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C5E97D09-AE34-4B51-936D-2FD31C401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314ECAA-A9DA-C8E7-19FC-B34E168C58CB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E04AF4F-1DC1-7401-063B-D60FC68604A6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47EA4193-CC86-DD26-92E5-CBE7C2F713E3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7.xml><?xml version="1.0" encoding="utf-8"?>
<p:sldLayout xmlns:p="http://schemas.openxmlformats.org/presentationml/2006/main" preserve="1">
  <p:cSld name="Titl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6095670" y="2475286"/>
            <a:ext cx="4549552" cy="403649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Gerader Verbinder 7">
            <a:extLst xmlns:a="http://schemas.openxmlformats.org/drawingml/2006/main">
              <a:ext uri="{FF2B5EF4-FFF2-40B4-BE49-F238E27FC236}">
                <a16:creationId xmlns:a16="http://schemas.microsoft.com/office/drawing/2014/main" id="{2621288B-A33F-4E56-9653-169AF7A91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645F030C-255E-E957-4FAC-9F8258E133F3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0" name="Fußzeilenplatzhalter 9">
            <a:extLst xmlns:a="http://schemas.openxmlformats.org/drawingml/2006/main">
              <a:ext uri="{FF2B5EF4-FFF2-40B4-BE49-F238E27FC236}">
                <a16:creationId xmlns:a16="http://schemas.microsoft.com/office/drawing/2014/main" id="{727D534B-C12F-6B05-6B38-2B730F5116C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20CFBF48-E365-A3FC-3135-DB1978F78FF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8.xml><?xml version="1.0" encoding="utf-8"?>
<p:sldLayout xmlns:p="http://schemas.openxmlformats.org/presentationml/2006/main" preserve="1">
  <p:cSld name="2x Picture + 2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5068676" y="4529937"/>
            <a:ext cx="3447785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93990F0-19EC-5850-56E2-CF3D4AA94378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959378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FC5FEC-BC3E-A386-77D5-1EFBA477D7B8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5068676" y="2475287"/>
            <a:ext cx="4036495" cy="1981847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Gerader Verbinder 10">
            <a:extLst xmlns:a="http://schemas.openxmlformats.org/drawingml/2006/main">
              <a:ext uri="{FF2B5EF4-FFF2-40B4-BE49-F238E27FC236}">
                <a16:creationId xmlns:a16="http://schemas.microsoft.com/office/drawing/2014/main" id="{1F061EEB-EDEF-4A6A-A732-628704AA2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FBDC3B60-FAF1-128B-89D6-06146C6BE337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8016A6D7-46E2-34E0-B5D2-E0C329B9A42C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7DD511E2-EBC1-ACE3-221F-9BFFB7208994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79.xml><?xml version="1.0" encoding="utf-8"?>
<p:sldLayout xmlns:p="http://schemas.openxmlformats.org/presentationml/2006/main" preserve="1">
  <p:cSld name="3x Picture + 3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937"/>
            <a:ext cx="2421418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CDEB4EAD-6F30-5313-E6D7-3A44B6B6EFAD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4041251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76CAE007-2F2E-F036-FBA8-9ADF7623A0B3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7123376" y="4529937"/>
            <a:ext cx="2421499" cy="198184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4041250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7123376" y="2475287"/>
            <a:ext cx="3009171" cy="1981847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3" name="Gerader Verbinder 12">
            <a:extLst xmlns:a="http://schemas.openxmlformats.org/drawingml/2006/main">
              <a:ext uri="{FF2B5EF4-FFF2-40B4-BE49-F238E27FC236}">
                <a16:creationId xmlns:a16="http://schemas.microsoft.com/office/drawing/2014/main" id="{0ABB55F1-7915-49A9-9F63-CE741944D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539CAA46-3ACB-B3B8-BFE8-E505927C10BD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A5FD5E2A-7002-AB47-4D61-38A8F12AA050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367EF3CB-FA74-F99C-9F34-EFC15B09026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0.xml><?xml version="1.0" encoding="utf-8"?>
<p:sldLayout xmlns:p="http://schemas.openxmlformats.org/presentationml/2006/main" preserve="1">
  <p:cSld name="4x Bulletpicture + 4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741948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46400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9251080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2C67417D-D1BA-7331-154C-141B24C61F79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c899b472f1b40bb">
              <a:extLst>
                <a:ext uri="{96DAC541-7B7A-43D3-8B79-37D633B846F1}">
                  <asvg:svgBlip xmlns:asvg="http://schemas.microsoft.com/office/drawing/2016/SVG/main" r:embed="Rae183aa8327a47c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6BB9F258-F5FC-CD95-CC79-98BA9173ED2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741751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c899b472f1b40bb">
              <a:extLst>
                <a:ext uri="{96DAC541-7B7A-43D3-8B79-37D633B846F1}">
                  <asvg:svgBlip xmlns:asvg="http://schemas.microsoft.com/office/drawing/2016/SVG/main" r:embed="Rae183aa8327a47c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5790AE74-4619-2D07-07EC-067B07776DAA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464007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c899b472f1b40bb">
              <a:extLst>
                <a:ext uri="{96DAC541-7B7A-43D3-8B79-37D633B846F1}">
                  <asvg:svgBlip xmlns:asvg="http://schemas.microsoft.com/office/drawing/2016/SVG/main" r:embed="Rae183aa8327a47c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E3119C8-BDA4-D116-9FDD-F41A6666F659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925108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4c899b472f1b40bb">
              <a:extLst>
                <a:ext uri="{96DAC541-7B7A-43D3-8B79-37D633B846F1}">
                  <asvg:svgBlip xmlns:asvg="http://schemas.microsoft.com/office/drawing/2016/SVG/main" r:embed="Rae183aa8327a47c7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tIns="25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B7000465-EBF0-4A12-B837-FBAD36B6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FCAC5AE1-DD17-81A8-B3CA-501B94C2AA20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2688C00F-7597-7D03-E20D-46B356467C63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69515DB7-E267-98F8-A0A7-9F4339CE4664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1.xml><?xml version="1.0" encoding="utf-8"?>
<p:sldLayout xmlns:p="http://schemas.openxmlformats.org/presentationml/2006/main" preserve="1">
  <p:cSld name="5x Bulletpicture + 5x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2BA3090-A4C2-73D1-182D-3BBD68CE0D6E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59377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3F768CB-88D4-D60D-DEB8-C65E114C22CE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3014065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8BFC965-C76E-72DE-B633-2FB2A13E93CA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752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BC8E5022-CAC8-E389-6196-8F133D8F65A8}"/>
              </a:ext>
            </a:extLst>
          </p:cNvPr>
          <p:cNvSpPr>
            <a:spLocks xmlns:a="http://schemas.openxmlformats.org/drawingml/2006/main" noGrp="1"/>
          </p:cNvSpPr>
          <p:nvPr>
            <p:ph type="pic" idx="20" hasCustomPrompt="1"/>
          </p:nvPr>
        </p:nvSpPr>
        <p:spPr>
          <a:xfrm xmlns:a="http://schemas.openxmlformats.org/drawingml/2006/main">
            <a:off x="7123439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55BA56B-3A41-BFA2-2B64-87DF0C821D53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9178126" y="2475287"/>
            <a:ext cx="1981797" cy="1981847"/>
          </a:xfrm>
          <a:prstGeom xmlns:a="http://schemas.openxmlformats.org/drawingml/2006/main" prst="ellipse">
            <a:avLst/>
          </a:prstGeo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815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8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D19E72B5-5D19-CB33-EFFE-5C00E1C53936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0ca27353e714915">
              <a:extLst>
                <a:ext uri="{96DAC541-7B7A-43D3-8B79-37D633B846F1}">
                  <asvg:svgBlip xmlns:asvg="http://schemas.microsoft.com/office/drawing/2016/SVG/main" r:embed="R6339b09c131046e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19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FDDC1707-C012-09AA-27B6-7A5EF3856DC2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019360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0ca27353e714915">
              <a:extLst>
                <a:ext uri="{96DAC541-7B7A-43D3-8B79-37D633B846F1}">
                  <asvg:svgBlip xmlns:asvg="http://schemas.microsoft.com/office/drawing/2016/SVG/main" r:embed="R6339b09c131046e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0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B953A51A-53EF-A551-4AE6-C0CFD0EACE2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506943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0ca27353e714915">
              <a:extLst>
                <a:ext uri="{96DAC541-7B7A-43D3-8B79-37D633B846F1}">
                  <asvg:svgBlip xmlns:asvg="http://schemas.microsoft.com/office/drawing/2016/SVG/main" r:embed="R6339b09c131046e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1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1A439ACB-5B1E-ECCF-C1EC-7B965ED53E25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7124058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0ca27353e714915">
              <a:extLst>
                <a:ext uri="{96DAC541-7B7A-43D3-8B79-37D633B846F1}">
                  <asvg:svgBlip xmlns:asvg="http://schemas.microsoft.com/office/drawing/2016/SVG/main" r:embed="R6339b09c131046e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22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330376B6-82E2-6D85-A9F4-10CD928C4615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9177975" y="4529759"/>
            <a:ext cx="1981114" cy="198202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f0ca27353e714915">
              <a:extLst>
                <a:ext uri="{96DAC541-7B7A-43D3-8B79-37D633B846F1}">
                  <asvg:svgBlip xmlns:asvg="http://schemas.microsoft.com/office/drawing/2016/SVG/main" r:embed="R6339b09c131046e6"/>
                </a:ext>
              </a:extLst>
            </a:blip>
            <a:srcRect l="0" t="0" r="0" b="0"/>
            <a:tile tx="0" ty="0" sx="100000" sy="100000" flip="none" algn="t"/>
          </a:blipFill>
        </p:spPr>
        <p:txBody>
          <a:bodyPr xmlns:a="http://schemas.openxmlformats.org/drawingml/2006/main" lIns="72000" tIns="252000" rIns="72000"/>
          <a:lstStyle xmlns:a="http://schemas.openxmlformats.org/drawingml/2006/main">
            <a:lvl1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1pPr>
            <a:lvl2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2pPr>
            <a:lvl3pPr marL="0" indent="0" algn="ctr">
              <a:spcBef>
                <a:spcPts val="611"/>
              </a:spcBef>
              <a:spcAft>
                <a:spcPts val="611"/>
              </a:spcAft>
              <a:buNone/>
              <a:defRPr sz="1834"/>
            </a:lvl3pPr>
            <a:lvl4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4pPr>
            <a:lvl5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5pPr>
            <a:lvl6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6pPr>
            <a:lvl7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7pPr>
            <a:lvl8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8pPr>
            <a:lvl9pPr marL="0" indent="0" algn="ctr">
              <a:spcBef>
                <a:spcPts val="611"/>
              </a:spcBef>
              <a:spcAft>
                <a:spcPts val="611"/>
              </a:spcAft>
              <a:buFont typeface="Arial"/>
              <a:buNone/>
              <a:defRPr sz="1834"/>
            </a:lvl9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D7E332DA-EB5B-4E8E-9D27-37623A15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Datumsplatzhalter 6">
            <a:extLst xmlns:a="http://schemas.openxmlformats.org/drawingml/2006/main">
              <a:ext uri="{FF2B5EF4-FFF2-40B4-BE49-F238E27FC236}">
                <a16:creationId xmlns:a16="http://schemas.microsoft.com/office/drawing/2014/main" id="{D0D5EA32-7547-91F4-27D2-04FCF311B495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8" name="Fußzeilenplatzhalter 7">
            <a:extLst xmlns:a="http://schemas.openxmlformats.org/drawingml/2006/main">
              <a:ext uri="{FF2B5EF4-FFF2-40B4-BE49-F238E27FC236}">
                <a16:creationId xmlns:a16="http://schemas.microsoft.com/office/drawing/2014/main" id="{1C55D207-07B7-4A91-A687-9767EA6C6634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0" name="Foliennummernplatzhalter 9">
            <a:extLst xmlns:a="http://schemas.openxmlformats.org/drawingml/2006/main">
              <a:ext uri="{FF2B5EF4-FFF2-40B4-BE49-F238E27FC236}">
                <a16:creationId xmlns:a16="http://schemas.microsoft.com/office/drawing/2014/main" id="{E89C19EB-5D9D-DC1F-4F76-85903C1875F9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2.xml><?xml version="1.0" encoding="utf-8"?>
<p:sldLayout xmlns:p="http://schemas.openxmlformats.org/presentationml/2006/main" preserve="1">
  <p:cSld name="Keymessa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AB845F91-210D-AF4C-14EF-FF45CBCE387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701" y="2480343"/>
            <a:ext cx="7118471" cy="300411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E37BDA8-AA7D-49CA-8658-0EC0F762C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-1" y="2841928"/>
            <a:ext cx="1529885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0FAF8966-13AB-6814-804E-CBAE6EADEC9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7" name="Fußzeilenplatzhalter 6">
            <a:extLst xmlns:a="http://schemas.openxmlformats.org/drawingml/2006/main">
              <a:ext uri="{FF2B5EF4-FFF2-40B4-BE49-F238E27FC236}">
                <a16:creationId xmlns:a16="http://schemas.microsoft.com/office/drawing/2014/main" id="{28E03894-DBF6-56DB-D52B-988AB996DCA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Foliennummernplatzhalter 7">
            <a:extLst xmlns:a="http://schemas.openxmlformats.org/drawingml/2006/main">
              <a:ext uri="{FF2B5EF4-FFF2-40B4-BE49-F238E27FC236}">
                <a16:creationId xmlns:a16="http://schemas.microsoft.com/office/drawing/2014/main" id="{31F3B9CD-DFDE-15C5-DB6E-42DD1A6540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3.xml><?xml version="1.0" encoding="utf-8"?>
<p:sldLayout xmlns:p="http://schemas.openxmlformats.org/presentationml/2006/main" preserve="1">
  <p:cSld name="2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3014126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8150751" y="2475286"/>
            <a:ext cx="2568438" cy="3009172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5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52AC31C9-DC96-8D9F-7335-7C2C9E78DFB0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7" y="4566804"/>
            <a:ext cx="1981847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8dde64216244f39">
              <a:extLst>
                <a:ext uri="{96DAC541-7B7A-43D3-8B79-37D633B846F1}">
                  <asvg:svgBlip xmlns:asvg="http://schemas.microsoft.com/office/drawing/2016/SVG/main" r:embed="R69a7ca6d790d408c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6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4EA6C058-B3B6-787F-1746-FD8E668612B8}"/>
              </a:ext>
            </a:extLst>
          </p:cNvPr>
          <p:cNvSpPr>
            <a:spLocks xmlns:a="http://schemas.openxmlformats.org/drawingml/2006/main" noGrp="1"/>
          </p:cNvSpPr>
          <p:nvPr>
            <p:ph type="body" idx="21" hasCustomPrompt="1"/>
          </p:nvPr>
        </p:nvSpPr>
        <p:spPr>
          <a:xfrm xmlns:a="http://schemas.openxmlformats.org/drawingml/2006/main">
            <a:off x="6096000" y="4566804"/>
            <a:ext cx="1981848" cy="219561"/>
          </a:xfrm>
          <a:prstGeom xmlns:a="http://schemas.openxmlformats.org/drawingml/2006/main" prst="rect">
            <a:avLst/>
          </a:prstGeom>
          <a:blipFill xmlns:a="http://schemas.openxmlformats.org/drawingml/2006/main">
            <a:blip xmlns:r="http://schemas.openxmlformats.org/officeDocument/2006/relationships" r:embed="R48dde64216244f39">
              <a:extLst>
                <a:ext uri="{96DAC541-7B7A-43D3-8B79-37D633B846F1}">
                  <asvg:svgBlip xmlns:asvg="http://schemas.microsoft.com/office/drawing/2016/SVG/main" r:embed="R69a7ca6d790d408c"/>
                </a:ext>
              </a:extLst>
            </a:blip>
            <a:tile tx="0" ty="0" sx="100000" sy="100000" flip="none" algn="tr"/>
          </a:blipFill>
        </p:spPr>
        <p:txBody>
          <a:bodyPr xmlns:a="http://schemas.openxmlformats.org/drawingml/2006/main" tIns="0" rIns="108000" bIns="0" anchor="ctr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2DC529C-26A8-4C8E-A384-0B8F79A6E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C57F206-E59F-E588-487B-AAF2EE217858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200E090E-6051-4A2B-7EC7-57D5B62A7819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B31969E9-4E72-A6F6-D69F-3F57B4E474C5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4.xml><?xml version="1.0" encoding="utf-8"?>
<p:sldLayout xmlns:p="http://schemas.openxmlformats.org/presentationml/2006/main" preserve="1">
  <p:cSld name="3x Contac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BD3187F-A314-0111-14AD-BBCB5D1C4A08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959124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9B74EED3-4DC4-185E-AB17-F95D76F0432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4041351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091B7205-BCF7-E5E6-7696-C5A959CB638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76" y="2475286"/>
            <a:ext cx="2568767" cy="300955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</a:t>
            </a:r>
            <a:br/>
            <a:r>
              <a:t>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7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370B3FB5-E73F-47E5-6AD6-4664928CC467}"/>
              </a:ext>
            </a:extLst>
          </p:cNvPr>
          <p:cNvSpPr>
            <a:spLocks xmlns:a="http://schemas.openxmlformats.org/drawingml/2006/main" noGrp="1"/>
          </p:cNvSpPr>
          <p:nvPr>
            <p:ph type="body" idx="16" hasCustomPrompt="1"/>
          </p:nvPr>
        </p:nvSpPr>
        <p:spPr>
          <a:xfrm xmlns:a="http://schemas.openxmlformats.org/drawingml/2006/main">
            <a:off x="959375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e8b9a9d47294e2a">
              <a:extLst>
                <a:ext uri="{96DAC541-7B7A-43D3-8B79-37D633B846F1}">
                  <asvg:svgBlip xmlns:asvg="http://schemas.microsoft.com/office/drawing/2016/SVG/main" r:embed="R06c773d34c4e4fad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Names</a:t>
            </a:r>
            <a:endParaRPr/>
          </a:p>
        </p:txBody>
      </p:sp>
      <p:sp>
        <p:nvSpPr>
          <p:cNvPr id="18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6AAC5F41-A734-F619-0ADF-17C354FA1D43}"/>
              </a:ext>
            </a:extLst>
          </p:cNvPr>
          <p:cNvSpPr>
            <a:spLocks xmlns:a="http://schemas.openxmlformats.org/drawingml/2006/main" noGrp="1"/>
          </p:cNvSpPr>
          <p:nvPr>
            <p:ph type="body" idx="22" hasCustomPrompt="1"/>
          </p:nvPr>
        </p:nvSpPr>
        <p:spPr>
          <a:xfrm xmlns:a="http://schemas.openxmlformats.org/drawingml/2006/main">
            <a:off x="4041350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e8b9a9d47294e2a">
              <a:extLst>
                <a:ext uri="{96DAC541-7B7A-43D3-8B79-37D633B846F1}">
                  <asvg:svgBlip xmlns:asvg="http://schemas.microsoft.com/office/drawing/2016/SVG/main" r:embed="R06c773d34c4e4fad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19" name="Textplatzhalter 16">
            <a:extLst xmlns:a="http://schemas.openxmlformats.org/drawingml/2006/main">
              <a:ext uri="{FF2B5EF4-FFF2-40B4-BE49-F238E27FC236}">
                <a16:creationId xmlns:a16="http://schemas.microsoft.com/office/drawing/2014/main" id="{0D4276E4-5B9A-20A9-6579-BE0440972E11}"/>
              </a:ext>
            </a:extLst>
          </p:cNvPr>
          <p:cNvSpPr>
            <a:spLocks xmlns:a="http://schemas.openxmlformats.org/drawingml/2006/main" noGrp="1"/>
          </p:cNvSpPr>
          <p:nvPr>
            <p:ph type="body" idx="23" hasCustomPrompt="1"/>
          </p:nvPr>
        </p:nvSpPr>
        <p:spPr>
          <a:xfrm xmlns:a="http://schemas.openxmlformats.org/drawingml/2006/main">
            <a:off x="7129852" y="5557134"/>
            <a:ext cx="2568516" cy="219561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e8b9a9d47294e2a">
              <a:extLst>
                <a:ext uri="{96DAC541-7B7A-43D3-8B79-37D633B846F1}">
                  <asvg:svgBlip xmlns:asvg="http://schemas.microsoft.com/office/drawing/2016/SVG/main" r:embed="R06c773d34c4e4fad"/>
                </a:ext>
              </a:extLst>
            </a:blip>
            <a:srcRect l="0" t="0" r="0" b="0"/>
            <a:tile tx="0" ty="0" sx="100000" sy="100000" flip="none" algn="tr"/>
          </a:blipFill>
        </p:spPr>
        <p:txBody>
          <a:bodyPr xmlns:a="http://schemas.openxmlformats.org/drawingml/2006/main" wrap="square" tIns="0" rIns="108000" bIns="0" anchor="t">
            <a:spAutoFit/>
          </a:bodyPr>
          <a:lstStyle xmlns:a="http://schemas.openxmlformats.org/drawingml/2006/main">
            <a:lvl1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 b="0">
                <a:solidFill>
                  <a:schemeClr val="accent4"/>
                </a:solidFill>
              </a:defRPr>
            </a:lvl1pPr>
            <a:lvl2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2pPr>
            <a:lvl3pPr marL="0" indent="0" algn="r">
              <a:spcBef>
                <a:spcPts val="0"/>
              </a:spcBef>
              <a:spcAft>
                <a:spcPts val="0"/>
              </a:spcAft>
              <a:buNone/>
              <a:defRPr sz="1427"/>
            </a:lvl3pPr>
            <a:lvl4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4pPr>
            <a:lvl5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5pPr>
            <a:lvl6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6pPr>
            <a:lvl7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7pPr>
            <a:lvl8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8pPr>
            <a:lvl9pPr marL="0" indent="0" algn="r">
              <a:spcBef>
                <a:spcPts val="0"/>
              </a:spcBef>
              <a:spcAft>
                <a:spcPts val="0"/>
              </a:spcAft>
              <a:buFont typeface="Arial"/>
              <a:buNone/>
              <a:defRPr sz="1427"/>
            </a:lvl9pPr>
          </a:lstStyle>
          <a:p xmlns:a="http://schemas.openxmlformats.org/drawingml/2006/main">
            <a:pPr lvl="0">
              <a:buNone/>
            </a:pPr>
            <a:r>
              <a:t>Name</a:t>
            </a:r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3E4777BC-8DDA-457C-867D-346CA56EF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1F383428-C9D0-A961-DBA1-AAE73B77FFD0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1DB38D59-E01D-96E5-B2CF-452A536C038B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F3CE96E9-3952-BA93-B440-51D726FCA104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5.xml><?xml version="1.0" encoding="utf-8"?>
<p:sldLayout xmlns:p="http://schemas.openxmlformats.org/presentationml/2006/main" preserve="1">
  <p:cSld name="Empt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487D194-296B-4582-CE04-F3DCE2B8F25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FF979EEB-5D10-CB0C-D270-7BA84726C86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BA9F4787-6D4D-AA03-BB70-DAF7D93C955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6.xml><?xml version="1.0" encoding="utf-8"?>
<p:sldLayout xmlns:p="http://schemas.openxmlformats.org/presentationml/2006/main" preserve="1">
  <p:cSld name="Content with Subtitl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88D6C5FE-E0CA-4C22-91F5-C685139960EA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7" y="2475287"/>
            <a:ext cx="10860521" cy="3344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/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</a:t>
            </a:r>
            <a:r>
              <a:t>to</a:t>
            </a:r>
            <a:r>
              <a:t> </a:t>
            </a:r>
            <a:r>
              <a:t>add</a:t>
            </a:r>
            <a:r>
              <a:t> </a:t>
            </a:r>
            <a:r>
              <a:t>subtitle</a:t>
            </a:r>
            <a:endParaRPr/>
          </a:p>
        </p:txBody>
      </p:sp>
      <p:sp>
        <p:nvSpPr>
          <p:cNvPr id="16" name="Inhaltsplatzhalter 15">
            <a:extLst xmlns:a="http://schemas.openxmlformats.org/drawingml/2006/main">
              <a:ext uri="{FF2B5EF4-FFF2-40B4-BE49-F238E27FC236}">
                <a16:creationId xmlns:a16="http://schemas.microsoft.com/office/drawing/2014/main" id="{6C05FAE4-1526-42D8-AB66-CF45DA831D51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959377" y="2915312"/>
            <a:ext cx="10860522" cy="3596472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1B97839-1AA5-E192-9733-54F974DF431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B2D2DE1-5067-455A-A6FA-EF3B0816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8F2E1961-3ACB-EE49-C625-E2023F02BB9E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98C87DF9-C015-4A6B-A468-1EDF5497FEB4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81C3BE43-C224-5323-63FD-5028BC0A799D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7.xml><?xml version="1.0" encoding="utf-8"?>
<p:sldLayout xmlns:p="http://schemas.openxmlformats.org/presentationml/2006/main" preserve="1">
  <p:cSld name="Two Contents with Subtitles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24B0223A-9B59-476B-BB32-6432FE905E0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959375" y="2915313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13" name="Inhaltsplatzhalter 3">
            <a:extLst xmlns:a="http://schemas.openxmlformats.org/drawingml/2006/main">
              <a:ext uri="{FF2B5EF4-FFF2-40B4-BE49-F238E27FC236}">
                <a16:creationId xmlns:a16="http://schemas.microsoft.com/office/drawing/2014/main" id="{1BD80885-DE2F-4767-B830-6CD49EA596FD}"/>
              </a:ext>
            </a:extLst>
          </p:cNvPr>
          <p:cNvSpPr>
            <a:spLocks xmlns:a="http://schemas.openxmlformats.org/drawingml/2006/main" noGrp="1"/>
          </p:cNvSpPr>
          <p:nvPr>
            <p:ph idx="14"/>
          </p:nvPr>
        </p:nvSpPr>
        <p:spPr>
          <a:xfrm xmlns:a="http://schemas.openxmlformats.org/drawingml/2006/main">
            <a:off x="6095999" y="2915312"/>
            <a:ext cx="4549299" cy="35964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>
            <a:lvl1pPr>
              <a:buNone/>
              <a:defRPr>
                <a:latin typeface="+mn-lt"/>
                <a:ea typeface="+mn-lt"/>
                <a:cs typeface="+mn-lt"/>
              </a:defRPr>
            </a:lvl1pPr>
            <a:lvl2pPr>
              <a:buNone/>
              <a:defRPr>
                <a:latin typeface="+mn-lt"/>
                <a:ea typeface="+mn-lt"/>
                <a:cs typeface="+mn-lt"/>
              </a:defRPr>
            </a:lvl2pPr>
            <a:lvl3pPr>
              <a:buNone/>
              <a:defRPr>
                <a:latin typeface="+mn-lt"/>
                <a:ea typeface="+mn-lt"/>
                <a:cs typeface="+mn-lt"/>
              </a:defRPr>
            </a:lvl3pPr>
            <a:lvl4pPr>
              <a:buNone/>
              <a:defRPr>
                <a:latin typeface="+mn-lt"/>
                <a:ea typeface="+mn-lt"/>
                <a:cs typeface="+mn-lt"/>
              </a:defRPr>
            </a:lvl4pPr>
            <a:lvl5pPr>
              <a:buNone/>
              <a:defRPr>
                <a:latin typeface="+mn-lt"/>
                <a:ea typeface="+mn-lt"/>
                <a:cs typeface="+mn-lt"/>
              </a:defRPr>
            </a:lvl5pPr>
          </a:lstStyle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  <a:p xmlns:a="http://schemas.openxmlformats.org/drawingml/2006/main">
            <a:pPr lvl="1">
              <a:buNone/>
            </a:pPr>
            <a:r>
              <a:t>두 번째 수준</a:t>
            </a:r>
          </a:p>
          <a:p xmlns:a="http://schemas.openxmlformats.org/drawingml/2006/main">
            <a:pPr lvl="2">
              <a:buNone/>
            </a:pPr>
            <a:r>
              <a:t>세 번째 수준</a:t>
            </a:r>
          </a:p>
          <a:p xmlns:a="http://schemas.openxmlformats.org/drawingml/2006/main">
            <a:pPr lvl="3">
              <a:buNone/>
            </a:pPr>
            <a:r>
              <a:t>네 번째 수준</a:t>
            </a:r>
          </a:p>
          <a:p xmlns:a="http://schemas.openxmlformats.org/drawingml/2006/main">
            <a:pPr lvl="4">
              <a:buNone/>
            </a:pPr>
            <a:r>
              <a:t>다섯 번째 수준</a:t>
            </a:r>
            <a:endParaRPr/>
          </a:p>
        </p:txBody>
      </p:sp>
      <p:sp>
        <p:nvSpPr>
          <p:cNvPr id="7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BE46FDFB-028F-4DFF-B2E9-AC221E7E276E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959375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 baseline="0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8" name="Textplatzhalter 9">
            <a:extLst xmlns:a="http://schemas.openxmlformats.org/drawingml/2006/main">
              <a:ext uri="{FF2B5EF4-FFF2-40B4-BE49-F238E27FC236}">
                <a16:creationId xmlns:a16="http://schemas.microsoft.com/office/drawing/2014/main" id="{3797EE29-0E00-46C5-AC6F-95B8C3B2B7CF}"/>
              </a:ext>
            </a:extLst>
          </p:cNvPr>
          <p:cNvSpPr>
            <a:spLocks xmlns:a="http://schemas.openxmlformats.org/drawingml/2006/main" noGrp="1"/>
          </p:cNvSpPr>
          <p:nvPr>
            <p:ph type="body" idx="15" hasCustomPrompt="1"/>
          </p:nvPr>
        </p:nvSpPr>
        <p:spPr>
          <a:xfrm xmlns:a="http://schemas.openxmlformats.org/drawingml/2006/main">
            <a:off x="6095999" y="2475286"/>
            <a:ext cx="4549299" cy="3301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0" indent="0">
              <a:buNone/>
              <a:defRPr sz="1834" b="1" u="none"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Click to add subtitle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78DB9F7D-FC7C-FFDB-E760-24D21DA2BA8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F89ADDE0-6950-4960-ABA8-4A2B625A3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54027E3A-42A7-AD5C-B5D6-191D663CC2BF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B745418C-5301-BA3F-AA62-FF70BF82394B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1" name="Foliennummernplatzhalter 10">
            <a:extLst xmlns:a="http://schemas.openxmlformats.org/drawingml/2006/main">
              <a:ext uri="{FF2B5EF4-FFF2-40B4-BE49-F238E27FC236}">
                <a16:creationId xmlns:a16="http://schemas.microsoft.com/office/drawing/2014/main" id="{638B286B-15FC-7186-6057-C6909685C91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88.xml><?xml version="1.0" encoding="utf-8"?>
<p:sldLayout xmlns:p="http://schemas.openxmlformats.org/presentationml/2006/main" preserve="1">
  <p:cSld name="Content Slid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32E89F53-768E-5096-10A0-2026B721CF6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85E83F87-03A0-D8DA-AFB7-80E29C695F2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5B093447-2707-A6B9-2DB4-E82BFF1A8F4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94699513-C0BE-575D-8A35-8F5B04882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DD4880D8-D519-4803-4CBC-2D72999F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89.xml><?xml version="1.0" encoding="utf-8"?>
<p:sldLayout xmlns:p="http://schemas.openxmlformats.org/presentationml/2006/main" preserve="1">
  <p:cSld name="Text + 2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03649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7502C1B-DFC9-B1E3-C029-EF98AD854A42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Gerader Verbinder 4">
            <a:extLst xmlns:a="http://schemas.openxmlformats.org/drawingml/2006/main">
              <a:ext uri="{FF2B5EF4-FFF2-40B4-BE49-F238E27FC236}">
                <a16:creationId xmlns:a16="http://schemas.microsoft.com/office/drawing/2014/main" id="{2FE00C86-AD01-482E-A182-7CE14C090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E910C866-F711-4658-917C-2E4EE77C8EE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9CB5D1-E114-450A-F803-CE461FAFCCCC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65aef49344e4ec0">
              <a:extLst>
                <a:ext uri="{96DAC541-7B7A-43D3-8B79-37D633B846F1}">
                  <asvg:svgBlip xmlns:asvg="http://schemas.microsoft.com/office/drawing/2016/SVG/main" r:embed="R4ee53aaddafd4519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E9EEDC3F-857B-455C-C905-F8015EC2CA84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3A4D36E6-67E9-3C61-2A33-FDDC0C7AD928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35F79F1-7EC4-BCDB-C743-7ADE1582A280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0.xml><?xml version="1.0" encoding="utf-8"?>
<p:sldLayout xmlns:p="http://schemas.openxmlformats.org/presentationml/2006/main" preserve="1">
  <p:cSld name="Text + 3x Picture sma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ECA0094A-5B2E-9B9B-5985-A050B3F09396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8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3500C47F-26E0-1FD6-E5CB-7603A6434007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8665122" y="4529936"/>
            <a:ext cx="3154775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54606C0F-8955-4654-9EC7-0BFDF697F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3E693FF5-86F0-0CB7-2360-023976592CA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450179103ab4e27">
              <a:extLst>
                <a:ext uri="{96DAC541-7B7A-43D3-8B79-37D633B846F1}">
                  <asvg:svgBlip xmlns:asvg="http://schemas.microsoft.com/office/drawing/2016/SVG/main" r:embed="R5b1f8110642447b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25591FA-0DFB-9CB7-D3CB-8D35AD0FDF0E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39FDF825-E123-3926-B75B-132592904056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0CAEF1A9-D442-4E29-5BA5-E5B13CAE6970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1.xml><?xml version="1.0" encoding="utf-8"?>
<p:sldLayout xmlns:p="http://schemas.openxmlformats.org/presentationml/2006/main" preserve="1">
  <p:cSld name="Text + 3x Picture small up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00917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095954B1-C1A6-39D2-5860-92BE95AB3E8C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94516595-F442-563E-AF6C-08B3AF082119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E6623084-9890-4850-A7A2-A28E572FF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9ED3A9A1-7997-28B9-BA9C-255B6B07E8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5CE5618D-771D-34E3-8693-80C88D0EE1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df77425653db4bdf">
              <a:extLst>
                <a:ext uri="{96DAC541-7B7A-43D3-8B79-37D633B846F1}">
                  <asvg:svgBlip xmlns:asvg="http://schemas.microsoft.com/office/drawing/2016/SVG/main" r:embed="R94d4d167f94940bb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1422D043-736F-7147-C274-01730F3BEC1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CAB60CC7-FA7E-B2B8-82EC-0F40B5F82E76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D74CF844-F9FC-DFB9-F98C-96A77B3EF25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2.xml><?xml version="1.0" encoding="utf-8"?>
<p:sldLayout xmlns:p="http://schemas.openxmlformats.org/presentationml/2006/main" preserve="1">
  <p:cSld name="Text +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0018414E-8788-FD8B-5A04-4D374EB972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BF891C16-8A5D-40AB-B4AA-EB50CD7D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FESTO-Logo">
            <a:extLst xmlns:a="http://schemas.openxmlformats.org/drawingml/2006/main">
              <a:ext uri="{FF2B5EF4-FFF2-40B4-BE49-F238E27FC236}">
                <a16:creationId xmlns:a16="http://schemas.microsoft.com/office/drawing/2014/main" id="{562211B0-5C02-7487-0B98-90778C052D7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374f87cd4ab24337">
              <a:extLst>
                <a:ext uri="{96DAC541-7B7A-43D3-8B79-37D633B846F1}">
                  <asvg:svgBlip xmlns:asvg="http://schemas.microsoft.com/office/drawing/2016/SVG/main" r:embed="R692ab226353d41a7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13281DA9-718F-2B02-5AF6-0784B6121190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4517B62C-7507-126D-CD7B-0CE5085E526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A7224510-ADDB-7B42-F2AF-E7776D97F963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3.xml><?xml version="1.0" encoding="utf-8"?>
<p:sldLayout xmlns:p="http://schemas.openxmlformats.org/presentationml/2006/main" preserve="1">
  <p:cSld name="Text + 2x Picture mediu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068F23D-857F-9EDC-F626-85FCB927E315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67D8F3FD-F832-4A0C-A994-544B2A495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9D0A4411-EF65-A589-3611-A23096D8BF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64DA0D1-3404-4D10-9EFD-C48859A5E9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af0b49d3c2724a33">
              <a:extLst>
                <a:ext uri="{96DAC541-7B7A-43D3-8B79-37D633B846F1}">
                  <asvg:svgBlip xmlns:asvg="http://schemas.microsoft.com/office/drawing/2016/SVG/main" r:embed="R5606759dec3845f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71AA828B-34C2-396E-51B2-A19CD1672DE0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587CB3-C804-4135-14CB-05D35DECA295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1682AE22-A5CE-0823-9E5E-0482DCE2B481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4.xml><?xml version="1.0" encoding="utf-8"?>
<p:sldLayout xmlns:p="http://schemas.openxmlformats.org/presentationml/2006/main" preserve="1">
  <p:cSld name="Text + Picture larg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8676" y="1"/>
            <a:ext cx="7123325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A8A97596-A37D-493C-898B-73EC3A316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BB158F41-943A-CFBE-36CF-6087C048C3E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2BFDA5E7-188B-AC1B-E193-AEF619366C3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9275756cee024c2c">
              <a:extLst>
                <a:ext uri="{96DAC541-7B7A-43D3-8B79-37D633B846F1}">
                  <asvg:svgBlip xmlns:asvg="http://schemas.microsoft.com/office/drawing/2016/SVG/main" r:embed="R82d22c9cb2034fe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48FE03EC-5A92-4F0E-23F8-4C7ACD0D8225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68A8E65-A84D-CD9B-D6D9-B7E8C547B63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F7BF2668-42F8-2B50-22FD-EAA5213E11AD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5.xml><?xml version="1.0" encoding="utf-8"?>
<p:sldLayout xmlns:p="http://schemas.openxmlformats.org/presentationml/2006/main" preserve="1">
  <p:cSld name="Text + 2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1D382BC-7234-4530-8EBA-8138D29CA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B6BCDBE-4D01-DC9C-8B9C-8DC825E772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B348E570-CF8F-7A0E-B5F0-57A10520A97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7d21c999091436b">
              <a:extLst>
                <a:ext uri="{96DAC541-7B7A-43D3-8B79-37D633B846F1}">
                  <asvg:svgBlip xmlns:asvg="http://schemas.microsoft.com/office/drawing/2016/SVG/main" r:embed="R8fb7b58517f7493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81F45B9F-FA9C-F134-B7FC-95C32B46A6A0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6A1D3803-D027-E786-DD7E-2502413932C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90F00A3-D857-D898-B470-B8F7B870B54D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6.xml><?xml version="1.0" encoding="utf-8"?>
<p:sldLayout xmlns:p="http://schemas.openxmlformats.org/presentationml/2006/main" preserve="1">
  <p:cSld name="Text + 3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Gerader Verbinder 13">
            <a:extLst xmlns:a="http://schemas.openxmlformats.org/drawingml/2006/main">
              <a:ext uri="{FF2B5EF4-FFF2-40B4-BE49-F238E27FC236}">
                <a16:creationId xmlns:a16="http://schemas.microsoft.com/office/drawing/2014/main" id="{F4A905D0-EAC3-415B-86E4-DD7CD19B5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Titel 14">
            <a:extLst xmlns:a="http://schemas.openxmlformats.org/drawingml/2006/main">
              <a:ext uri="{FF2B5EF4-FFF2-40B4-BE49-F238E27FC236}">
                <a16:creationId xmlns:a16="http://schemas.microsoft.com/office/drawing/2014/main" id="{BBFA9D1B-ACF8-1FC6-462F-845F189AC1D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50158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83AF95C5-FE62-CB69-A8C1-4988A3D5A739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c8fcef34a8414a0a">
              <a:extLst>
                <a:ext uri="{96DAC541-7B7A-43D3-8B79-37D633B846F1}">
                  <asvg:svgBlip xmlns:asvg="http://schemas.microsoft.com/office/drawing/2016/SVG/main" r:embed="R2afc6b0f488b4f25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1FB91768-A1B2-0D14-8871-07A2CD7A4A59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494E7144-CA68-4170-1361-3C4D5C79303F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FBE9E3A7-190B-B058-4691-06D48DB6E482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7.xml><?xml version="1.0" encoding="utf-8"?>
<p:sldLayout xmlns:p="http://schemas.openxmlformats.org/presentationml/2006/main" preserve="1">
  <p:cSld name="Text + 4x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BB883389-5BEE-4A62-AB5D-9EF99CC8D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FCD4CD80-4000-0786-E31C-544CA273F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5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98394779-4F74-4AF1-79CB-762EA19C127F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097f45f185ee443d">
              <a:extLst>
                <a:ext uri="{96DAC541-7B7A-43D3-8B79-37D633B846F1}">
                  <asvg:svgBlip xmlns:asvg="http://schemas.microsoft.com/office/drawing/2016/SVG/main" r:embed="Red86a24628ae4434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E1C60B30-D5B4-F613-659D-9801BF4C372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C143E2BC-4816-4440-ACE5-EEFDD0BC516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706DA738-8EEF-4966-90D3-3D5616E120F3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8.xml><?xml version="1.0" encoding="utf-8"?>
<p:sldLayout xmlns:p="http://schemas.openxmlformats.org/presentationml/2006/main" preserve="1">
  <p:cSld name="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0" y="1447634"/>
            <a:ext cx="5062930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096000" y="2915312"/>
            <a:ext cx="5062930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3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91603B66-770B-1FE4-52AB-DC5BB194083B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7C65338A-BD68-3AE6-DC33-9F49BFBAEFF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1F25016F-BFD7-6FBC-099F-E96592B5B5B4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99.xml><?xml version="1.0" encoding="utf-8"?>
<p:sldLayout xmlns:p="http://schemas.openxmlformats.org/presentationml/2006/main" preserve="1">
  <p:cSld name="2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963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2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3787BCD8-E438-ED96-AC42-32BD7F83AE0D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0" name="Datumsplatzhalter 9">
            <a:extLst xmlns:a="http://schemas.openxmlformats.org/drawingml/2006/main">
              <a:ext uri="{FF2B5EF4-FFF2-40B4-BE49-F238E27FC236}">
                <a16:creationId xmlns:a16="http://schemas.microsoft.com/office/drawing/2014/main" id="{F97887FB-D8F6-79F8-8CA8-C4F6C0D39AA9}"/>
              </a:ext>
            </a:extLst>
          </p:cNvPr>
          <p:cNvSpPr>
            <a:spLocks xmlns:a="http://schemas.openxmlformats.org/drawingml/2006/main" noGrp="1"/>
          </p:cNvSpPr>
          <p:nvPr>
            <p:ph type="dt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1" name="Fußzeilenplatzhalter 10">
            <a:extLst xmlns:a="http://schemas.openxmlformats.org/drawingml/2006/main">
              <a:ext uri="{FF2B5EF4-FFF2-40B4-BE49-F238E27FC236}">
                <a16:creationId xmlns:a16="http://schemas.microsoft.com/office/drawing/2014/main" id="{5156F2C2-DF1A-A15A-CE99-2CEAA274B697}"/>
              </a:ext>
            </a:extLst>
          </p:cNvPr>
          <p:cNvSpPr>
            <a:spLocks xmlns:a="http://schemas.openxmlformats.org/drawingml/2006/main" noGrp="1"/>
          </p:cNvSpPr>
          <p:nvPr>
            <p:ph type="ftr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4868F6AF-17C2-DFEA-01E5-7A5C103A2F2D}"/>
              </a:ext>
            </a:extLst>
          </p:cNvPr>
          <p:cNvSpPr>
            <a:spLocks xmlns:a="http://schemas.openxmlformats.org/drawingml/2006/main" noGrp="1"/>
          </p:cNvSpPr>
          <p:nvPr>
            <p:ph type="sldNum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0.xml><?xml version="1.0" encoding="utf-8"?>
<p:sldLayout xmlns:p="http://schemas.openxmlformats.org/presentationml/2006/main" preserve="1">
  <p:cSld name="3x Picture small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26" y="1447634"/>
            <a:ext cx="40364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25" y="2915312"/>
            <a:ext cx="4035605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1" y="1"/>
            <a:ext cx="4995873" cy="6858000"/>
          </a:xfrm>
        </p:spPr>
        <p:txBody>
          <a:bodyPr xmlns:a="http://schemas.openxmlformats.org/drawingml/2006/main" tIns="0" bIns="1548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1F05D00-7A21-CCF5-59F4-4D021A7D4749}"/>
              </a:ext>
            </a:extLst>
          </p:cNvPr>
          <p:cNvSpPr>
            <a:spLocks xmlns:a="http://schemas.openxmlformats.org/drawingml/2006/main" noGrp="1"/>
          </p:cNvSpPr>
          <p:nvPr>
            <p:ph type="pic" idx="18" hasCustomPrompt="1"/>
          </p:nvPr>
        </p:nvSpPr>
        <p:spPr>
          <a:xfrm xmlns:a="http://schemas.openxmlformats.org/drawingml/2006/main">
            <a:off x="3013191" y="4529937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27A1CA1-A4EA-507E-A168-FC4819D350C1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3014026" y="2034705"/>
            <a:ext cx="3010007" cy="198118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41A00CB7-1F56-223B-5281-17F933426F1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4693634" y="1654399"/>
            <a:ext cx="224645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495F7142-B4A3-D310-313C-919B23ED970D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4DF37901-936B-F40D-2FF2-E201B6528B9D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689F7C6C-DE9E-9A9D-7461-FF6DDDBE3F16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1.xml><?xml version="1.0" encoding="utf-8"?>
<p:sldLayout xmlns:p="http://schemas.openxmlformats.org/presentationml/2006/main" preserve="1">
  <p:cSld name="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644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2DFF3A7C-F081-6FDF-46ED-106F7817C885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179ABC70-3A92-E994-AA09-46092DF4C5AA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7BDF38E5-1E6C-E485-B42D-E308F87DB89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2.xml><?xml version="1.0" encoding="utf-8"?>
<p:sldLayout xmlns:p="http://schemas.openxmlformats.org/presentationml/2006/main" preserve="1">
  <p:cSld name="Picture larg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150650" y="1447963"/>
            <a:ext cx="300917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8150649" y="2915312"/>
            <a:ext cx="3008394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-1" y="1"/>
            <a:ext cx="7124790" cy="6858000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6738320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7344B420-545A-62A7-E9BA-614E7AC089C4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00ADD3D-62B4-D417-85EB-AC2A4C6FDA6B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FA23951E-B7E5-4D65-8B0C-53DD0C1BEBCB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3.xml><?xml version="1.0" encoding="utf-8"?>
<p:sldLayout xmlns:p="http://schemas.openxmlformats.org/presentationml/2006/main" preserve="1">
  <p:cSld name="2 x Picture medium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323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5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7A37629A-1832-68E8-A114-C95A70114C5F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43E05FC7-82BE-0C41-DD16-3357985FC05E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0" y="3502611"/>
            <a:ext cx="6023198" cy="3355388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75DEE9CA-150C-0798-4D8D-EAFBCD56B24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9927B507-9DED-F539-8DB0-88F5E5DBB362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3" name="Foliennummernplatzhalter 12">
            <a:extLst xmlns:a="http://schemas.openxmlformats.org/drawingml/2006/main">
              <a:ext uri="{FF2B5EF4-FFF2-40B4-BE49-F238E27FC236}">
                <a16:creationId xmlns:a16="http://schemas.microsoft.com/office/drawing/2014/main" id="{C4D0FFB6-F5ED-AF25-C78D-7BDF86777E68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4.xml><?xml version="1.0" encoding="utf-8"?>
<p:sldLayout xmlns:p="http://schemas.openxmlformats.org/presentationml/2006/main" preserve="1">
  <p:cSld name="3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259712A-84DA-91C4-019C-0526D643DE44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3429809"/>
          </a:xfrm>
        </p:spPr>
        <p:txBody>
          <a:bodyPr xmlns:a="http://schemas.openxmlformats.org/drawingml/2006/main" tIns="216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634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3502612"/>
            <a:ext cx="2941223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3502612"/>
            <a:ext cx="3009172" cy="3353771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0009BAB7-4811-A6E6-6686-B29A79B4D17A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9" name="Datumsplatzhalter 8">
            <a:extLst xmlns:a="http://schemas.openxmlformats.org/drawingml/2006/main">
              <a:ext uri="{FF2B5EF4-FFF2-40B4-BE49-F238E27FC236}">
                <a16:creationId xmlns:a16="http://schemas.microsoft.com/office/drawing/2014/main" id="{A9008DF5-53C1-9C6F-A658-90673D97EE06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E751EF08-7871-9322-93EF-917A88E44669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F5A93A3-9794-CD1F-505F-3F52A31A0421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5.xml><?xml version="1.0" encoding="utf-8"?>
<p:sldLayout xmlns:p="http://schemas.openxmlformats.org/presentationml/2006/main" preserve="1">
  <p:cSld name="4x Picture +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123375" y="1447963"/>
            <a:ext cx="4035669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7123374" y="2915312"/>
            <a:ext cx="4035669" cy="35964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0" y="1"/>
            <a:ext cx="6023198" cy="2400866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550EFE-52E4-B588-BCD3-3F1385CC3A93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0" y="2475287"/>
            <a:ext cx="2941223" cy="4381096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BA06215-A938-D338-D0E4-2E5A33BC0500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3014026" y="2475288"/>
            <a:ext cx="3009172" cy="1981847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F874EA88-5D8E-675D-61BF-2ACE9FE3ECD8}"/>
              </a:ext>
            </a:extLst>
          </p:cNvPr>
          <p:cNvSpPr>
            <a:spLocks xmlns:a="http://schemas.openxmlformats.org/drawingml/2006/main" noGrp="1"/>
          </p:cNvSpPr>
          <p:nvPr>
            <p:ph type="pic" idx="21" hasCustomPrompt="1"/>
          </p:nvPr>
        </p:nvSpPr>
        <p:spPr>
          <a:xfrm xmlns:a="http://schemas.openxmlformats.org/drawingml/2006/main">
            <a:off x="3014026" y="4538365"/>
            <a:ext cx="3009172" cy="2318018"/>
          </a:xfrm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9CE7D705-8FF0-6FF9-ECAE-0F176D841A52}"/>
              </a:ext>
            </a:extLst>
          </p:cNvPr>
          <p:cNvSpPr>
            <a:spLocks xmlns:a="http://schemas.openxmlformats.org/drawingml/2006/main" noGrp="1"/>
          </p:cNvSpPr>
          <p:nvPr>
            <p:ph type="dgm" idx="17"/>
          </p:nvPr>
        </p:nvSpPr>
        <p:spPr>
          <a:xfrm xmlns:a="http://schemas.openxmlformats.org/drawingml/2006/main">
            <a:off x="5711046" y="1654401"/>
            <a:ext cx="1229045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5" name="Datumsplatzhalter 4">
            <a:extLst xmlns:a="http://schemas.openxmlformats.org/drawingml/2006/main">
              <a:ext uri="{FF2B5EF4-FFF2-40B4-BE49-F238E27FC236}">
                <a16:creationId xmlns:a16="http://schemas.microsoft.com/office/drawing/2014/main" id="{2E4EF72C-5140-DBC7-63FC-C6646DF74A1E}"/>
              </a:ext>
            </a:extLst>
          </p:cNvPr>
          <p:cNvSpPr>
            <a:spLocks xmlns:a="http://schemas.openxmlformats.org/drawingml/2006/main" noGrp="1"/>
          </p:cNvSpPr>
          <p:nvPr>
            <p:ph type="dt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2303E58F-E4EB-B5DE-1C27-1B00DCE9068B}"/>
              </a:ext>
            </a:extLst>
          </p:cNvPr>
          <p:cNvSpPr>
            <a:spLocks xmlns:a="http://schemas.openxmlformats.org/drawingml/2006/main" noGrp="1"/>
          </p:cNvSpPr>
          <p:nvPr>
            <p:ph type="ftr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809D3A6E-6BCB-74E4-F084-41AB30AF624E}"/>
              </a:ext>
            </a:extLst>
          </p:cNvPr>
          <p:cNvSpPr>
            <a:spLocks xmlns:a="http://schemas.openxmlformats.org/drawingml/2006/main" noGrp="1"/>
          </p:cNvSpPr>
          <p:nvPr>
            <p:ph type="sldNum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6.xml><?xml version="1.0" encoding="utf-8"?>
<p:sldLayout xmlns:p="http://schemas.openxmlformats.org/presentationml/2006/main" preserve="1">
  <p:cSld name="Wide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D48DE0E1-1846-5DF0-7CC7-7EFE16FFEC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2475286"/>
            <a:ext cx="12192000" cy="4382714"/>
          </a:xfrm>
        </p:spPr>
        <p:txBody>
          <a:bodyPr xmlns:a="http://schemas.openxmlformats.org/drawingml/2006/main" tIns="144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EE323C04-FA53-4D38-A83D-2F133E9CB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4F71BC56-37FE-8D6E-57B4-829565CD2C85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B802352D-FEA4-6820-B39A-0F49E769CC2D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E7AB0FB5-34EC-B359-8FE5-B4D678F882EE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7.xml><?xml version="1.0" encoding="utf-8"?>
<p:sldLayout xmlns:p="http://schemas.openxmlformats.org/presentationml/2006/main" preserve="1">
  <p:cSld name="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FESTO-Logo">
            <a:extLst xmlns:a="http://schemas.openxmlformats.org/drawingml/2006/main">
              <a:ext uri="{FF2B5EF4-FFF2-40B4-BE49-F238E27FC236}">
                <a16:creationId xmlns:a16="http://schemas.microsoft.com/office/drawing/2014/main" id="{AEE09227-2696-0566-E699-ACBEF8A6DA7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be74d201ff6240b7">
              <a:extLst>
                <a:ext uri="{96DAC541-7B7A-43D3-8B79-37D633B846F1}">
                  <asvg:svgBlip xmlns:asvg="http://schemas.microsoft.com/office/drawing/2016/SVG/main" r:embed="R7a20df32edda46a2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5513393C-F326-211C-7DA3-23BF25559D02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133E06D0-4E3D-D226-3FBE-D4791EA33512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32CF6322-C029-0332-31CD-85B6E572F2EA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8.xml><?xml version="1.0" encoding="utf-8"?>
<p:sldLayout xmlns:p="http://schemas.openxmlformats.org/presentationml/2006/main" preserve="1">
  <p:cSld name="Title + Fullscreen Pictur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>
            <a:off x="7279" y="1140276"/>
            <a:ext cx="733758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3" name="FESTO-Logo">
            <a:extLst xmlns:a="http://schemas.openxmlformats.org/drawingml/2006/main">
              <a:ext uri="{FF2B5EF4-FFF2-40B4-BE49-F238E27FC236}">
                <a16:creationId xmlns:a16="http://schemas.microsoft.com/office/drawing/2014/main" id="{0C715372-2F5A-C8B8-ECE5-9457BD0E3AB2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488561" y="0"/>
            <a:ext cx="1217350" cy="1220604"/>
          </a:xfrm>
          <a:prstGeom xmlns:a="http://schemas.openxmlformats.org/drawingml/2006/main" prst="rect">
            <a:avLst/>
          </a:prstGeom>
          <a:blipFill xmlns:a="http://schemas.openxmlformats.org/drawingml/2006/main" rotWithShape="1">
            <a:blip xmlns:r="http://schemas.openxmlformats.org/officeDocument/2006/relationships" r:embed="R149353573a0f41c9">
              <a:extLst>
                <a:ext uri="{96DAC541-7B7A-43D3-8B79-37D633B846F1}">
                  <asvg:svgBlip xmlns:asvg="http://schemas.microsoft.com/office/drawing/2016/SVG/main" r:embed="R0cc2083be7b444ef"/>
                </a:ext>
              </a:extLst>
            </a:blip>
            <a:srcRect l="0" t="0" r="0" b="0"/>
            <a:stretch>
              <a:fillRect l="-200" t="-900" r="0" b="100"/>
            </a:stretch>
          </a:blipFill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A6291560-BFE3-CBB5-CB7F-0C1529365E08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6" name="Fußzeilenplatzhalter 5">
            <a:extLst xmlns:a="http://schemas.openxmlformats.org/drawingml/2006/main">
              <a:ext uri="{FF2B5EF4-FFF2-40B4-BE49-F238E27FC236}">
                <a16:creationId xmlns:a16="http://schemas.microsoft.com/office/drawing/2014/main" id="{C0CAD68E-BC0B-3EBC-0290-BC6E0B1921AD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FD0400A0-6D60-4166-8ED4-1E3517B73885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09.xml><?xml version="1.0" encoding="utf-8"?>
<p:sldLayout xmlns:p="http://schemas.openxmlformats.org/presentationml/2006/main" showMasterSp="0" preserve="1">
  <p:cSld name="Fullscreen Video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Medienplatzhalter 2">
            <a:extLst xmlns:a="http://schemas.openxmlformats.org/drawingml/2006/main">
              <a:ext uri="{FF2B5EF4-FFF2-40B4-BE49-F238E27FC236}">
                <a16:creationId xmlns:a16="http://schemas.microsoft.com/office/drawing/2014/main" id="{D49860AD-26BB-7C4B-79B2-C791571B20FC}"/>
              </a:ext>
            </a:extLst>
          </p:cNvPr>
          <p:cNvSpPr>
            <a:spLocks xmlns:a="http://schemas.openxmlformats.org/drawingml/2006/main" noGrp="1"/>
          </p:cNvSpPr>
          <p:nvPr>
            <p:ph type="media" idx="13" hasCustomPrompt="1"/>
          </p:nvPr>
        </p:nvSpPr>
        <p:spPr>
          <a:xfrm xmlns:a="http://schemas.openxmlformats.org/drawingml/2006/main">
            <a:off x="-1" y="1"/>
            <a:ext cx="12191999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video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video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4B98DAB7-BEE7-226D-5637-B0A7F552F7D0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E1AAF9EF-CE98-9AB4-9F25-4A00CD5501C3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9" name="Foliennummernplatzhalter 8">
            <a:extLst xmlns:a="http://schemas.openxmlformats.org/drawingml/2006/main">
              <a:ext uri="{FF2B5EF4-FFF2-40B4-BE49-F238E27FC236}">
                <a16:creationId xmlns:a16="http://schemas.microsoft.com/office/drawing/2014/main" id="{700DD96C-A8E1-6735-BDED-B21D8C2214B1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0.xml><?xml version="1.0" encoding="utf-8"?>
<p:sldLayout xmlns:p="http://schemas.openxmlformats.org/presentationml/2006/main" preserve="1">
  <p:cSld name="Content Slides dark Images">
    <p:bg>
      <p:bgPr>
        <a:solidFill xmlns:a="http://schemas.openxmlformats.org/drawingml/2006/main">
          <a:schemeClr val="tx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feld 5">
            <a:extLst xmlns:a="http://schemas.openxmlformats.org/drawingml/2006/main">
              <a:ext uri="{FF2B5EF4-FFF2-40B4-BE49-F238E27FC236}">
                <a16:creationId xmlns:a16="http://schemas.microsoft.com/office/drawing/2014/main" id="{EB4D9AFF-BFB1-3060-5E48-71EBC380E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1888014"/>
            <a:ext cx="11447796" cy="256912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indent="0" algn="l">
              <a:spcBef>
                <a:spcPts val="611"/>
              </a:spcBef>
              <a:spcAft>
                <a:spcPts val="611"/>
              </a:spcAft>
              <a:buClr>
                <a:schemeClr val="accent4"/>
              </a:buClr>
              <a:buFont typeface="Arial"/>
              <a:buNone/>
            </a:pPr>
            <a:r>
              <a:rPr sz="14064" b="1">
                <a:solidFill>
                  <a:schemeClr val="bg1"/>
                </a:solidFill>
                <a:latin typeface="+mn-lt"/>
                <a:ea typeface="+mn-lt"/>
                <a:cs typeface="+mn-lt"/>
              </a:rPr>
              <a:t>Content slides dark images</a:t>
            </a:r>
          </a:p>
        </p:txBody>
      </p:sp>
      <p:sp>
        <p:nvSpPr>
          <p:cNvPr id="2" name="Datumsplatzhalter 1">
            <a:extLst xmlns:a="http://schemas.openxmlformats.org/drawingml/2006/main">
              <a:ext uri="{FF2B5EF4-FFF2-40B4-BE49-F238E27FC236}">
                <a16:creationId xmlns:a16="http://schemas.microsoft.com/office/drawing/2014/main" id="{67C85B7D-8FF0-73B1-FEAA-631A7F8FBA2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3" name="Fußzeilenplatzhalter 2">
            <a:extLst xmlns:a="http://schemas.openxmlformats.org/drawingml/2006/main">
              <a:ext uri="{FF2B5EF4-FFF2-40B4-BE49-F238E27FC236}">
                <a16:creationId xmlns:a16="http://schemas.microsoft.com/office/drawing/2014/main" id="{27D9FE4D-DC87-7F15-D19B-6FC2150A24F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4" name="Foliennummernplatzhalter 3">
            <a:extLst xmlns:a="http://schemas.openxmlformats.org/drawingml/2006/main">
              <a:ext uri="{FF2B5EF4-FFF2-40B4-BE49-F238E27FC236}">
                <a16:creationId xmlns:a16="http://schemas.microsoft.com/office/drawing/2014/main" id="{91FEF5F6-418C-DEF5-9639-BAC3C7EF3E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5" name="Rechteck 4">
            <a:extLst xmlns:a="http://schemas.openxmlformats.org/drawingml/2006/main">
              <a:ext uri="{FF2B5EF4-FFF2-40B4-BE49-F238E27FC236}">
                <a16:creationId xmlns:a16="http://schemas.microsoft.com/office/drawing/2014/main" id="{DAC441EA-5342-2CB5-144C-F86DC5019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05300" y="0"/>
            <a:ext cx="1614599" cy="137354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tx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</a:endParaRPr>
          </a:p>
        </p:txBody>
      </p:sp>
      <p:sp>
        <p:nvSpPr>
          <p:cNvPr id="9" name="Rechteck 8">
            <a:extLst xmlns:a="http://schemas.openxmlformats.org/drawingml/2006/main">
              <a:ext uri="{FF2B5EF4-FFF2-40B4-BE49-F238E27FC236}">
                <a16:creationId xmlns:a16="http://schemas.microsoft.com/office/drawing/2014/main" id="{843F95DC-3173-8BF8-8AC3-411B2478B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02" y="420637"/>
            <a:ext cx="3596446" cy="512854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20127" tIns="220127" rIns="220127" bIns="220127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r>
              <a:rPr>
                <a:solidFill>
                  <a:schemeClr val="tx1"/>
                </a:solidFill>
              </a:rPr>
              <a:t>Not for layout purposes</a:t>
            </a:r>
          </a:p>
        </p:txBody>
      </p:sp>
    </p:spTree>
  </p:cSld>
</p:sldLayout>
</file>

<file path=ppt/slideLayouts/slideLayout111.xml><?xml version="1.0" encoding="utf-8"?>
<p:sldLayout xmlns:p="http://schemas.openxmlformats.org/presentationml/2006/main" preserve="1">
  <p:cSld name="Text +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690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CCEC33AA-0D63-AE2A-963E-AD01267B8DA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6BA6757C-5CE0-4F79-8AFE-93FFA374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Titel 11">
            <a:extLst xmlns:a="http://schemas.openxmlformats.org/drawingml/2006/main">
              <a:ext uri="{FF2B5EF4-FFF2-40B4-BE49-F238E27FC236}">
                <a16:creationId xmlns:a16="http://schemas.microsoft.com/office/drawing/2014/main" id="{60BB81BC-F744-EE7C-E9AD-337C4589BA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14EFE946-4F96-1B7D-CF71-F733430B13EA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79F3C132-8AEE-9E8C-D683-149A2CB6F5D2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30FB54EC-06FF-43DD-EDA8-6D0C75AB0064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2.xml><?xml version="1.0" encoding="utf-8"?>
<p:sldLayout xmlns:p="http://schemas.openxmlformats.org/presentationml/2006/main" preserve="1">
  <p:cSld name="Text + 2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6" y="2475287"/>
            <a:ext cx="454955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A88B184D-9888-81B0-B54E-441D84D8679B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70571ABC-24B4-EDF1-8279-2A2CDA2592E7}"/>
              </a:ext>
            </a:extLst>
          </p:cNvPr>
          <p:cNvSpPr>
            <a:spLocks xmlns:a="http://schemas.openxmlformats.org/drawingml/2006/main" noGrp="1"/>
          </p:cNvSpPr>
          <p:nvPr>
            <p:ph type="pic" idx="22" hasCustomPrompt="1"/>
          </p:nvPr>
        </p:nvSpPr>
        <p:spPr>
          <a:xfrm xmlns:a="http://schemas.openxmlformats.org/drawingml/2006/main">
            <a:off x="6096000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7731E7BD-7418-4FA4-8042-F2DF7E4B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" name="Titel 5">
            <a:extLst xmlns:a="http://schemas.openxmlformats.org/drawingml/2006/main">
              <a:ext uri="{FF2B5EF4-FFF2-40B4-BE49-F238E27FC236}">
                <a16:creationId xmlns:a16="http://schemas.microsoft.com/office/drawing/2014/main" id="{9872597D-28DE-3CE5-75C3-1987483CFE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E7055089-C310-FBFB-3110-255C5777B6A2}"/>
              </a:ext>
            </a:extLst>
          </p:cNvPr>
          <p:cNvSpPr>
            <a:spLocks xmlns:a="http://schemas.openxmlformats.org/drawingml/2006/main" noGrp="1"/>
          </p:cNvSpPr>
          <p:nvPr>
            <p:ph type="dt" idx="23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891979E5-2E49-757A-A3C9-08B33ED8E714}"/>
              </a:ext>
            </a:extLst>
          </p:cNvPr>
          <p:cNvSpPr>
            <a:spLocks xmlns:a="http://schemas.openxmlformats.org/drawingml/2006/main" noGrp="1"/>
          </p:cNvSpPr>
          <p:nvPr>
            <p:ph type="ftr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11E3C149-7B9F-CE3A-8A48-100477BFA515}"/>
              </a:ext>
            </a:extLst>
          </p:cNvPr>
          <p:cNvSpPr>
            <a:spLocks xmlns:a="http://schemas.openxmlformats.org/drawingml/2006/main" noGrp="1"/>
          </p:cNvSpPr>
          <p:nvPr>
            <p:ph type="sldNum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3.xml><?xml version="1.0" encoding="utf-8"?>
<p:sldLayout xmlns:p="http://schemas.openxmlformats.org/presentationml/2006/main" preserve="1">
  <p:cSld name="Text + 3x Picture small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6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9692F17-DF23-900B-6A29-8DC63BF654E6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8779164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Gerader Verbinder 5">
            <a:extLst xmlns:a="http://schemas.openxmlformats.org/drawingml/2006/main">
              <a:ext uri="{FF2B5EF4-FFF2-40B4-BE49-F238E27FC236}">
                <a16:creationId xmlns:a16="http://schemas.microsoft.com/office/drawing/2014/main" id="{00A35CF4-8B8F-460A-84F7-2289797B4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D21E0D19-5457-16AD-73E8-A5B915CFF16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557692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68ABBA91-8E20-CB30-AAD7-A616306865BF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A6525E11-5EC5-6C24-CBAA-CE27869B4BA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A349EE42-911D-8DA1-E004-9BD775176D54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4.xml><?xml version="1.0" encoding="utf-8"?>
<p:sldLayout xmlns:p="http://schemas.openxmlformats.org/presentationml/2006/main" preserve="1">
  <p:cSld name="Text + 3x Picture small up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7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0" bIns="144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3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17FBEE26-EF6A-FB40-624D-D3EF6BE01A90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C35F600C-5254-9ED5-D79E-6C03AF9DDEEB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6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5E5DE80-8A34-8A92-A404-B62444893070}"/>
              </a:ext>
            </a:extLst>
          </p:cNvPr>
          <p:cNvSpPr>
            <a:spLocks xmlns:a="http://schemas.openxmlformats.org/drawingml/2006/main" noGrp="1"/>
          </p:cNvSpPr>
          <p:nvPr>
            <p:ph type="pic" idx="24" hasCustomPrompt="1"/>
          </p:nvPr>
        </p:nvSpPr>
        <p:spPr>
          <a:xfrm xmlns:a="http://schemas.openxmlformats.org/drawingml/2006/main">
            <a:off x="5068676" y="2034705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Gerader Verbinder 3">
            <a:extLst xmlns:a="http://schemas.openxmlformats.org/drawingml/2006/main">
              <a:ext uri="{FF2B5EF4-FFF2-40B4-BE49-F238E27FC236}">
                <a16:creationId xmlns:a16="http://schemas.microsoft.com/office/drawing/2014/main" id="{8FD1A6FA-2551-4A37-A494-1F61AE4B8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0893CB64-CFB0-1E13-65A7-E9999594D75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690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6" name="Datumsplatzhalter 15">
            <a:extLst xmlns:a="http://schemas.openxmlformats.org/drawingml/2006/main">
              <a:ext uri="{FF2B5EF4-FFF2-40B4-BE49-F238E27FC236}">
                <a16:creationId xmlns:a16="http://schemas.microsoft.com/office/drawing/2014/main" id="{2929A475-E4B2-8491-4B6A-3333A4408C40}"/>
              </a:ext>
            </a:extLst>
          </p:cNvPr>
          <p:cNvSpPr>
            <a:spLocks xmlns:a="http://schemas.openxmlformats.org/drawingml/2006/main" noGrp="1"/>
          </p:cNvSpPr>
          <p:nvPr>
            <p:ph type="dt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7" name="Fußzeilenplatzhalter 16">
            <a:extLst xmlns:a="http://schemas.openxmlformats.org/drawingml/2006/main">
              <a:ext uri="{FF2B5EF4-FFF2-40B4-BE49-F238E27FC236}">
                <a16:creationId xmlns:a16="http://schemas.microsoft.com/office/drawing/2014/main" id="{09ADDC3B-6EF9-44C9-63F5-92092603DE0F}"/>
              </a:ext>
            </a:extLst>
          </p:cNvPr>
          <p:cNvSpPr>
            <a:spLocks xmlns:a="http://schemas.openxmlformats.org/drawingml/2006/main" noGrp="1"/>
          </p:cNvSpPr>
          <p:nvPr>
            <p:ph type="ftr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8" name="Foliennummernplatzhalter 17">
            <a:extLst xmlns:a="http://schemas.openxmlformats.org/drawingml/2006/main">
              <a:ext uri="{FF2B5EF4-FFF2-40B4-BE49-F238E27FC236}">
                <a16:creationId xmlns:a16="http://schemas.microsoft.com/office/drawing/2014/main" id="{2224EFD9-3669-EE1D-455B-1E6088208FB0}"/>
              </a:ext>
            </a:extLst>
          </p:cNvPr>
          <p:cNvSpPr>
            <a:spLocks xmlns:a="http://schemas.openxmlformats.org/drawingml/2006/main" noGrp="1"/>
          </p:cNvSpPr>
          <p:nvPr>
            <p:ph type="sldNum" idx="2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5.xml><?xml version="1.0" encoding="utf-8"?>
<p:sldLayout xmlns:p="http://schemas.openxmlformats.org/presentationml/2006/main" preserve="1">
  <p:cSld name="Text +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454952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A4FEFBE-643B-7CEA-CBE7-2A424743EA9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BAB8F567-49D7-E9AF-BD1F-6C6AB7B457F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26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95B1099-4973-4AC5-A31F-7FDBA4C43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0308DEE5-F78B-7950-3365-5C6261FCA25D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B9D3EF29-B860-1F30-9675-8A6C2A7032BF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1C67694A-2E2A-9E72-9DB8-1B3268ECB1B8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6.xml><?xml version="1.0" encoding="utf-8"?>
<p:sldLayout xmlns:p="http://schemas.openxmlformats.org/presentationml/2006/main" preserve="1">
  <p:cSld name="Text + 2x Picture medium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3522156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0" y="1"/>
            <a:ext cx="6096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DF33D803-4825-6BFE-432E-1F1BCB174C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D2EC0F7-6E83-72CB-4F2D-F3052F91317F}"/>
              </a:ext>
            </a:extLst>
          </p:cNvPr>
          <p:cNvSpPr>
            <a:spLocks xmlns:a="http://schemas.openxmlformats.org/drawingml/2006/main" noGrp="1"/>
          </p:cNvSpPr>
          <p:nvPr>
            <p:ph type="pic" idx="23" hasCustomPrompt="1"/>
          </p:nvPr>
        </p:nvSpPr>
        <p:spPr>
          <a:xfrm xmlns:a="http://schemas.openxmlformats.org/drawingml/2006/main">
            <a:off x="5068676" y="4529937"/>
            <a:ext cx="3009172" cy="198184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  <a:ln xmlns:a="http://schemas.openxmlformats.org/drawingml/2006/main" w="69850">
            <a:solidFill>
              <a:schemeClr val="bg1"/>
            </a:solidFill>
          </a:ln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4B782F6E-6A35-49BA-92E1-C7ACB6258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" name="Titel 8">
            <a:extLst xmlns:a="http://schemas.openxmlformats.org/drawingml/2006/main">
              <a:ext uri="{FF2B5EF4-FFF2-40B4-BE49-F238E27FC236}">
                <a16:creationId xmlns:a16="http://schemas.microsoft.com/office/drawing/2014/main" id="{63915F2E-313B-22E2-B725-D7C7DB6F44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4549553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1" name="Datumsplatzhalter 10">
            <a:extLst xmlns:a="http://schemas.openxmlformats.org/drawingml/2006/main">
              <a:ext uri="{FF2B5EF4-FFF2-40B4-BE49-F238E27FC236}">
                <a16:creationId xmlns:a16="http://schemas.microsoft.com/office/drawing/2014/main" id="{CF198929-C21B-03A7-833C-BC6D923D37F8}"/>
              </a:ext>
            </a:extLst>
          </p:cNvPr>
          <p:cNvSpPr>
            <a:spLocks xmlns:a="http://schemas.openxmlformats.org/drawingml/2006/main" noGrp="1"/>
          </p:cNvSpPr>
          <p:nvPr>
            <p:ph type="dt" idx="2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2" name="Fußzeilenplatzhalter 11">
            <a:extLst xmlns:a="http://schemas.openxmlformats.org/drawingml/2006/main">
              <a:ext uri="{FF2B5EF4-FFF2-40B4-BE49-F238E27FC236}">
                <a16:creationId xmlns:a16="http://schemas.microsoft.com/office/drawing/2014/main" id="{4706AD5D-0DB1-9FE4-AB72-2E75409C4B78}"/>
              </a:ext>
            </a:extLst>
          </p:cNvPr>
          <p:cNvSpPr>
            <a:spLocks xmlns:a="http://schemas.openxmlformats.org/drawingml/2006/main" noGrp="1"/>
          </p:cNvSpPr>
          <p:nvPr>
            <p:ph type="ftr" idx="2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541384F-9BC3-4C0E-83F4-091323833D83}"/>
              </a:ext>
            </a:extLst>
          </p:cNvPr>
          <p:cNvSpPr>
            <a:spLocks xmlns:a="http://schemas.openxmlformats.org/drawingml/2006/main" noGrp="1"/>
          </p:cNvSpPr>
          <p:nvPr>
            <p:ph type="sldNum" idx="2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7.xml><?xml version="1.0" encoding="utf-8"?>
<p:sldLayout xmlns:p="http://schemas.openxmlformats.org/presentationml/2006/main" preserve="1">
  <p:cSld name="Text + Picture big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3522782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5069509" y="1"/>
            <a:ext cx="7122492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7D3C61D8-1A81-C702-27E8-1A7FF48D499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3AEA1AD0-22FD-466C-8A54-7DEB9095D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5E73FE6B-EE21-283F-1C70-928CF491F6F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3522782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2" name="Datumsplatzhalter 11">
            <a:extLst xmlns:a="http://schemas.openxmlformats.org/drawingml/2006/main">
              <a:ext uri="{FF2B5EF4-FFF2-40B4-BE49-F238E27FC236}">
                <a16:creationId xmlns:a16="http://schemas.microsoft.com/office/drawing/2014/main" id="{93B008C4-1437-8E29-7AFE-DFA190F63A09}"/>
              </a:ext>
            </a:extLst>
          </p:cNvPr>
          <p:cNvSpPr>
            <a:spLocks xmlns:a="http://schemas.openxmlformats.org/drawingml/2006/main" noGrp="1"/>
          </p:cNvSpPr>
          <p:nvPr>
            <p:ph type="dt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3" name="Fußzeilenplatzhalter 12">
            <a:extLst xmlns:a="http://schemas.openxmlformats.org/drawingml/2006/main">
              <a:ext uri="{FF2B5EF4-FFF2-40B4-BE49-F238E27FC236}">
                <a16:creationId xmlns:a16="http://schemas.microsoft.com/office/drawing/2014/main" id="{D4E6CC33-67C0-F23D-D144-DF5BAB8CE4A3}"/>
              </a:ext>
            </a:extLst>
          </p:cNvPr>
          <p:cNvSpPr>
            <a:spLocks xmlns:a="http://schemas.openxmlformats.org/drawingml/2006/main" noGrp="1"/>
          </p:cNvSpPr>
          <p:nvPr>
            <p:ph type="ftr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4" name="Foliennummernplatzhalter 13">
            <a:extLst xmlns:a="http://schemas.openxmlformats.org/drawingml/2006/main">
              <a:ext uri="{FF2B5EF4-FFF2-40B4-BE49-F238E27FC236}">
                <a16:creationId xmlns:a16="http://schemas.microsoft.com/office/drawing/2014/main" id="{2F5D2F3B-4E0C-5A62-B648-845A471644BA}"/>
              </a:ext>
            </a:extLst>
          </p:cNvPr>
          <p:cNvSpPr>
            <a:spLocks xmlns:a="http://schemas.openxmlformats.org/drawingml/2006/main" noGrp="1"/>
          </p:cNvSpPr>
          <p:nvPr>
            <p:ph type="sldNum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8.xml><?xml version="1.0" encoding="utf-8"?>
<p:sldLayout xmlns:p="http://schemas.openxmlformats.org/presentationml/2006/main" preserve="1">
  <p:cSld name="Text + 2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6096001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45E280E5-98FE-997D-EB4F-4C85B35CA2B5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F3DC1A36-2FE9-37C1-3F75-F214FFA6B89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7951810E-46E5-4AFE-80E6-2D9CAA01B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Datumsplatzhalter 12">
            <a:extLst xmlns:a="http://schemas.openxmlformats.org/drawingml/2006/main">
              <a:ext uri="{FF2B5EF4-FFF2-40B4-BE49-F238E27FC236}">
                <a16:creationId xmlns:a16="http://schemas.microsoft.com/office/drawing/2014/main" id="{68609EF9-83E1-3551-E8BF-24CDFB5C476E}"/>
              </a:ext>
            </a:extLst>
          </p:cNvPr>
          <p:cNvSpPr>
            <a:spLocks xmlns:a="http://schemas.openxmlformats.org/drawingml/2006/main" noGrp="1"/>
          </p:cNvSpPr>
          <p:nvPr>
            <p:ph type="dt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4" name="Fußzeilenplatzhalter 13">
            <a:extLst xmlns:a="http://schemas.openxmlformats.org/drawingml/2006/main">
              <a:ext uri="{FF2B5EF4-FFF2-40B4-BE49-F238E27FC236}">
                <a16:creationId xmlns:a16="http://schemas.microsoft.com/office/drawing/2014/main" id="{28145D90-CBE4-8F91-8AFE-E68128A82C6E}"/>
              </a:ext>
            </a:extLst>
          </p:cNvPr>
          <p:cNvSpPr>
            <a:spLocks xmlns:a="http://schemas.openxmlformats.org/drawingml/2006/main" noGrp="1"/>
          </p:cNvSpPr>
          <p:nvPr>
            <p:ph type="ftr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5" name="Foliennummernplatzhalter 14">
            <a:extLst xmlns:a="http://schemas.openxmlformats.org/drawingml/2006/main">
              <a:ext uri="{FF2B5EF4-FFF2-40B4-BE49-F238E27FC236}">
                <a16:creationId xmlns:a16="http://schemas.microsoft.com/office/drawing/2014/main" id="{BA260330-6286-E040-1B80-F4F374F8C5D0}"/>
              </a:ext>
            </a:extLst>
          </p:cNvPr>
          <p:cNvSpPr>
            <a:spLocks xmlns:a="http://schemas.openxmlformats.org/drawingml/2006/main" noGrp="1"/>
          </p:cNvSpPr>
          <p:nvPr>
            <p:ph type="sldNum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19.xml><?xml version="1.0" encoding="utf-8"?>
<p:sldLayout xmlns:p="http://schemas.openxmlformats.org/presentationml/2006/main" preserve="1">
  <p:cSld name="Text + 3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8" y="2475287"/>
            <a:ext cx="4550157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6096001" y="1"/>
            <a:ext cx="6096001" cy="3428191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6096001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9182828" y="3502612"/>
            <a:ext cx="3009172" cy="335538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F263925F-A50E-34A4-DA49-E31FEA8898B3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Titel 1">
            <a:extLst xmlns:a="http://schemas.openxmlformats.org/drawingml/2006/main">
              <a:ext uri="{FF2B5EF4-FFF2-40B4-BE49-F238E27FC236}">
                <a16:creationId xmlns:a16="http://schemas.microsoft.com/office/drawing/2014/main" id="{A9D284BC-71D1-09A6-C648-222416C6CF6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7" y="933490"/>
            <a:ext cx="4550157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Gerader Verbinder 2">
            <a:extLst xmlns:a="http://schemas.openxmlformats.org/drawingml/2006/main">
              <a:ext uri="{FF2B5EF4-FFF2-40B4-BE49-F238E27FC236}">
                <a16:creationId xmlns:a16="http://schemas.microsoft.com/office/drawing/2014/main" id="{B45021BC-4598-4C75-AF53-2B54196A0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Datumsplatzhalter 13">
            <a:extLst xmlns:a="http://schemas.openxmlformats.org/drawingml/2006/main">
              <a:ext uri="{FF2B5EF4-FFF2-40B4-BE49-F238E27FC236}">
                <a16:creationId xmlns:a16="http://schemas.microsoft.com/office/drawing/2014/main" id="{AE6AEAC7-0231-CF96-2049-9071DFC0BF81}"/>
              </a:ext>
            </a:extLst>
          </p:cNvPr>
          <p:cNvSpPr>
            <a:spLocks xmlns:a="http://schemas.openxmlformats.org/drawingml/2006/main" noGrp="1"/>
          </p:cNvSpPr>
          <p:nvPr>
            <p:ph type="dt" idx="17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5" name="Fußzeilenplatzhalter 14">
            <a:extLst xmlns:a="http://schemas.openxmlformats.org/drawingml/2006/main">
              <a:ext uri="{FF2B5EF4-FFF2-40B4-BE49-F238E27FC236}">
                <a16:creationId xmlns:a16="http://schemas.microsoft.com/office/drawing/2014/main" id="{53E8478E-68F4-2641-2572-6153C8B1D36D}"/>
              </a:ext>
            </a:extLst>
          </p:cNvPr>
          <p:cNvSpPr>
            <a:spLocks xmlns:a="http://schemas.openxmlformats.org/drawingml/2006/main" noGrp="1"/>
          </p:cNvSpPr>
          <p:nvPr>
            <p:ph type="ftr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6" name="Foliennummernplatzhalter 15">
            <a:extLst xmlns:a="http://schemas.openxmlformats.org/drawingml/2006/main">
              <a:ext uri="{FF2B5EF4-FFF2-40B4-BE49-F238E27FC236}">
                <a16:creationId xmlns:a16="http://schemas.microsoft.com/office/drawing/2014/main" id="{23952F03-3D1A-1156-19FB-0ABE36380B8E}"/>
              </a:ext>
            </a:extLst>
          </p:cNvPr>
          <p:cNvSpPr>
            <a:spLocks xmlns:a="http://schemas.openxmlformats.org/drawingml/2006/main" noGrp="1"/>
          </p:cNvSpPr>
          <p:nvPr>
            <p:ph type="sldNum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0.xml><?xml version="1.0" encoding="utf-8"?>
<p:sldLayout xmlns:p="http://schemas.openxmlformats.org/presentationml/2006/main" preserve="1">
  <p:cSld name="Text + 4x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platzhalter 6">
            <a:extLst xmlns:a="http://schemas.openxmlformats.org/drawingml/2006/main">
              <a:ext uri="{FF2B5EF4-FFF2-40B4-BE49-F238E27FC236}">
                <a16:creationId xmlns:a16="http://schemas.microsoft.com/office/drawing/2014/main" id="{A07456C3-B54E-BF04-B74F-CC28F2A4B4AC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959377" y="2475287"/>
            <a:ext cx="5577534" cy="403649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스타일을 편집하려면 클릭</a:t>
            </a:r>
          </a:p>
        </p:txBody>
      </p:sp>
      <p:sp>
        <p:nvSpPr>
          <p:cNvPr id="8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A9EBC5EF-CD40-CFC1-BCC7-E274E77D4E60}"/>
              </a:ext>
            </a:extLst>
          </p:cNvPr>
          <p:cNvSpPr>
            <a:spLocks xmlns:a="http://schemas.openxmlformats.org/drawingml/2006/main" noGrp="1"/>
          </p:cNvSpPr>
          <p:nvPr>
            <p:ph type="pic" idx="14" hasCustomPrompt="1"/>
          </p:nvPr>
        </p:nvSpPr>
        <p:spPr>
          <a:xfrm xmlns:a="http://schemas.openxmlformats.org/drawingml/2006/main">
            <a:off x="7123326" y="1"/>
            <a:ext cx="5068676" cy="24008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152000" anchor="ctr">
            <a:norm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9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2268D100-F933-64E8-4D4D-8EBAD66A7A4A}"/>
              </a:ext>
            </a:extLst>
          </p:cNvPr>
          <p:cNvSpPr>
            <a:spLocks xmlns:a="http://schemas.openxmlformats.org/drawingml/2006/main" noGrp="1"/>
          </p:cNvSpPr>
          <p:nvPr>
            <p:ph type="pic" idx="15" hasCustomPrompt="1"/>
          </p:nvPr>
        </p:nvSpPr>
        <p:spPr>
          <a:xfrm xmlns:a="http://schemas.openxmlformats.org/drawingml/2006/main">
            <a:off x="7123325" y="2475287"/>
            <a:ext cx="3009172" cy="1981847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>
            <a:noAutofit/>
          </a:bodyPr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0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6D261F-B94D-E890-D9ED-A8EC50316E1F}"/>
              </a:ext>
            </a:extLst>
          </p:cNvPr>
          <p:cNvSpPr>
            <a:spLocks xmlns:a="http://schemas.openxmlformats.org/drawingml/2006/main" noGrp="1"/>
          </p:cNvSpPr>
          <p:nvPr>
            <p:ph type="pic" idx="16" hasCustomPrompt="1"/>
          </p:nvPr>
        </p:nvSpPr>
        <p:spPr>
          <a:xfrm xmlns:a="http://schemas.openxmlformats.org/drawingml/2006/main">
            <a:off x="7123325" y="4529936"/>
            <a:ext cx="3009173" cy="232806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60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11" name="Bildplatzhalter 7">
            <a:extLst xmlns:a="http://schemas.openxmlformats.org/drawingml/2006/main">
              <a:ext uri="{FF2B5EF4-FFF2-40B4-BE49-F238E27FC236}">
                <a16:creationId xmlns:a16="http://schemas.microsoft.com/office/drawing/2014/main" id="{56505F99-02A0-F740-9F8C-6244C323B225}"/>
              </a:ext>
            </a:extLst>
          </p:cNvPr>
          <p:cNvSpPr>
            <a:spLocks xmlns:a="http://schemas.openxmlformats.org/drawingml/2006/main" noGrp="1"/>
          </p:cNvSpPr>
          <p:nvPr>
            <p:ph type="pic" idx="17" hasCustomPrompt="1"/>
          </p:nvPr>
        </p:nvSpPr>
        <p:spPr>
          <a:xfrm xmlns:a="http://schemas.openxmlformats.org/drawingml/2006/main">
            <a:off x="10205299" y="2475287"/>
            <a:ext cx="1986703" cy="438271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324000" anchor="ctr"/>
          <a:lstStyle xmlns:a="http://schemas.openxmlformats.org/drawingml/2006/main">
            <a:lvl1pPr marL="0" indent="0" algn="ctr" defTabSz="93186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/>
              <a:buNone/>
              <a:defRPr sz="1223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br/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br/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  <a:endParaRPr/>
          </a:p>
        </p:txBody>
      </p:sp>
      <p:sp>
        <p:nvSpPr>
          <p:cNvPr id="4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65ECDEA6-1F4E-D3AB-C54B-96F4BE254E11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2" name="Gerader Verbinder 1">
            <a:extLst xmlns:a="http://schemas.openxmlformats.org/drawingml/2006/main">
              <a:ext uri="{FF2B5EF4-FFF2-40B4-BE49-F238E27FC236}">
                <a16:creationId xmlns:a16="http://schemas.microsoft.com/office/drawing/2014/main" id="{83600144-16A6-4862-AE21-2B24AD311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26" y="1140276"/>
            <a:ext cx="770348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" name="Titel 2">
            <a:extLst xmlns:a="http://schemas.openxmlformats.org/drawingml/2006/main">
              <a:ext uri="{FF2B5EF4-FFF2-40B4-BE49-F238E27FC236}">
                <a16:creationId xmlns:a16="http://schemas.microsoft.com/office/drawing/2014/main" id="{C9FA7BEE-1185-0DD8-FDCA-70159EC5A9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5577534" cy="95452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F331C2C9-E9C9-526C-C00B-2BD145390832}"/>
              </a:ext>
            </a:extLst>
          </p:cNvPr>
          <p:cNvSpPr>
            <a:spLocks xmlns:a="http://schemas.openxmlformats.org/drawingml/2006/main" noGrp="1"/>
          </p:cNvSpPr>
          <p:nvPr>
            <p:ph type="dt" idx="1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3DA8DE26-DCFC-D32C-C7A8-876A362D5127}"/>
              </a:ext>
            </a:extLst>
          </p:cNvPr>
          <p:cNvSpPr>
            <a:spLocks xmlns:a="http://schemas.openxmlformats.org/drawingml/2006/main" noGrp="1"/>
          </p:cNvSpPr>
          <p:nvPr>
            <p:ph type="ftr" idx="1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5DA5D4D9-BF3D-5F0F-F943-5661B61BD72D}"/>
              </a:ext>
            </a:extLst>
          </p:cNvPr>
          <p:cNvSpPr>
            <a:spLocks xmlns:a="http://schemas.openxmlformats.org/drawingml/2006/main" noGrp="1"/>
          </p:cNvSpPr>
          <p:nvPr>
            <p:ph type="sldNum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1.xml><?xml version="1.0" encoding="utf-8"?>
<p:sldLayout xmlns:p="http://schemas.openxmlformats.org/presentationml/2006/main" preserve="1">
  <p:cSld name="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46EF1C9-86C8-909F-3694-EA4182817318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3" name="Datumsplatzhalter 2">
            <a:extLst xmlns:a="http://schemas.openxmlformats.org/drawingml/2006/main">
              <a:ext uri="{FF2B5EF4-FFF2-40B4-BE49-F238E27FC236}">
                <a16:creationId xmlns:a16="http://schemas.microsoft.com/office/drawing/2014/main" id="{5615E655-E562-E8B3-8589-64DEBD35E12F}"/>
              </a:ext>
            </a:extLst>
          </p:cNvPr>
          <p:cNvSpPr>
            <a:spLocks xmlns:a="http://schemas.openxmlformats.org/drawingml/2006/main" noGrp="1"/>
          </p:cNvSpPr>
          <p:nvPr>
            <p:ph type="dt" idx="1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4" name="Fußzeilenplatzhalter 3">
            <a:extLst xmlns:a="http://schemas.openxmlformats.org/drawingml/2006/main">
              <a:ext uri="{FF2B5EF4-FFF2-40B4-BE49-F238E27FC236}">
                <a16:creationId xmlns:a16="http://schemas.microsoft.com/office/drawing/2014/main" id="{6D47CDD1-217C-2903-3E6D-70E566D1F8DB}"/>
              </a:ext>
            </a:extLst>
          </p:cNvPr>
          <p:cNvSpPr>
            <a:spLocks xmlns:a="http://schemas.openxmlformats.org/drawingml/2006/main" noGrp="1"/>
          </p:cNvSpPr>
          <p:nvPr>
            <p:ph type="ftr" idx="1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5" name="Foliennummernplatzhalter 4">
            <a:extLst xmlns:a="http://schemas.openxmlformats.org/drawingml/2006/main">
              <a:ext uri="{FF2B5EF4-FFF2-40B4-BE49-F238E27FC236}">
                <a16:creationId xmlns:a16="http://schemas.microsoft.com/office/drawing/2014/main" id="{8F97F7D4-D36F-1C04-29F6-1CA9AD5E8E52}"/>
              </a:ext>
            </a:extLst>
          </p:cNvPr>
          <p:cNvSpPr>
            <a:spLocks xmlns:a="http://schemas.openxmlformats.org/drawingml/2006/main" noGrp="1"/>
          </p:cNvSpPr>
          <p:nvPr>
            <p:ph type="sldNum" idx="16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2.xml><?xml version="1.0" encoding="utf-8"?>
<p:sldLayout xmlns:p="http://schemas.openxmlformats.org/presentationml/2006/main" preserve="1">
  <p:cSld name="Title + Fullscreen Picture - without ribb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Bildplatzhalter 6">
            <a:extLst xmlns:a="http://schemas.openxmlformats.org/drawingml/2006/main">
              <a:ext uri="{FF2B5EF4-FFF2-40B4-BE49-F238E27FC236}">
                <a16:creationId xmlns:a16="http://schemas.microsoft.com/office/drawing/2014/main" id="{BE2470C1-4F31-240C-EB9B-C8B49083182F}"/>
              </a:ext>
            </a:extLst>
          </p:cNvPr>
          <p:cNvSpPr>
            <a:spLocks xmlns:a="http://schemas.openxmlformats.org/drawingml/2006/main" noGrp="1"/>
          </p:cNvSpPr>
          <p:nvPr>
            <p:ph type="pic" idx="13" hasCustomPrompt="1"/>
          </p:nvPr>
        </p:nvSpPr>
        <p:spPr>
          <a:xfrm xmlns:a="http://schemas.openxmlformats.org/drawingml/2006/main">
            <a:off x="0" y="1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3"/>
          </a:solidFill>
        </p:spPr>
        <p:txBody>
          <a:bodyPr xmlns:a="http://schemas.openxmlformats.org/drawingml/2006/main" tIns="180000" anchor="ctr"/>
          <a:lstStyle xmlns:a="http://schemas.openxmlformats.org/drawingml/2006/main">
            <a:lvl1pPr algn="ctr">
              <a:buNone/>
              <a:defRPr sz="1223"/>
            </a:lvl1pPr>
          </a:lstStyle>
          <a:p xmlns:a="http://schemas.openxmlformats.org/drawingml/2006/main">
            <a:r>
              <a:t>Insert an </a:t>
            </a:r>
            <a:r>
              <a:t>image</a:t>
            </a:r>
            <a:r>
              <a:t> </a:t>
            </a:r>
            <a:r>
              <a:t>by</a:t>
            </a:r>
            <a:r>
              <a:t> </a:t>
            </a:r>
            <a:r>
              <a:t>clicking</a:t>
            </a:r>
            <a:r>
              <a:t> on </a:t>
            </a:r>
            <a:r>
              <a:t>the</a:t>
            </a:r>
            <a:r>
              <a:t> </a:t>
            </a:r>
            <a:r>
              <a:t>icon</a:t>
            </a:r>
            <a:r>
              <a:t>.</a:t>
            </a:r>
            <a:br/>
            <a:endParaRPr/>
          </a:p>
          <a:p xmlns:a="http://schemas.openxmlformats.org/drawingml/2006/main">
            <a:br/>
            <a:r>
              <a:t>Alternatively</a:t>
            </a:r>
            <a:r>
              <a:t>, </a:t>
            </a:r>
            <a:r>
              <a:t>you</a:t>
            </a:r>
            <a:r>
              <a:t> </a:t>
            </a:r>
            <a:r>
              <a:t>can</a:t>
            </a:r>
            <a:r>
              <a:t> </a:t>
            </a:r>
            <a:r>
              <a:t>copy</a:t>
            </a:r>
            <a:r>
              <a:t> an </a:t>
            </a:r>
            <a:r>
              <a:t>image</a:t>
            </a:r>
            <a:r>
              <a:t> </a:t>
            </a:r>
            <a:r>
              <a:t>to</a:t>
            </a:r>
            <a:r>
              <a:t> </a:t>
            </a:r>
            <a:r>
              <a:t>the</a:t>
            </a:r>
            <a:r>
              <a:t> </a:t>
            </a:r>
            <a:r>
              <a:t>clipboard</a:t>
            </a:r>
            <a:r>
              <a:t>, </a:t>
            </a:r>
            <a:br/>
            <a:r>
              <a:t>select</a:t>
            </a:r>
            <a:r>
              <a:t> </a:t>
            </a:r>
            <a:r>
              <a:t>the</a:t>
            </a:r>
            <a:r>
              <a:t> </a:t>
            </a:r>
            <a:r>
              <a:t>placeholder</a:t>
            </a:r>
            <a:r>
              <a:t> and </a:t>
            </a:r>
            <a:r>
              <a:t>paste</a:t>
            </a:r>
            <a:r>
              <a:t> </a:t>
            </a:r>
            <a:r>
              <a:t>the</a:t>
            </a:r>
            <a:r>
              <a:t> </a:t>
            </a:r>
            <a:r>
              <a:t>image</a:t>
            </a:r>
            <a:r>
              <a:t>.</a:t>
            </a:r>
          </a:p>
        </p:txBody>
      </p:sp>
      <p:sp>
        <p:nvSpPr>
          <p:cNvPr id="4" name="Titel 3">
            <a:extLst xmlns:a="http://schemas.openxmlformats.org/drawingml/2006/main">
              <a:ext uri="{FF2B5EF4-FFF2-40B4-BE49-F238E27FC236}">
                <a16:creationId xmlns:a16="http://schemas.microsoft.com/office/drawing/2014/main" id="{8E1CE913-1002-A42F-1826-9C745D4D4D9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5" name="SmartArt-Platzhalter 6">
            <a:extLst xmlns:a="http://schemas.openxmlformats.org/drawingml/2006/main">
              <a:ext uri="{FF2B5EF4-FFF2-40B4-BE49-F238E27FC236}">
                <a16:creationId xmlns:a16="http://schemas.microsoft.com/office/drawing/2014/main" id="{6388ABCD-7149-8418-A1B5-E0E1821075EC}"/>
              </a:ext>
            </a:extLst>
          </p:cNvPr>
          <p:cNvSpPr>
            <a:spLocks xmlns:a="http://schemas.openxmlformats.org/drawingml/2006/main" noGrp="1"/>
          </p:cNvSpPr>
          <p:nvPr>
            <p:ph type="dgm" idx="19"/>
          </p:nvPr>
        </p:nvSpPr>
        <p:spPr>
          <a:xfrm xmlns:a="http://schemas.openxmlformats.org/drawingml/2006/main" flipV="1">
            <a:off x="21840" y="1140276"/>
            <a:ext cx="719197" cy="0"/>
          </a:xfrm>
          <a:prstGeom xmlns:a="http://schemas.openxmlformats.org/drawingml/2006/main" prst="rect">
            <a:avLst/>
          </a:prstGeom>
          <a:ln xmlns:a="http://schemas.openxmlformats.org/drawingml/2006/main" w="50800">
            <a:solidFill>
              <a:schemeClr val="accent4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>
            <a:lvl1pPr>
              <a:buNone/>
              <a:defRPr sz="102">
                <a:noFill/>
              </a:defRPr>
            </a:lvl1pPr>
          </a:lstStyle>
          <a:p xmlns:a="http://schemas.openxmlformats.org/drawingml/2006/main">
            <a:r>
              <a:t>SmartArt </a:t>
            </a:r>
            <a:r>
              <a:t>그래픽을 추가하려면 아이콘을 클릭하십시오</a:t>
            </a:r>
            <a:endParaRPr/>
          </a:p>
        </p:txBody>
      </p:sp>
      <p:sp>
        <p:nvSpPr>
          <p:cNvPr id="2" name="Untertitel 2">
            <a:extLst xmlns:a="http://schemas.openxmlformats.org/drawingml/2006/main">
              <a:ext uri="{FF2B5EF4-FFF2-40B4-BE49-F238E27FC236}">
                <a16:creationId xmlns:a16="http://schemas.microsoft.com/office/drawing/2014/main" id="{39AD5E86-3787-BBA5-8001-4AFB34A0A316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0649620" y="893160"/>
            <a:ext cx="895233" cy="162409"/>
          </a:xfrm>
          <a:custGeom xmlns:a="http://schemas.openxmlformats.org/drawingml/2006/main">
            <a:gdLst>
              <a:gd name="connsiteX0" fmla="*/ 752298 w 867271"/>
              <a:gd name="connsiteY0" fmla="*/ 31510 h 157430"/>
              <a:gd name="connsiteX1" fmla="*/ 741899 w 867271"/>
              <a:gd name="connsiteY1" fmla="*/ 41995 h 157430"/>
              <a:gd name="connsiteX2" fmla="*/ 741899 w 867271"/>
              <a:gd name="connsiteY2" fmla="*/ 115437 h 157430"/>
              <a:gd name="connsiteX3" fmla="*/ 741899 w 867271"/>
              <a:gd name="connsiteY3" fmla="*/ 115481 h 157430"/>
              <a:gd name="connsiteX4" fmla="*/ 752359 w 867271"/>
              <a:gd name="connsiteY4" fmla="*/ 125950 h 157430"/>
              <a:gd name="connsiteX5" fmla="*/ 815045 w 867271"/>
              <a:gd name="connsiteY5" fmla="*/ 125950 h 157430"/>
              <a:gd name="connsiteX6" fmla="*/ 815087 w 867271"/>
              <a:gd name="connsiteY6" fmla="*/ 125950 h 157430"/>
              <a:gd name="connsiteX7" fmla="*/ 825501 w 867271"/>
              <a:gd name="connsiteY7" fmla="*/ 115437 h 157430"/>
              <a:gd name="connsiteX8" fmla="*/ 825497 w 867271"/>
              <a:gd name="connsiteY8" fmla="*/ 41997 h 157430"/>
              <a:gd name="connsiteX9" fmla="*/ 825497 w 867271"/>
              <a:gd name="connsiteY9" fmla="*/ 41934 h 157430"/>
              <a:gd name="connsiteX10" fmla="*/ 815041 w 867271"/>
              <a:gd name="connsiteY10" fmla="*/ 31510 h 157430"/>
              <a:gd name="connsiteX11" fmla="*/ 752355 w 867271"/>
              <a:gd name="connsiteY11" fmla="*/ 31510 h 157430"/>
              <a:gd name="connsiteX12" fmla="*/ 752298 w 867271"/>
              <a:gd name="connsiteY12" fmla="*/ 31510 h 157430"/>
              <a:gd name="connsiteX13" fmla="*/ 731443 w 867271"/>
              <a:gd name="connsiteY13" fmla="*/ 1 h 157430"/>
              <a:gd name="connsiteX14" fmla="*/ 835957 w 867271"/>
              <a:gd name="connsiteY14" fmla="*/ 1 h 157430"/>
              <a:gd name="connsiteX15" fmla="*/ 835991 w 867271"/>
              <a:gd name="connsiteY15" fmla="*/ 1 h 157430"/>
              <a:gd name="connsiteX16" fmla="*/ 867271 w 867271"/>
              <a:gd name="connsiteY16" fmla="*/ 31510 h 157430"/>
              <a:gd name="connsiteX17" fmla="*/ 867271 w 867271"/>
              <a:gd name="connsiteY17" fmla="*/ 125950 h 157430"/>
              <a:gd name="connsiteX18" fmla="*/ 867271 w 867271"/>
              <a:gd name="connsiteY18" fmla="*/ 126003 h 157430"/>
              <a:gd name="connsiteX19" fmla="*/ 835957 w 867271"/>
              <a:gd name="connsiteY19" fmla="*/ 157430 h 157430"/>
              <a:gd name="connsiteX20" fmla="*/ 731443 w 867271"/>
              <a:gd name="connsiteY20" fmla="*/ 157430 h 157430"/>
              <a:gd name="connsiteX21" fmla="*/ 700129 w 867271"/>
              <a:gd name="connsiteY21" fmla="*/ 125950 h 157430"/>
              <a:gd name="connsiteX22" fmla="*/ 700129 w 867271"/>
              <a:gd name="connsiteY22" fmla="*/ 31510 h 157430"/>
              <a:gd name="connsiteX23" fmla="*/ 731443 w 867271"/>
              <a:gd name="connsiteY23" fmla="*/ 1 h 157430"/>
              <a:gd name="connsiteX24" fmla="*/ 527701 w 867271"/>
              <a:gd name="connsiteY24" fmla="*/ 1 h 157430"/>
              <a:gd name="connsiteX25" fmla="*/ 527728 w 867271"/>
              <a:gd name="connsiteY25" fmla="*/ 1 h 157430"/>
              <a:gd name="connsiteX26" fmla="*/ 684414 w 867271"/>
              <a:gd name="connsiteY26" fmla="*/ 1 h 157430"/>
              <a:gd name="connsiteX27" fmla="*/ 689673 w 867271"/>
              <a:gd name="connsiteY27" fmla="*/ 5244 h 157430"/>
              <a:gd name="connsiteX28" fmla="*/ 689673 w 867271"/>
              <a:gd name="connsiteY28" fmla="*/ 5271 h 157430"/>
              <a:gd name="connsiteX29" fmla="*/ 689673 w 867271"/>
              <a:gd name="connsiteY29" fmla="*/ 26268 h 157430"/>
              <a:gd name="connsiteX30" fmla="*/ 684426 w 867271"/>
              <a:gd name="connsiteY30" fmla="*/ 31510 h 157430"/>
              <a:gd name="connsiteX31" fmla="*/ 684414 w 867271"/>
              <a:gd name="connsiteY31" fmla="*/ 31510 h 157430"/>
              <a:gd name="connsiteX32" fmla="*/ 632188 w 867271"/>
              <a:gd name="connsiteY32" fmla="*/ 31510 h 157430"/>
              <a:gd name="connsiteX33" fmla="*/ 626987 w 867271"/>
              <a:gd name="connsiteY33" fmla="*/ 36737 h 157430"/>
              <a:gd name="connsiteX34" fmla="*/ 626987 w 867271"/>
              <a:gd name="connsiteY34" fmla="*/ 36751 h 157430"/>
              <a:gd name="connsiteX35" fmla="*/ 626987 w 867271"/>
              <a:gd name="connsiteY35" fmla="*/ 152157 h 157430"/>
              <a:gd name="connsiteX36" fmla="*/ 621759 w 867271"/>
              <a:gd name="connsiteY36" fmla="*/ 157428 h 157430"/>
              <a:gd name="connsiteX37" fmla="*/ 621728 w 867271"/>
              <a:gd name="connsiteY37" fmla="*/ 157428 h 157430"/>
              <a:gd name="connsiteX38" fmla="*/ 590418 w 867271"/>
              <a:gd name="connsiteY38" fmla="*/ 157428 h 157430"/>
              <a:gd name="connsiteX39" fmla="*/ 585159 w 867271"/>
              <a:gd name="connsiteY39" fmla="*/ 152185 h 157430"/>
              <a:gd name="connsiteX40" fmla="*/ 585159 w 867271"/>
              <a:gd name="connsiteY40" fmla="*/ 152157 h 157430"/>
              <a:gd name="connsiteX41" fmla="*/ 585159 w 867271"/>
              <a:gd name="connsiteY41" fmla="*/ 36751 h 157430"/>
              <a:gd name="connsiteX42" fmla="*/ 579973 w 867271"/>
              <a:gd name="connsiteY42" fmla="*/ 31510 h 157430"/>
              <a:gd name="connsiteX43" fmla="*/ 579962 w 867271"/>
              <a:gd name="connsiteY43" fmla="*/ 31510 h 157430"/>
              <a:gd name="connsiteX44" fmla="*/ 527728 w 867271"/>
              <a:gd name="connsiteY44" fmla="*/ 31510 h 157430"/>
              <a:gd name="connsiteX45" fmla="*/ 522469 w 867271"/>
              <a:gd name="connsiteY45" fmla="*/ 26284 h 157430"/>
              <a:gd name="connsiteX46" fmla="*/ 522469 w 867271"/>
              <a:gd name="connsiteY46" fmla="*/ 26268 h 157430"/>
              <a:gd name="connsiteX47" fmla="*/ 522469 w 867271"/>
              <a:gd name="connsiteY47" fmla="*/ 5271 h 157430"/>
              <a:gd name="connsiteX48" fmla="*/ 527701 w 867271"/>
              <a:gd name="connsiteY48" fmla="*/ 1 h 157430"/>
              <a:gd name="connsiteX49" fmla="*/ 376185 w 867271"/>
              <a:gd name="connsiteY49" fmla="*/ 1 h 157430"/>
              <a:gd name="connsiteX50" fmla="*/ 480695 w 867271"/>
              <a:gd name="connsiteY50" fmla="*/ 1 h 157430"/>
              <a:gd name="connsiteX51" fmla="*/ 512009 w 867271"/>
              <a:gd name="connsiteY51" fmla="*/ 31510 h 157430"/>
              <a:gd name="connsiteX52" fmla="*/ 512009 w 867271"/>
              <a:gd name="connsiteY52" fmla="*/ 36751 h 157430"/>
              <a:gd name="connsiteX53" fmla="*/ 506812 w 867271"/>
              <a:gd name="connsiteY53" fmla="*/ 41995 h 157430"/>
              <a:gd name="connsiteX54" fmla="*/ 475436 w 867271"/>
              <a:gd name="connsiteY54" fmla="*/ 41995 h 157430"/>
              <a:gd name="connsiteX55" fmla="*/ 470239 w 867271"/>
              <a:gd name="connsiteY55" fmla="*/ 36751 h 157430"/>
              <a:gd name="connsiteX56" fmla="*/ 470239 w 867271"/>
              <a:gd name="connsiteY56" fmla="*/ 36704 h 157430"/>
              <a:gd name="connsiteX57" fmla="*/ 464980 w 867271"/>
              <a:gd name="connsiteY57" fmla="*/ 31510 h 157430"/>
              <a:gd name="connsiteX58" fmla="*/ 397082 w 867271"/>
              <a:gd name="connsiteY58" fmla="*/ 31510 h 157430"/>
              <a:gd name="connsiteX59" fmla="*/ 397059 w 867271"/>
              <a:gd name="connsiteY59" fmla="*/ 31510 h 157430"/>
              <a:gd name="connsiteX60" fmla="*/ 386626 w 867271"/>
              <a:gd name="connsiteY60" fmla="*/ 41995 h 157430"/>
              <a:gd name="connsiteX61" fmla="*/ 386626 w 867271"/>
              <a:gd name="connsiteY61" fmla="*/ 52478 h 157430"/>
              <a:gd name="connsiteX62" fmla="*/ 397082 w 867271"/>
              <a:gd name="connsiteY62" fmla="*/ 62991 h 157430"/>
              <a:gd name="connsiteX63" fmla="*/ 480695 w 867271"/>
              <a:gd name="connsiteY63" fmla="*/ 62991 h 157430"/>
              <a:gd name="connsiteX64" fmla="*/ 512009 w 867271"/>
              <a:gd name="connsiteY64" fmla="*/ 94440 h 157430"/>
              <a:gd name="connsiteX65" fmla="*/ 512009 w 867271"/>
              <a:gd name="connsiteY65" fmla="*/ 125950 h 157430"/>
              <a:gd name="connsiteX66" fmla="*/ 480695 w 867271"/>
              <a:gd name="connsiteY66" fmla="*/ 157430 h 157430"/>
              <a:gd name="connsiteX67" fmla="*/ 376185 w 867271"/>
              <a:gd name="connsiteY67" fmla="*/ 157430 h 157430"/>
              <a:gd name="connsiteX68" fmla="*/ 376160 w 867271"/>
              <a:gd name="connsiteY68" fmla="*/ 157430 h 157430"/>
              <a:gd name="connsiteX69" fmla="*/ 344842 w 867271"/>
              <a:gd name="connsiteY69" fmla="*/ 125950 h 157430"/>
              <a:gd name="connsiteX70" fmla="*/ 344842 w 867271"/>
              <a:gd name="connsiteY70" fmla="*/ 120678 h 157430"/>
              <a:gd name="connsiteX71" fmla="*/ 350047 w 867271"/>
              <a:gd name="connsiteY71" fmla="*/ 115437 h 157430"/>
              <a:gd name="connsiteX72" fmla="*/ 381413 w 867271"/>
              <a:gd name="connsiteY72" fmla="*/ 115437 h 157430"/>
              <a:gd name="connsiteX73" fmla="*/ 386626 w 867271"/>
              <a:gd name="connsiteY73" fmla="*/ 120678 h 157430"/>
              <a:gd name="connsiteX74" fmla="*/ 391854 w 867271"/>
              <a:gd name="connsiteY74" fmla="*/ 125950 h 157430"/>
              <a:gd name="connsiteX75" fmla="*/ 459783 w 867271"/>
              <a:gd name="connsiteY75" fmla="*/ 125950 h 157430"/>
              <a:gd name="connsiteX76" fmla="*/ 459825 w 867271"/>
              <a:gd name="connsiteY76" fmla="*/ 125950 h 157430"/>
              <a:gd name="connsiteX77" fmla="*/ 470239 w 867271"/>
              <a:gd name="connsiteY77" fmla="*/ 115437 h 157430"/>
              <a:gd name="connsiteX78" fmla="*/ 470239 w 867271"/>
              <a:gd name="connsiteY78" fmla="*/ 104954 h 157430"/>
              <a:gd name="connsiteX79" fmla="*/ 470239 w 867271"/>
              <a:gd name="connsiteY79" fmla="*/ 104947 h 157430"/>
              <a:gd name="connsiteX80" fmla="*/ 459783 w 867271"/>
              <a:gd name="connsiteY80" fmla="*/ 94440 h 157430"/>
              <a:gd name="connsiteX81" fmla="*/ 376185 w 867271"/>
              <a:gd name="connsiteY81" fmla="*/ 94440 h 157430"/>
              <a:gd name="connsiteX82" fmla="*/ 376176 w 867271"/>
              <a:gd name="connsiteY82" fmla="*/ 94440 h 157430"/>
              <a:gd name="connsiteX83" fmla="*/ 344842 w 867271"/>
              <a:gd name="connsiteY83" fmla="*/ 62991 h 157430"/>
              <a:gd name="connsiteX84" fmla="*/ 344842 w 867271"/>
              <a:gd name="connsiteY84" fmla="*/ 31510 h 157430"/>
              <a:gd name="connsiteX85" fmla="*/ 344842 w 867271"/>
              <a:gd name="connsiteY85" fmla="*/ 31505 h 157430"/>
              <a:gd name="connsiteX86" fmla="*/ 376185 w 867271"/>
              <a:gd name="connsiteY86" fmla="*/ 1 h 157430"/>
              <a:gd name="connsiteX87" fmla="*/ 172420 w 867271"/>
              <a:gd name="connsiteY87" fmla="*/ 1 h 157430"/>
              <a:gd name="connsiteX88" fmla="*/ 172424 w 867271"/>
              <a:gd name="connsiteY88" fmla="*/ 1 h 157430"/>
              <a:gd name="connsiteX89" fmla="*/ 329162 w 867271"/>
              <a:gd name="connsiteY89" fmla="*/ 1 h 157430"/>
              <a:gd name="connsiteX90" fmla="*/ 334390 w 867271"/>
              <a:gd name="connsiteY90" fmla="*/ 5271 h 157430"/>
              <a:gd name="connsiteX91" fmla="*/ 334390 w 867271"/>
              <a:gd name="connsiteY91" fmla="*/ 26268 h 157430"/>
              <a:gd name="connsiteX92" fmla="*/ 329162 w 867271"/>
              <a:gd name="connsiteY92" fmla="*/ 31510 h 157430"/>
              <a:gd name="connsiteX93" fmla="*/ 214223 w 867271"/>
              <a:gd name="connsiteY93" fmla="*/ 31510 h 157430"/>
              <a:gd name="connsiteX94" fmla="*/ 208995 w 867271"/>
              <a:gd name="connsiteY94" fmla="*/ 36722 h 157430"/>
              <a:gd name="connsiteX95" fmla="*/ 208995 w 867271"/>
              <a:gd name="connsiteY95" fmla="*/ 36751 h 157430"/>
              <a:gd name="connsiteX96" fmla="*/ 208995 w 867271"/>
              <a:gd name="connsiteY96" fmla="*/ 57748 h 157430"/>
              <a:gd name="connsiteX97" fmla="*/ 214223 w 867271"/>
              <a:gd name="connsiteY97" fmla="*/ 62991 h 157430"/>
              <a:gd name="connsiteX98" fmla="*/ 318706 w 867271"/>
              <a:gd name="connsiteY98" fmla="*/ 62991 h 157430"/>
              <a:gd name="connsiteX99" fmla="*/ 323935 w 867271"/>
              <a:gd name="connsiteY99" fmla="*/ 68228 h 157430"/>
              <a:gd name="connsiteX100" fmla="*/ 323935 w 867271"/>
              <a:gd name="connsiteY100" fmla="*/ 68232 h 157430"/>
              <a:gd name="connsiteX101" fmla="*/ 323935 w 867271"/>
              <a:gd name="connsiteY101" fmla="*/ 89229 h 157430"/>
              <a:gd name="connsiteX102" fmla="*/ 318706 w 867271"/>
              <a:gd name="connsiteY102" fmla="*/ 94440 h 157430"/>
              <a:gd name="connsiteX103" fmla="*/ 214223 w 867271"/>
              <a:gd name="connsiteY103" fmla="*/ 94440 h 157430"/>
              <a:gd name="connsiteX104" fmla="*/ 208995 w 867271"/>
              <a:gd name="connsiteY104" fmla="*/ 99703 h 157430"/>
              <a:gd name="connsiteX105" fmla="*/ 208995 w 867271"/>
              <a:gd name="connsiteY105" fmla="*/ 99712 h 157430"/>
              <a:gd name="connsiteX106" fmla="*/ 208995 w 867271"/>
              <a:gd name="connsiteY106" fmla="*/ 120678 h 157430"/>
              <a:gd name="connsiteX107" fmla="*/ 214214 w 867271"/>
              <a:gd name="connsiteY107" fmla="*/ 125950 h 157430"/>
              <a:gd name="connsiteX108" fmla="*/ 214223 w 867271"/>
              <a:gd name="connsiteY108" fmla="*/ 125950 h 157430"/>
              <a:gd name="connsiteX109" fmla="*/ 329162 w 867271"/>
              <a:gd name="connsiteY109" fmla="*/ 125950 h 157430"/>
              <a:gd name="connsiteX110" fmla="*/ 334390 w 867271"/>
              <a:gd name="connsiteY110" fmla="*/ 131188 h 157430"/>
              <a:gd name="connsiteX111" fmla="*/ 334390 w 867271"/>
              <a:gd name="connsiteY111" fmla="*/ 131192 h 157430"/>
              <a:gd name="connsiteX112" fmla="*/ 334390 w 867271"/>
              <a:gd name="connsiteY112" fmla="*/ 152157 h 157430"/>
              <a:gd name="connsiteX113" fmla="*/ 329162 w 867271"/>
              <a:gd name="connsiteY113" fmla="*/ 157428 h 157430"/>
              <a:gd name="connsiteX114" fmla="*/ 172424 w 867271"/>
              <a:gd name="connsiteY114" fmla="*/ 157428 h 157430"/>
              <a:gd name="connsiteX115" fmla="*/ 167195 w 867271"/>
              <a:gd name="connsiteY115" fmla="*/ 152162 h 157430"/>
              <a:gd name="connsiteX116" fmla="*/ 167195 w 867271"/>
              <a:gd name="connsiteY116" fmla="*/ 152157 h 157430"/>
              <a:gd name="connsiteX117" fmla="*/ 167195 w 867271"/>
              <a:gd name="connsiteY117" fmla="*/ 5271 h 157430"/>
              <a:gd name="connsiteX118" fmla="*/ 172420 w 867271"/>
              <a:gd name="connsiteY118" fmla="*/ 1 h 157430"/>
              <a:gd name="connsiteX119" fmla="*/ 5229 w 867271"/>
              <a:gd name="connsiteY119" fmla="*/ 1 h 157430"/>
              <a:gd name="connsiteX120" fmla="*/ 151513 w 867271"/>
              <a:gd name="connsiteY120" fmla="*/ 1 h 157430"/>
              <a:gd name="connsiteX121" fmla="*/ 156742 w 867271"/>
              <a:gd name="connsiteY121" fmla="*/ 5268 h 157430"/>
              <a:gd name="connsiteX122" fmla="*/ 156742 w 867271"/>
              <a:gd name="connsiteY122" fmla="*/ 5271 h 157430"/>
              <a:gd name="connsiteX123" fmla="*/ 156742 w 867271"/>
              <a:gd name="connsiteY123" fmla="*/ 26268 h 157430"/>
              <a:gd name="connsiteX124" fmla="*/ 151513 w 867271"/>
              <a:gd name="connsiteY124" fmla="*/ 31510 h 157430"/>
              <a:gd name="connsiteX125" fmla="*/ 47030 w 867271"/>
              <a:gd name="connsiteY125" fmla="*/ 31510 h 157430"/>
              <a:gd name="connsiteX126" fmla="*/ 41801 w 867271"/>
              <a:gd name="connsiteY126" fmla="*/ 36751 h 157430"/>
              <a:gd name="connsiteX127" fmla="*/ 41801 w 867271"/>
              <a:gd name="connsiteY127" fmla="*/ 57748 h 157430"/>
              <a:gd name="connsiteX128" fmla="*/ 47030 w 867271"/>
              <a:gd name="connsiteY128" fmla="*/ 62991 h 157430"/>
              <a:gd name="connsiteX129" fmla="*/ 141083 w 867271"/>
              <a:gd name="connsiteY129" fmla="*/ 62991 h 157430"/>
              <a:gd name="connsiteX130" fmla="*/ 146312 w 867271"/>
              <a:gd name="connsiteY130" fmla="*/ 68232 h 157430"/>
              <a:gd name="connsiteX131" fmla="*/ 146284 w 867271"/>
              <a:gd name="connsiteY131" fmla="*/ 89229 h 157430"/>
              <a:gd name="connsiteX132" fmla="*/ 141082 w 867271"/>
              <a:gd name="connsiteY132" fmla="*/ 94440 h 157430"/>
              <a:gd name="connsiteX133" fmla="*/ 47028 w 867271"/>
              <a:gd name="connsiteY133" fmla="*/ 94440 h 157430"/>
              <a:gd name="connsiteX134" fmla="*/ 41801 w 867271"/>
              <a:gd name="connsiteY134" fmla="*/ 99712 h 157430"/>
              <a:gd name="connsiteX135" fmla="*/ 41801 w 867271"/>
              <a:gd name="connsiteY135" fmla="*/ 152157 h 157430"/>
              <a:gd name="connsiteX136" fmla="*/ 36579 w 867271"/>
              <a:gd name="connsiteY136" fmla="*/ 157428 h 157430"/>
              <a:gd name="connsiteX137" fmla="*/ 36572 w 867271"/>
              <a:gd name="connsiteY137" fmla="*/ 157428 h 157430"/>
              <a:gd name="connsiteX138" fmla="*/ 5229 w 867271"/>
              <a:gd name="connsiteY138" fmla="*/ 157430 h 157430"/>
              <a:gd name="connsiteX139" fmla="*/ 0 w 867271"/>
              <a:gd name="connsiteY139" fmla="*/ 152157 h 157430"/>
              <a:gd name="connsiteX140" fmla="*/ 0 w 867271"/>
              <a:gd name="connsiteY140" fmla="*/ 5271 h 157430"/>
              <a:gd name="connsiteX141" fmla="*/ 5229 w 867271"/>
              <a:gd name="connsiteY141" fmla="*/ 1 h 157430"/>
            </a:gdLst>
            <a:rect l="l" t="t" r="r" b="b"/>
            <a:pathLst>
              <a:path w="867271" h="157430">
                <a:moveTo>
                  <a:pt x="752298" y="31510"/>
                </a:moveTo>
                <a:cubicBezTo>
                  <a:pt x="746542" y="31521"/>
                  <a:pt x="741888" y="36215"/>
                  <a:pt x="741899" y="41995"/>
                </a:cubicBezTo>
                <a:lnTo>
                  <a:pt x="741899" y="115437"/>
                </a:lnTo>
                <a:cubicBezTo>
                  <a:pt x="741899" y="115452"/>
                  <a:pt x="741899" y="115467"/>
                  <a:pt x="741899" y="115481"/>
                </a:cubicBezTo>
                <a:cubicBezTo>
                  <a:pt x="741910" y="121273"/>
                  <a:pt x="746592" y="125960"/>
                  <a:pt x="752359" y="125950"/>
                </a:cubicBezTo>
                <a:lnTo>
                  <a:pt x="815045" y="125950"/>
                </a:lnTo>
                <a:cubicBezTo>
                  <a:pt x="815056" y="125950"/>
                  <a:pt x="815072" y="125950"/>
                  <a:pt x="815087" y="125950"/>
                </a:cubicBezTo>
                <a:cubicBezTo>
                  <a:pt x="820854" y="125936"/>
                  <a:pt x="825516" y="121229"/>
                  <a:pt x="825501" y="115437"/>
                </a:cubicBezTo>
                <a:lnTo>
                  <a:pt x="825497" y="41997"/>
                </a:lnTo>
                <a:cubicBezTo>
                  <a:pt x="825497" y="41975"/>
                  <a:pt x="825497" y="41954"/>
                  <a:pt x="825497" y="41934"/>
                </a:cubicBezTo>
                <a:cubicBezTo>
                  <a:pt x="825478" y="36154"/>
                  <a:pt x="820793" y="31488"/>
                  <a:pt x="815041" y="31510"/>
                </a:cubicBezTo>
                <a:lnTo>
                  <a:pt x="752355" y="31510"/>
                </a:lnTo>
                <a:cubicBezTo>
                  <a:pt x="752336" y="31510"/>
                  <a:pt x="752317" y="31510"/>
                  <a:pt x="752298" y="31510"/>
                </a:cubicBezTo>
                <a:close/>
                <a:moveTo>
                  <a:pt x="731443" y="1"/>
                </a:moveTo>
                <a:lnTo>
                  <a:pt x="835957" y="1"/>
                </a:lnTo>
                <a:cubicBezTo>
                  <a:pt x="835968" y="1"/>
                  <a:pt x="835980" y="1"/>
                  <a:pt x="835991" y="1"/>
                </a:cubicBezTo>
                <a:cubicBezTo>
                  <a:pt x="853289" y="26"/>
                  <a:pt x="867294" y="14133"/>
                  <a:pt x="867271" y="31510"/>
                </a:cubicBezTo>
                <a:lnTo>
                  <a:pt x="867271" y="125950"/>
                </a:lnTo>
                <a:cubicBezTo>
                  <a:pt x="867271" y="125968"/>
                  <a:pt x="867271" y="125985"/>
                  <a:pt x="867271" y="126003"/>
                </a:cubicBezTo>
                <a:cubicBezTo>
                  <a:pt x="867263" y="143366"/>
                  <a:pt x="853243" y="157437"/>
                  <a:pt x="835957" y="157430"/>
                </a:cubicBezTo>
                <a:lnTo>
                  <a:pt x="731443" y="157430"/>
                </a:lnTo>
                <a:cubicBezTo>
                  <a:pt x="714145" y="157415"/>
                  <a:pt x="700129" y="143325"/>
                  <a:pt x="700129" y="125950"/>
                </a:cubicBezTo>
                <a:lnTo>
                  <a:pt x="700129" y="31510"/>
                </a:lnTo>
                <a:cubicBezTo>
                  <a:pt x="700129" y="14129"/>
                  <a:pt x="714138" y="29"/>
                  <a:pt x="731443" y="1"/>
                </a:cubicBezTo>
                <a:close/>
                <a:moveTo>
                  <a:pt x="527701" y="1"/>
                </a:moveTo>
                <a:cubicBezTo>
                  <a:pt x="527712" y="1"/>
                  <a:pt x="527720" y="1"/>
                  <a:pt x="527728" y="1"/>
                </a:cubicBezTo>
                <a:lnTo>
                  <a:pt x="684414" y="1"/>
                </a:lnTo>
                <a:cubicBezTo>
                  <a:pt x="687309" y="-10"/>
                  <a:pt x="689665" y="2338"/>
                  <a:pt x="689673" y="5244"/>
                </a:cubicBezTo>
                <a:cubicBezTo>
                  <a:pt x="689673" y="5253"/>
                  <a:pt x="689673" y="5262"/>
                  <a:pt x="689673" y="5271"/>
                </a:cubicBezTo>
                <a:lnTo>
                  <a:pt x="689673" y="26268"/>
                </a:lnTo>
                <a:cubicBezTo>
                  <a:pt x="689665" y="29171"/>
                  <a:pt x="687317" y="31518"/>
                  <a:pt x="684426" y="31510"/>
                </a:cubicBezTo>
                <a:cubicBezTo>
                  <a:pt x="684422" y="31510"/>
                  <a:pt x="684418" y="31510"/>
                  <a:pt x="684414" y="31510"/>
                </a:cubicBezTo>
                <a:lnTo>
                  <a:pt x="632188" y="31510"/>
                </a:lnTo>
                <a:cubicBezTo>
                  <a:pt x="629316" y="31511"/>
                  <a:pt x="626987" y="33851"/>
                  <a:pt x="626987" y="36737"/>
                </a:cubicBezTo>
                <a:cubicBezTo>
                  <a:pt x="626987" y="36741"/>
                  <a:pt x="626987" y="36746"/>
                  <a:pt x="626987" y="36751"/>
                </a:cubicBezTo>
                <a:lnTo>
                  <a:pt x="626987" y="152157"/>
                </a:lnTo>
                <a:cubicBezTo>
                  <a:pt x="626994" y="155063"/>
                  <a:pt x="624654" y="157423"/>
                  <a:pt x="621759" y="157428"/>
                </a:cubicBezTo>
                <a:cubicBezTo>
                  <a:pt x="621747" y="157428"/>
                  <a:pt x="621740" y="157428"/>
                  <a:pt x="621728" y="157428"/>
                </a:cubicBezTo>
                <a:lnTo>
                  <a:pt x="590418" y="157428"/>
                </a:lnTo>
                <a:cubicBezTo>
                  <a:pt x="587522" y="157439"/>
                  <a:pt x="585170" y="155091"/>
                  <a:pt x="585159" y="152185"/>
                </a:cubicBezTo>
                <a:cubicBezTo>
                  <a:pt x="585159" y="152175"/>
                  <a:pt x="585159" y="152166"/>
                  <a:pt x="585159" y="152157"/>
                </a:cubicBezTo>
                <a:lnTo>
                  <a:pt x="585159" y="36751"/>
                </a:lnTo>
                <a:cubicBezTo>
                  <a:pt x="585167" y="33866"/>
                  <a:pt x="582849" y="31519"/>
                  <a:pt x="579973" y="31510"/>
                </a:cubicBezTo>
                <a:cubicBezTo>
                  <a:pt x="579969" y="31510"/>
                  <a:pt x="579965" y="31510"/>
                  <a:pt x="579962" y="31510"/>
                </a:cubicBezTo>
                <a:lnTo>
                  <a:pt x="527728" y="31510"/>
                </a:lnTo>
                <a:cubicBezTo>
                  <a:pt x="524840" y="31525"/>
                  <a:pt x="522484" y="29186"/>
                  <a:pt x="522469" y="26284"/>
                </a:cubicBezTo>
                <a:cubicBezTo>
                  <a:pt x="522469" y="26279"/>
                  <a:pt x="522469" y="26273"/>
                  <a:pt x="522469" y="26268"/>
                </a:cubicBezTo>
                <a:lnTo>
                  <a:pt x="522469" y="5271"/>
                </a:lnTo>
                <a:cubicBezTo>
                  <a:pt x="522465" y="2365"/>
                  <a:pt x="524810" y="5"/>
                  <a:pt x="527701" y="1"/>
                </a:cubicBezTo>
                <a:close/>
                <a:moveTo>
                  <a:pt x="376185" y="1"/>
                </a:moveTo>
                <a:lnTo>
                  <a:pt x="480695" y="1"/>
                </a:lnTo>
                <a:cubicBezTo>
                  <a:pt x="498001" y="28"/>
                  <a:pt x="512013" y="14128"/>
                  <a:pt x="512009" y="31510"/>
                </a:cubicBezTo>
                <a:lnTo>
                  <a:pt x="512009" y="36751"/>
                </a:lnTo>
                <a:cubicBezTo>
                  <a:pt x="512009" y="39638"/>
                  <a:pt x="509688" y="41982"/>
                  <a:pt x="506812" y="41995"/>
                </a:cubicBezTo>
                <a:lnTo>
                  <a:pt x="475436" y="41995"/>
                </a:lnTo>
                <a:cubicBezTo>
                  <a:pt x="472564" y="41982"/>
                  <a:pt x="470239" y="39638"/>
                  <a:pt x="470239" y="36751"/>
                </a:cubicBezTo>
                <a:cubicBezTo>
                  <a:pt x="470239" y="36735"/>
                  <a:pt x="470239" y="36720"/>
                  <a:pt x="470239" y="36704"/>
                </a:cubicBezTo>
                <a:cubicBezTo>
                  <a:pt x="470216" y="33811"/>
                  <a:pt x="467860" y="31486"/>
                  <a:pt x="464980" y="31510"/>
                </a:cubicBezTo>
                <a:lnTo>
                  <a:pt x="397082" y="31510"/>
                </a:lnTo>
                <a:cubicBezTo>
                  <a:pt x="397074" y="31510"/>
                  <a:pt x="397066" y="31510"/>
                  <a:pt x="397059" y="31510"/>
                </a:cubicBezTo>
                <a:cubicBezTo>
                  <a:pt x="391295" y="31511"/>
                  <a:pt x="386626" y="36205"/>
                  <a:pt x="386626" y="41995"/>
                </a:cubicBezTo>
                <a:lnTo>
                  <a:pt x="386626" y="52478"/>
                </a:lnTo>
                <a:cubicBezTo>
                  <a:pt x="386622" y="58281"/>
                  <a:pt x="391303" y="62988"/>
                  <a:pt x="397082" y="62991"/>
                </a:cubicBezTo>
                <a:lnTo>
                  <a:pt x="480695" y="62991"/>
                </a:lnTo>
                <a:cubicBezTo>
                  <a:pt x="497989" y="62991"/>
                  <a:pt x="512009" y="77071"/>
                  <a:pt x="512009" y="94440"/>
                </a:cubicBezTo>
                <a:lnTo>
                  <a:pt x="512009" y="125950"/>
                </a:lnTo>
                <a:cubicBezTo>
                  <a:pt x="512009" y="143325"/>
                  <a:pt x="497997" y="157415"/>
                  <a:pt x="480695" y="157430"/>
                </a:cubicBezTo>
                <a:lnTo>
                  <a:pt x="376185" y="157430"/>
                </a:lnTo>
                <a:cubicBezTo>
                  <a:pt x="376176" y="157430"/>
                  <a:pt x="376168" y="157430"/>
                  <a:pt x="376160" y="157430"/>
                </a:cubicBezTo>
                <a:cubicBezTo>
                  <a:pt x="358857" y="157423"/>
                  <a:pt x="344836" y="143330"/>
                  <a:pt x="344842" y="125950"/>
                </a:cubicBezTo>
                <a:lnTo>
                  <a:pt x="344842" y="120678"/>
                </a:lnTo>
                <a:cubicBezTo>
                  <a:pt x="344845" y="117790"/>
                  <a:pt x="347171" y="115447"/>
                  <a:pt x="350047" y="115437"/>
                </a:cubicBezTo>
                <a:lnTo>
                  <a:pt x="381413" y="115437"/>
                </a:lnTo>
                <a:cubicBezTo>
                  <a:pt x="384293" y="115444"/>
                  <a:pt x="386622" y="117787"/>
                  <a:pt x="386626" y="120678"/>
                </a:cubicBezTo>
                <a:cubicBezTo>
                  <a:pt x="386622" y="123583"/>
                  <a:pt x="388963" y="125941"/>
                  <a:pt x="391854" y="125950"/>
                </a:cubicBezTo>
                <a:lnTo>
                  <a:pt x="459783" y="125950"/>
                </a:lnTo>
                <a:cubicBezTo>
                  <a:pt x="459798" y="125950"/>
                  <a:pt x="459810" y="125950"/>
                  <a:pt x="459825" y="125950"/>
                </a:cubicBezTo>
                <a:cubicBezTo>
                  <a:pt x="465592" y="125936"/>
                  <a:pt x="470254" y="121229"/>
                  <a:pt x="470239" y="115437"/>
                </a:cubicBezTo>
                <a:lnTo>
                  <a:pt x="470239" y="104954"/>
                </a:lnTo>
                <a:cubicBezTo>
                  <a:pt x="470239" y="104951"/>
                  <a:pt x="470239" y="104949"/>
                  <a:pt x="470239" y="104947"/>
                </a:cubicBezTo>
                <a:cubicBezTo>
                  <a:pt x="470239" y="99145"/>
                  <a:pt x="465558" y="94441"/>
                  <a:pt x="459783" y="94440"/>
                </a:cubicBezTo>
                <a:lnTo>
                  <a:pt x="376185" y="94440"/>
                </a:lnTo>
                <a:cubicBezTo>
                  <a:pt x="376182" y="94440"/>
                  <a:pt x="376179" y="94440"/>
                  <a:pt x="376176" y="94440"/>
                </a:cubicBezTo>
                <a:cubicBezTo>
                  <a:pt x="358877" y="94447"/>
                  <a:pt x="344849" y="80366"/>
                  <a:pt x="344842" y="62991"/>
                </a:cubicBezTo>
                <a:lnTo>
                  <a:pt x="344842" y="31510"/>
                </a:lnTo>
                <a:cubicBezTo>
                  <a:pt x="344842" y="31508"/>
                  <a:pt x="344842" y="31507"/>
                  <a:pt x="344842" y="31505"/>
                </a:cubicBezTo>
                <a:cubicBezTo>
                  <a:pt x="344836" y="14112"/>
                  <a:pt x="358869" y="7"/>
                  <a:pt x="376185" y="1"/>
                </a:cubicBezTo>
                <a:close/>
                <a:moveTo>
                  <a:pt x="172420" y="1"/>
                </a:moveTo>
                <a:cubicBezTo>
                  <a:pt x="172421" y="1"/>
                  <a:pt x="172422" y="1"/>
                  <a:pt x="172424" y="1"/>
                </a:cubicBezTo>
                <a:lnTo>
                  <a:pt x="329162" y="1"/>
                </a:lnTo>
                <a:cubicBezTo>
                  <a:pt x="332052" y="11"/>
                  <a:pt x="334391" y="2368"/>
                  <a:pt x="334390" y="5271"/>
                </a:cubicBezTo>
                <a:lnTo>
                  <a:pt x="334390" y="26268"/>
                </a:lnTo>
                <a:cubicBezTo>
                  <a:pt x="334379" y="29162"/>
                  <a:pt x="332043" y="31504"/>
                  <a:pt x="329162" y="31510"/>
                </a:cubicBezTo>
                <a:lnTo>
                  <a:pt x="214223" y="31510"/>
                </a:lnTo>
                <a:cubicBezTo>
                  <a:pt x="211347" y="31499"/>
                  <a:pt x="209006" y="33832"/>
                  <a:pt x="208995" y="36722"/>
                </a:cubicBezTo>
                <a:cubicBezTo>
                  <a:pt x="208995" y="36732"/>
                  <a:pt x="208995" y="36741"/>
                  <a:pt x="208995" y="36751"/>
                </a:cubicBezTo>
                <a:lnTo>
                  <a:pt x="208995" y="57748"/>
                </a:lnTo>
                <a:cubicBezTo>
                  <a:pt x="208999" y="60645"/>
                  <a:pt x="211339" y="62991"/>
                  <a:pt x="214223" y="62991"/>
                </a:cubicBezTo>
                <a:lnTo>
                  <a:pt x="318706" y="62991"/>
                </a:lnTo>
                <a:cubicBezTo>
                  <a:pt x="321590" y="62987"/>
                  <a:pt x="323931" y="65332"/>
                  <a:pt x="323935" y="68228"/>
                </a:cubicBezTo>
                <a:cubicBezTo>
                  <a:pt x="323935" y="68230"/>
                  <a:pt x="323935" y="68231"/>
                  <a:pt x="323935" y="68232"/>
                </a:cubicBezTo>
                <a:lnTo>
                  <a:pt x="323935" y="89229"/>
                </a:lnTo>
                <a:cubicBezTo>
                  <a:pt x="323920" y="92117"/>
                  <a:pt x="321581" y="94448"/>
                  <a:pt x="318706" y="94440"/>
                </a:cubicBezTo>
                <a:lnTo>
                  <a:pt x="214223" y="94440"/>
                </a:lnTo>
                <a:cubicBezTo>
                  <a:pt x="211333" y="94443"/>
                  <a:pt x="208992" y="96799"/>
                  <a:pt x="208995" y="99703"/>
                </a:cubicBezTo>
                <a:cubicBezTo>
                  <a:pt x="208995" y="99706"/>
                  <a:pt x="208995" y="99709"/>
                  <a:pt x="208995" y="99712"/>
                </a:cubicBezTo>
                <a:lnTo>
                  <a:pt x="208995" y="120678"/>
                </a:lnTo>
                <a:cubicBezTo>
                  <a:pt x="208987" y="123582"/>
                  <a:pt x="211323" y="125942"/>
                  <a:pt x="214214" y="125950"/>
                </a:cubicBezTo>
                <a:cubicBezTo>
                  <a:pt x="214217" y="125950"/>
                  <a:pt x="214220" y="125950"/>
                  <a:pt x="214223" y="125950"/>
                </a:cubicBezTo>
                <a:lnTo>
                  <a:pt x="329162" y="125950"/>
                </a:lnTo>
                <a:cubicBezTo>
                  <a:pt x="332046" y="125946"/>
                  <a:pt x="334387" y="128291"/>
                  <a:pt x="334390" y="131188"/>
                </a:cubicBezTo>
                <a:cubicBezTo>
                  <a:pt x="334390" y="131189"/>
                  <a:pt x="334390" y="131191"/>
                  <a:pt x="334390" y="131192"/>
                </a:cubicBezTo>
                <a:lnTo>
                  <a:pt x="334390" y="152157"/>
                </a:lnTo>
                <a:cubicBezTo>
                  <a:pt x="334391" y="155061"/>
                  <a:pt x="332053" y="157418"/>
                  <a:pt x="329162" y="157428"/>
                </a:cubicBezTo>
                <a:lnTo>
                  <a:pt x="172424" y="157428"/>
                </a:lnTo>
                <a:cubicBezTo>
                  <a:pt x="169532" y="157424"/>
                  <a:pt x="167191" y="155066"/>
                  <a:pt x="167195" y="152162"/>
                </a:cubicBezTo>
                <a:cubicBezTo>
                  <a:pt x="167195" y="152160"/>
                  <a:pt x="167195" y="152159"/>
                  <a:pt x="167195" y="152157"/>
                </a:cubicBezTo>
                <a:lnTo>
                  <a:pt x="167195" y="5271"/>
                </a:lnTo>
                <a:cubicBezTo>
                  <a:pt x="167189" y="2367"/>
                  <a:pt x="169528" y="7"/>
                  <a:pt x="172420" y="1"/>
                </a:cubicBezTo>
                <a:close/>
                <a:moveTo>
                  <a:pt x="5229" y="1"/>
                </a:moveTo>
                <a:lnTo>
                  <a:pt x="151513" y="1"/>
                </a:lnTo>
                <a:cubicBezTo>
                  <a:pt x="154404" y="5"/>
                  <a:pt x="156745" y="2363"/>
                  <a:pt x="156742" y="5268"/>
                </a:cubicBezTo>
                <a:cubicBezTo>
                  <a:pt x="156742" y="5269"/>
                  <a:pt x="156742" y="5270"/>
                  <a:pt x="156742" y="5271"/>
                </a:cubicBezTo>
                <a:lnTo>
                  <a:pt x="156742" y="26268"/>
                </a:lnTo>
                <a:cubicBezTo>
                  <a:pt x="156736" y="29164"/>
                  <a:pt x="154397" y="31509"/>
                  <a:pt x="151513" y="31510"/>
                </a:cubicBezTo>
                <a:lnTo>
                  <a:pt x="47030" y="31510"/>
                </a:lnTo>
                <a:cubicBezTo>
                  <a:pt x="44146" y="31509"/>
                  <a:pt x="41806" y="33854"/>
                  <a:pt x="41801" y="36751"/>
                </a:cubicBezTo>
                <a:lnTo>
                  <a:pt x="41801" y="57748"/>
                </a:lnTo>
                <a:cubicBezTo>
                  <a:pt x="41815" y="60641"/>
                  <a:pt x="44149" y="62981"/>
                  <a:pt x="47030" y="62991"/>
                </a:cubicBezTo>
                <a:lnTo>
                  <a:pt x="141083" y="62991"/>
                </a:lnTo>
                <a:cubicBezTo>
                  <a:pt x="143967" y="62989"/>
                  <a:pt x="146307" y="65335"/>
                  <a:pt x="146312" y="68232"/>
                </a:cubicBezTo>
                <a:lnTo>
                  <a:pt x="146284" y="89229"/>
                </a:lnTo>
                <a:cubicBezTo>
                  <a:pt x="146279" y="92111"/>
                  <a:pt x="143951" y="94443"/>
                  <a:pt x="141082" y="94440"/>
                </a:cubicBezTo>
                <a:lnTo>
                  <a:pt x="47028" y="94440"/>
                </a:lnTo>
                <a:cubicBezTo>
                  <a:pt x="44139" y="94454"/>
                  <a:pt x="41802" y="96810"/>
                  <a:pt x="41801" y="99712"/>
                </a:cubicBezTo>
                <a:lnTo>
                  <a:pt x="41801" y="152157"/>
                </a:lnTo>
                <a:cubicBezTo>
                  <a:pt x="41808" y="155061"/>
                  <a:pt x="39470" y="157421"/>
                  <a:pt x="36579" y="157428"/>
                </a:cubicBezTo>
                <a:cubicBezTo>
                  <a:pt x="36577" y="157428"/>
                  <a:pt x="36574" y="157428"/>
                  <a:pt x="36572" y="157428"/>
                </a:cubicBezTo>
                <a:lnTo>
                  <a:pt x="5229" y="157430"/>
                </a:lnTo>
                <a:cubicBezTo>
                  <a:pt x="2338" y="157417"/>
                  <a:pt x="1" y="155060"/>
                  <a:pt x="0" y="152157"/>
                </a:cubicBezTo>
                <a:lnTo>
                  <a:pt x="0" y="5271"/>
                </a:lnTo>
                <a:cubicBezTo>
                  <a:pt x="2" y="2369"/>
                  <a:pt x="2339" y="14"/>
                  <a:pt x="5229" y="1"/>
                </a:cubicBezTo>
                <a:close/>
              </a:path>
            </a:pathLst>
          </a:custGeom>
          <a:solidFill xmlns:a="http://schemas.openxmlformats.org/drawingml/2006/main">
            <a:srgbClr val="0091DC"/>
          </a:solidFill>
        </p:spPr>
        <p:txBody>
          <a:bodyPr xmlns:a="http://schemas.openxmlformats.org/drawingml/2006/main" wrap="square">
            <a:noAutofit/>
          </a:bodyPr>
          <a:lstStyle xmlns:a="http://schemas.openxmlformats.org/drawingml/2006/main">
            <a:lvl1pPr marL="0" indent="0" algn="ctr">
              <a:buNone/>
              <a:defRPr sz="102">
                <a:noFill/>
              </a:defRPr>
            </a:lvl1pPr>
            <a:lvl2pPr marL="465933" indent="0" algn="ctr">
              <a:buNone/>
              <a:defRPr sz="2038"/>
            </a:lvl2pPr>
            <a:lvl3pPr marL="931865" indent="0" algn="ctr">
              <a:buNone/>
              <a:defRPr sz="1834"/>
            </a:lvl3pPr>
            <a:lvl4pPr marL="1397798" indent="0" algn="ctr">
              <a:buNone/>
              <a:defRPr sz="1631"/>
            </a:lvl4pPr>
            <a:lvl5pPr marL="1863730" indent="0" algn="ctr">
              <a:buNone/>
              <a:defRPr sz="1631"/>
            </a:lvl5pPr>
            <a:lvl6pPr marL="2329663" indent="0" algn="ctr">
              <a:buNone/>
              <a:defRPr sz="1631"/>
            </a:lvl6pPr>
            <a:lvl7pPr marL="2795595" indent="0" algn="ctr">
              <a:buNone/>
              <a:defRPr sz="1631"/>
            </a:lvl7pPr>
            <a:lvl8pPr marL="3261528" indent="0" algn="ctr">
              <a:buNone/>
              <a:defRPr sz="1631"/>
            </a:lvl8pPr>
            <a:lvl9pPr marL="3727460" indent="0" algn="ctr">
              <a:buNone/>
              <a:defRPr sz="1631"/>
            </a:lvl9pPr>
          </a:lstStyle>
          <a:p xmlns:a="http://schemas.openxmlformats.org/drawingml/2006/main">
            <a:r>
              <a:t> </a:t>
            </a:r>
          </a:p>
        </p:txBody>
      </p:sp>
      <p:sp>
        <p:nvSpPr>
          <p:cNvPr id="6" name="Datumsplatzhalter 5">
            <a:extLst xmlns:a="http://schemas.openxmlformats.org/drawingml/2006/main">
              <a:ext uri="{FF2B5EF4-FFF2-40B4-BE49-F238E27FC236}">
                <a16:creationId xmlns:a16="http://schemas.microsoft.com/office/drawing/2014/main" id="{5B5E1D7B-F321-FAFE-A383-8C6B0CA4E682}"/>
              </a:ext>
            </a:extLst>
          </p:cNvPr>
          <p:cNvSpPr>
            <a:spLocks xmlns:a="http://schemas.openxmlformats.org/drawingml/2006/main" noGrp="1"/>
          </p:cNvSpPr>
          <p:nvPr>
            <p:ph type="dt" idx="2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9" name="Fußzeilenplatzhalter 8">
            <a:extLst xmlns:a="http://schemas.openxmlformats.org/drawingml/2006/main">
              <a:ext uri="{FF2B5EF4-FFF2-40B4-BE49-F238E27FC236}">
                <a16:creationId xmlns:a16="http://schemas.microsoft.com/office/drawing/2014/main" id="{D6ECCF80-AFF8-B59B-F86C-0D1D34284150}"/>
              </a:ext>
            </a:extLst>
          </p:cNvPr>
          <p:cNvSpPr>
            <a:spLocks xmlns:a="http://schemas.openxmlformats.org/drawingml/2006/main" noGrp="1"/>
          </p:cNvSpPr>
          <p:nvPr>
            <p:ph type="ftr" idx="2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2" name="Foliennummernplatzhalter 11">
            <a:extLst xmlns:a="http://schemas.openxmlformats.org/drawingml/2006/main">
              <a:ext uri="{FF2B5EF4-FFF2-40B4-BE49-F238E27FC236}">
                <a16:creationId xmlns:a16="http://schemas.microsoft.com/office/drawing/2014/main" id="{A62FB87C-37D4-7DB7-21AB-16A9426BE6AF}"/>
              </a:ext>
            </a:extLst>
          </p:cNvPr>
          <p:cNvSpPr>
            <a:spLocks xmlns:a="http://schemas.openxmlformats.org/drawingml/2006/main" noGrp="1"/>
          </p:cNvSpPr>
          <p:nvPr>
            <p:ph type="sldNum" idx="2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Layouts/slideLayout123.xml><?xml version="1.0" encoding="utf-8"?>
<p:sldLayout xmlns:p="http://schemas.openxmlformats.org/presentationml/2006/main" showMasterSp="0" preserve="1">
  <p:cSld name="En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Gerader Verbinder 18">
            <a:extLst xmlns:a="http://schemas.openxmlformats.org/drawingml/2006/main">
              <a:ext uri="{FF2B5EF4-FFF2-40B4-BE49-F238E27FC236}">
                <a16:creationId xmlns:a16="http://schemas.microsoft.com/office/drawing/2014/main" id="{521225C0-2419-4B21-B00D-20E3D5F1C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131480"/>
            <a:ext cx="1428871" cy="0"/>
          </a:xfrm>
          <a:prstGeom xmlns:a="http://schemas.openxmlformats.org/drawingml/2006/main" prst="line">
            <a:avLst/>
          </a:prstGeom>
          <a:ln xmlns:a="http://schemas.openxmlformats.org/drawingml/2006/main" w="50800">
            <a:solidFill>
              <a:srgbClr val="0091DC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Titel 1">
            <a:extLst xmlns:a="http://schemas.openxmlformats.org/drawingml/2006/main">
              <a:ext uri="{FF2B5EF4-FFF2-40B4-BE49-F238E27FC236}">
                <a16:creationId xmlns:a16="http://schemas.microsoft.com/office/drawing/2014/main" id="{AD1B280D-3B22-2554-7DF5-88C7AEA07C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986500" y="2474530"/>
            <a:ext cx="8145998" cy="1982604"/>
          </a:xfrm>
        </p:spPr>
        <p:txBody>
          <a:bodyPr xmlns:a="http://schemas.openxmlformats.org/drawingml/2006/main" vert="horz" tIns="288000" anchor="t"/>
          <a:lstStyle xmlns:a="http://schemas.openxmlformats.org/drawingml/2006/main">
            <a:lvl1pPr>
              <a:buNone/>
              <a:defRPr sz="6115"/>
            </a:lvl1pPr>
          </a:lstStyle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7863DDD3-3D46-A4E3-1418-176698FE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4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ad7047a2bd4d7f">
            <a:extLst>
              <a:ext uri="{96DAC541-7B7A-43D3-8B79-37D633B846F1}">
                <asvg:svgBlip xmlns:asvg="http://schemas.microsoft.com/office/drawing/2016/SVG/main" r:embed="R0af6f7ed439b48a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5" name="Datumsplatzhalter 14">
            <a:extLst xmlns:a="http://schemas.openxmlformats.org/drawingml/2006/main">
              <a:ext uri="{FF2B5EF4-FFF2-40B4-BE49-F238E27FC236}">
                <a16:creationId xmlns:a16="http://schemas.microsoft.com/office/drawing/2014/main" id="{4DEC1EF0-FFA3-A8D8-A94C-858711F57A3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16" name="Fußzeilenplatzhalter 15">
            <a:extLst xmlns:a="http://schemas.openxmlformats.org/drawingml/2006/main">
              <a:ext uri="{FF2B5EF4-FFF2-40B4-BE49-F238E27FC236}">
                <a16:creationId xmlns:a16="http://schemas.microsoft.com/office/drawing/2014/main" id="{EC302C7F-68DF-1193-A3DB-B843C7ABF3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17" name="Foliennummernplatzhalter 16">
            <a:extLst xmlns:a="http://schemas.openxmlformats.org/drawingml/2006/main">
              <a:ext uri="{FF2B5EF4-FFF2-40B4-BE49-F238E27FC236}">
                <a16:creationId xmlns:a16="http://schemas.microsoft.com/office/drawing/2014/main" id="{4D44B14B-7DDE-D876-D72A-C422FD1B824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ab843b796705440c" /><Relationship Type="http://schemas.openxmlformats.org/officeDocument/2006/relationships/image" Target="/ppt/media/image.svg" Id="R49d1c75fcdc24136" /><Relationship Type="http://schemas.openxmlformats.org/officeDocument/2006/relationships/theme" Target="/ppt/slideMasters/theme/theme2.xml" Id="Rb108036747dc44d6" /><Relationship Type="http://schemas.openxmlformats.org/officeDocument/2006/relationships/slideLayout" Target="/ppt/slideLayouts/slideLayout1.xml" Id="R2b1c981eb7bd4c0f" /><Relationship Type="http://schemas.openxmlformats.org/officeDocument/2006/relationships/slideLayout" Target="/ppt/slideLayouts/slideLayout2.xml" Id="R00116aa52aa94533" /><Relationship Type="http://schemas.openxmlformats.org/officeDocument/2006/relationships/slideLayout" Target="/ppt/slideLayouts/slideLayout3.xml" Id="Rab5d9bb393d34171" /><Relationship Type="http://schemas.openxmlformats.org/officeDocument/2006/relationships/slideLayout" Target="/ppt/slideLayouts/slideLayout4.xml" Id="R275e16c6371f45ad" /><Relationship Type="http://schemas.openxmlformats.org/officeDocument/2006/relationships/slideLayout" Target="/ppt/slideLayouts/slideLayout5.xml" Id="Rdcbd9d09274e430a" /><Relationship Type="http://schemas.openxmlformats.org/officeDocument/2006/relationships/slideLayout" Target="/ppt/slideLayouts/slideLayout6.xml" Id="Rcdc5e696d11c4e97" /><Relationship Type="http://schemas.openxmlformats.org/officeDocument/2006/relationships/slideLayout" Target="/ppt/slideLayouts/slideLayout7.xml" Id="Rb97c4ed248c34e83" /><Relationship Type="http://schemas.openxmlformats.org/officeDocument/2006/relationships/slideLayout" Target="/ppt/slideLayouts/slideLayout8.xml" Id="R5dc8b12ef29a4943" /><Relationship Type="http://schemas.openxmlformats.org/officeDocument/2006/relationships/slideLayout" Target="/ppt/slideLayouts/slideLayout9.xml" Id="R4563c20a12384363" /><Relationship Type="http://schemas.openxmlformats.org/officeDocument/2006/relationships/slideLayout" Target="/ppt/slideLayouts/slideLayout10.xml" Id="Raf5aad2fa02f476c" /><Relationship Type="http://schemas.openxmlformats.org/officeDocument/2006/relationships/slideLayout" Target="/ppt/slideLayouts/slideLayout11.xml" Id="Rdb5a6c7db61143f6" /><Relationship Type="http://schemas.openxmlformats.org/officeDocument/2006/relationships/slideLayout" Target="/ppt/slideLayouts/slideLayout12.xml" Id="R2fec2c2537ec4ce4" /><Relationship Type="http://schemas.openxmlformats.org/officeDocument/2006/relationships/slideLayout" Target="/ppt/slideLayouts/slideLayout13.xml" Id="Raf71b797e06c4150" /><Relationship Type="http://schemas.openxmlformats.org/officeDocument/2006/relationships/slideLayout" Target="/ppt/slideLayouts/slideLayout14.xml" Id="R4aba4ed9fb8844f3" /><Relationship Type="http://schemas.openxmlformats.org/officeDocument/2006/relationships/slideLayout" Target="/ppt/slideLayouts/slideLayout15.xml" Id="R120585b5fe2a49bd" /><Relationship Type="http://schemas.openxmlformats.org/officeDocument/2006/relationships/slideLayout" Target="/ppt/slideLayouts/slideLayout16.xml" Id="R074be66590ec4a92" /><Relationship Type="http://schemas.openxmlformats.org/officeDocument/2006/relationships/slideLayout" Target="/ppt/slideLayouts/slideLayout17.xml" Id="R53431e84d0444cbe" /><Relationship Type="http://schemas.openxmlformats.org/officeDocument/2006/relationships/slideLayout" Target="/ppt/slideLayouts/slideLayout18.xml" Id="R8284f256b0d64336" /><Relationship Type="http://schemas.openxmlformats.org/officeDocument/2006/relationships/slideLayout" Target="/ppt/slideLayouts/slideLayout19.xml" Id="R0327827b83324254" /><Relationship Type="http://schemas.openxmlformats.org/officeDocument/2006/relationships/slideLayout" Target="/ppt/slideLayouts/slideLayout20.xml" Id="R61a5aa3dfc114bd0" /><Relationship Type="http://schemas.openxmlformats.org/officeDocument/2006/relationships/slideLayout" Target="/ppt/slideLayouts/slideLayout21.xml" Id="R90ec1de6882241e5" /><Relationship Type="http://schemas.openxmlformats.org/officeDocument/2006/relationships/slideLayout" Target="/ppt/slideLayouts/slideLayout22.xml" Id="R1e7652cc953d4457" /><Relationship Type="http://schemas.openxmlformats.org/officeDocument/2006/relationships/slideLayout" Target="/ppt/slideLayouts/slideLayout23.xml" Id="R0caf3dce049f4e0d" /><Relationship Type="http://schemas.openxmlformats.org/officeDocument/2006/relationships/slideLayout" Target="/ppt/slideLayouts/slideLayout24.xml" Id="Rc70b239de0b04c55" /><Relationship Type="http://schemas.openxmlformats.org/officeDocument/2006/relationships/slideLayout" Target="/ppt/slideLayouts/slideLayout25.xml" Id="Rd327b0f237274d94" /><Relationship Type="http://schemas.openxmlformats.org/officeDocument/2006/relationships/slideLayout" Target="/ppt/slideLayouts/slideLayout26.xml" Id="R4b28f70018fd45f4" /><Relationship Type="http://schemas.openxmlformats.org/officeDocument/2006/relationships/slideLayout" Target="/ppt/slideLayouts/slideLayout27.xml" Id="R005f4e7c639e4f29" /><Relationship Type="http://schemas.openxmlformats.org/officeDocument/2006/relationships/slideLayout" Target="/ppt/slideLayouts/slideLayout28.xml" Id="R5b197ed5a05940a1" /><Relationship Type="http://schemas.openxmlformats.org/officeDocument/2006/relationships/slideLayout" Target="/ppt/slideLayouts/slideLayout29.xml" Id="Ra8511510c6304637" /><Relationship Type="http://schemas.openxmlformats.org/officeDocument/2006/relationships/slideLayout" Target="/ppt/slideLayouts/slideLayout30.xml" Id="Re6bd74eb14b24a5c" /><Relationship Type="http://schemas.openxmlformats.org/officeDocument/2006/relationships/slideLayout" Target="/ppt/slideLayouts/slideLayout31.xml" Id="Rf3e6d5dbc88c4259" /><Relationship Type="http://schemas.openxmlformats.org/officeDocument/2006/relationships/slideLayout" Target="/ppt/slideLayouts/slideLayout32.xml" Id="R07d4d83dcc1e427d" /><Relationship Type="http://schemas.openxmlformats.org/officeDocument/2006/relationships/slideLayout" Target="/ppt/slideLayouts/slideLayout33.xml" Id="R5a2508d323684676" /><Relationship Type="http://schemas.openxmlformats.org/officeDocument/2006/relationships/slideLayout" Target="/ppt/slideLayouts/slideLayout34.xml" Id="Rd1a335ad51e74acd" /><Relationship Type="http://schemas.openxmlformats.org/officeDocument/2006/relationships/slideLayout" Target="/ppt/slideLayouts/slideLayout35.xml" Id="R18d7d4b281e74db9" /><Relationship Type="http://schemas.openxmlformats.org/officeDocument/2006/relationships/slideLayout" Target="/ppt/slideLayouts/slideLayout36.xml" Id="R9ca74f8146c64bf7" /><Relationship Type="http://schemas.openxmlformats.org/officeDocument/2006/relationships/slideLayout" Target="/ppt/slideLayouts/slideLayout37.xml" Id="R56d48bb6f0d24bd7" /><Relationship Type="http://schemas.openxmlformats.org/officeDocument/2006/relationships/slideLayout" Target="/ppt/slideLayouts/slideLayout38.xml" Id="R17e5fa3f79ea45b9" /><Relationship Type="http://schemas.openxmlformats.org/officeDocument/2006/relationships/slideLayout" Target="/ppt/slideLayouts/slideLayout39.xml" Id="R691e2e0340854e85" /><Relationship Type="http://schemas.openxmlformats.org/officeDocument/2006/relationships/slideLayout" Target="/ppt/slideLayouts/slideLayout40.xml" Id="Rce82664ddde44a5a" /><Relationship Type="http://schemas.openxmlformats.org/officeDocument/2006/relationships/slideLayout" Target="/ppt/slideLayouts/slideLayout41.xml" Id="Re769b0b43a294b4e" /><Relationship Type="http://schemas.openxmlformats.org/officeDocument/2006/relationships/slideLayout" Target="/ppt/slideLayouts/slideLayout42.xml" Id="R4735ebd5912d4f6d" /><Relationship Type="http://schemas.openxmlformats.org/officeDocument/2006/relationships/slideLayout" Target="/ppt/slideLayouts/slideLayout43.xml" Id="R779d0ca983ab4508" /><Relationship Type="http://schemas.openxmlformats.org/officeDocument/2006/relationships/slideLayout" Target="/ppt/slideLayouts/slideLayout44.xml" Id="R354a31b326824f0b" /><Relationship Type="http://schemas.openxmlformats.org/officeDocument/2006/relationships/slideLayout" Target="/ppt/slideLayouts/slideLayout45.xml" Id="R7ecfbf0f22fc4c1d" /><Relationship Type="http://schemas.openxmlformats.org/officeDocument/2006/relationships/slideLayout" Target="/ppt/slideLayouts/slideLayout46.xml" Id="R1092a0cd7ad54c5c" /><Relationship Type="http://schemas.openxmlformats.org/officeDocument/2006/relationships/slideLayout" Target="/ppt/slideLayouts/slideLayout47.xml" Id="R52e33bab9dd846c6" /><Relationship Type="http://schemas.openxmlformats.org/officeDocument/2006/relationships/slideLayout" Target="/ppt/slideLayouts/slideLayout48.xml" Id="R1999a511a0fe4ce9" /><Relationship Type="http://schemas.openxmlformats.org/officeDocument/2006/relationships/slideLayout" Target="/ppt/slideLayouts/slideLayout49.xml" Id="R44d187320fcc4a9d" /><Relationship Type="http://schemas.openxmlformats.org/officeDocument/2006/relationships/slideLayout" Target="/ppt/slideLayouts/slideLayout50.xml" Id="R08fe112c81a743c0" /><Relationship Type="http://schemas.openxmlformats.org/officeDocument/2006/relationships/slideLayout" Target="/ppt/slideLayouts/slideLayout51.xml" Id="R0f235349fc544a51" /><Relationship Type="http://schemas.openxmlformats.org/officeDocument/2006/relationships/slideLayout" Target="/ppt/slideLayouts/slideLayout52.xml" Id="R3a9bc777ae474db7" /><Relationship Type="http://schemas.openxmlformats.org/officeDocument/2006/relationships/slideLayout" Target="/ppt/slideLayouts/slideLayout53.xml" Id="Re11a9f2c76ff48a4" /><Relationship Type="http://schemas.openxmlformats.org/officeDocument/2006/relationships/slideLayout" Target="/ppt/slideLayouts/slideLayout54.xml" Id="Rf51a260bd0194d2b" /><Relationship Type="http://schemas.openxmlformats.org/officeDocument/2006/relationships/slideLayout" Target="/ppt/slideLayouts/slideLayout55.xml" Id="R3db5672ef3f347b6" /><Relationship Type="http://schemas.openxmlformats.org/officeDocument/2006/relationships/slideLayout" Target="/ppt/slideLayouts/slideLayout56.xml" Id="R49228fdafba34b2f" /><Relationship Type="http://schemas.openxmlformats.org/officeDocument/2006/relationships/slideLayout" Target="/ppt/slideLayouts/slideLayout57.xml" Id="R73ab1c331c9240d2" /><Relationship Type="http://schemas.openxmlformats.org/officeDocument/2006/relationships/slideLayout" Target="/ppt/slideLayouts/slideLayout58.xml" Id="R7b95770df4a34e84" /><Relationship Type="http://schemas.openxmlformats.org/officeDocument/2006/relationships/slideLayout" Target="/ppt/slideLayouts/slideLayout59.xml" Id="Rc99094a20b214d2d" /><Relationship Type="http://schemas.openxmlformats.org/officeDocument/2006/relationships/slideLayout" Target="/ppt/slideLayouts/slideLayout60.xml" Id="R4123e90e367b4665" /><Relationship Type="http://schemas.openxmlformats.org/officeDocument/2006/relationships/slideLayout" Target="/ppt/slideLayouts/slideLayout61.xml" Id="R5ac271e6559442eb" /><Relationship Type="http://schemas.openxmlformats.org/officeDocument/2006/relationships/slideLayout" Target="/ppt/slideLayouts/slideLayout62.xml" Id="R97900dfaaa334e4c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image" Target="/ppt/media/image.png" Id="R8fa91bf8073d407a" /><Relationship Type="http://schemas.openxmlformats.org/officeDocument/2006/relationships/image" Target="/ppt/media/image.svg" Id="R7d663c30ee114e06" /><Relationship Type="http://schemas.openxmlformats.org/officeDocument/2006/relationships/theme" Target="/ppt/slideMasters/theme/theme3.xml" Id="R72008f11779948c8" /><Relationship Type="http://schemas.openxmlformats.org/officeDocument/2006/relationships/slideLayout" Target="/ppt/slideLayouts/slideLayout63.xml" Id="Rddbaf577e2de4982" /><Relationship Type="http://schemas.openxmlformats.org/officeDocument/2006/relationships/slideLayout" Target="/ppt/slideLayouts/slideLayout64.xml" Id="R0da92ec31c274b57" /><Relationship Type="http://schemas.openxmlformats.org/officeDocument/2006/relationships/slideLayout" Target="/ppt/slideLayouts/slideLayout65.xml" Id="Rf828f55961484410" /><Relationship Type="http://schemas.openxmlformats.org/officeDocument/2006/relationships/slideLayout" Target="/ppt/slideLayouts/slideLayout66.xml" Id="R966c859d2500440d" /><Relationship Type="http://schemas.openxmlformats.org/officeDocument/2006/relationships/slideLayout" Target="/ppt/slideLayouts/slideLayout67.xml" Id="R98b2e057bafe4536" /><Relationship Type="http://schemas.openxmlformats.org/officeDocument/2006/relationships/slideLayout" Target="/ppt/slideLayouts/slideLayout68.xml" Id="Rf6ecd0808f7e4083" /><Relationship Type="http://schemas.openxmlformats.org/officeDocument/2006/relationships/slideLayout" Target="/ppt/slideLayouts/slideLayout69.xml" Id="R845ad4a10a3948aa" /><Relationship Type="http://schemas.openxmlformats.org/officeDocument/2006/relationships/slideLayout" Target="/ppt/slideLayouts/slideLayout70.xml" Id="R225d6a1ce9ba4e72" /><Relationship Type="http://schemas.openxmlformats.org/officeDocument/2006/relationships/slideLayout" Target="/ppt/slideLayouts/slideLayout71.xml" Id="Rf8c2e07eb11e4979" /><Relationship Type="http://schemas.openxmlformats.org/officeDocument/2006/relationships/slideLayout" Target="/ppt/slideLayouts/slideLayout72.xml" Id="Rfbc2f864e9184d7c" /><Relationship Type="http://schemas.openxmlformats.org/officeDocument/2006/relationships/slideLayout" Target="/ppt/slideLayouts/slideLayout73.xml" Id="Rb093f4ca76784525" /><Relationship Type="http://schemas.openxmlformats.org/officeDocument/2006/relationships/slideLayout" Target="/ppt/slideLayouts/slideLayout74.xml" Id="R42e1842a8a764c98" /><Relationship Type="http://schemas.openxmlformats.org/officeDocument/2006/relationships/slideLayout" Target="/ppt/slideLayouts/slideLayout75.xml" Id="R2c87b7f5c51949bd" /><Relationship Type="http://schemas.openxmlformats.org/officeDocument/2006/relationships/slideLayout" Target="/ppt/slideLayouts/slideLayout76.xml" Id="R8378d05d55a74248" /><Relationship Type="http://schemas.openxmlformats.org/officeDocument/2006/relationships/slideLayout" Target="/ppt/slideLayouts/slideLayout77.xml" Id="R5ad4678c68de4489" /><Relationship Type="http://schemas.openxmlformats.org/officeDocument/2006/relationships/slideLayout" Target="/ppt/slideLayouts/slideLayout78.xml" Id="R66156c11d1d7496b" /><Relationship Type="http://schemas.openxmlformats.org/officeDocument/2006/relationships/slideLayout" Target="/ppt/slideLayouts/slideLayout79.xml" Id="Ra12ef5e6f09b4734" /><Relationship Type="http://schemas.openxmlformats.org/officeDocument/2006/relationships/slideLayout" Target="/ppt/slideLayouts/slideLayout80.xml" Id="Rd7f56e8f90db46e2" /><Relationship Type="http://schemas.openxmlformats.org/officeDocument/2006/relationships/slideLayout" Target="/ppt/slideLayouts/slideLayout81.xml" Id="R38a74d564cb54d14" /><Relationship Type="http://schemas.openxmlformats.org/officeDocument/2006/relationships/slideLayout" Target="/ppt/slideLayouts/slideLayout82.xml" Id="R51e0c4c865e4462c" /><Relationship Type="http://schemas.openxmlformats.org/officeDocument/2006/relationships/slideLayout" Target="/ppt/slideLayouts/slideLayout83.xml" Id="Ra3eafb3c60a04249" /><Relationship Type="http://schemas.openxmlformats.org/officeDocument/2006/relationships/slideLayout" Target="/ppt/slideLayouts/slideLayout84.xml" Id="R9ffb8e8825c9497f" /><Relationship Type="http://schemas.openxmlformats.org/officeDocument/2006/relationships/slideLayout" Target="/ppt/slideLayouts/slideLayout85.xml" Id="R8ebc53dc9f384d6d" /><Relationship Type="http://schemas.openxmlformats.org/officeDocument/2006/relationships/slideLayout" Target="/ppt/slideLayouts/slideLayout86.xml" Id="R311ae5e40f184cdf" /><Relationship Type="http://schemas.openxmlformats.org/officeDocument/2006/relationships/slideLayout" Target="/ppt/slideLayouts/slideLayout87.xml" Id="R94d9c21126564ffa" /><Relationship Type="http://schemas.openxmlformats.org/officeDocument/2006/relationships/slideLayout" Target="/ppt/slideLayouts/slideLayout88.xml" Id="Re41b6ffeae88410e" /><Relationship Type="http://schemas.openxmlformats.org/officeDocument/2006/relationships/slideLayout" Target="/ppt/slideLayouts/slideLayout89.xml" Id="R31af8fd81de54624" /><Relationship Type="http://schemas.openxmlformats.org/officeDocument/2006/relationships/slideLayout" Target="/ppt/slideLayouts/slideLayout90.xml" Id="Ra9b63597951d4cee" /><Relationship Type="http://schemas.openxmlformats.org/officeDocument/2006/relationships/slideLayout" Target="/ppt/slideLayouts/slideLayout91.xml" Id="Rf1be54991cc046ee" /><Relationship Type="http://schemas.openxmlformats.org/officeDocument/2006/relationships/slideLayout" Target="/ppt/slideLayouts/slideLayout92.xml" Id="Rf982d3683e984f3b" /><Relationship Type="http://schemas.openxmlformats.org/officeDocument/2006/relationships/slideLayout" Target="/ppt/slideLayouts/slideLayout93.xml" Id="Red0da20dbc2b4e2a" /><Relationship Type="http://schemas.openxmlformats.org/officeDocument/2006/relationships/slideLayout" Target="/ppt/slideLayouts/slideLayout94.xml" Id="R58cedb759f0a4fca" /><Relationship Type="http://schemas.openxmlformats.org/officeDocument/2006/relationships/slideLayout" Target="/ppt/slideLayouts/slideLayout95.xml" Id="Re4451485049f475c" /><Relationship Type="http://schemas.openxmlformats.org/officeDocument/2006/relationships/slideLayout" Target="/ppt/slideLayouts/slideLayout96.xml" Id="R78fb4cd2acef4f89" /><Relationship Type="http://schemas.openxmlformats.org/officeDocument/2006/relationships/slideLayout" Target="/ppt/slideLayouts/slideLayout97.xml" Id="Rd552fbd7dcf24bbe" /><Relationship Type="http://schemas.openxmlformats.org/officeDocument/2006/relationships/slideLayout" Target="/ppt/slideLayouts/slideLayout98.xml" Id="R85368fcd86ca4dc0" /><Relationship Type="http://schemas.openxmlformats.org/officeDocument/2006/relationships/slideLayout" Target="/ppt/slideLayouts/slideLayout99.xml" Id="R9bcb61705fbb4cd5" /><Relationship Type="http://schemas.openxmlformats.org/officeDocument/2006/relationships/slideLayout" Target="/ppt/slideLayouts/slideLayout100.xml" Id="Re538c9cda6fa4bf0" /><Relationship Type="http://schemas.openxmlformats.org/officeDocument/2006/relationships/slideLayout" Target="/ppt/slideLayouts/slideLayout101.xml" Id="R0e66cbd552ae4fea" /><Relationship Type="http://schemas.openxmlformats.org/officeDocument/2006/relationships/slideLayout" Target="/ppt/slideLayouts/slideLayout102.xml" Id="R7bc1c3206dfb49af" /><Relationship Type="http://schemas.openxmlformats.org/officeDocument/2006/relationships/slideLayout" Target="/ppt/slideLayouts/slideLayout103.xml" Id="R39a64476649e4593" /><Relationship Type="http://schemas.openxmlformats.org/officeDocument/2006/relationships/slideLayout" Target="/ppt/slideLayouts/slideLayout104.xml" Id="R673cf744d1d8489c" /><Relationship Type="http://schemas.openxmlformats.org/officeDocument/2006/relationships/slideLayout" Target="/ppt/slideLayouts/slideLayout105.xml" Id="Re7cd9cb3e5864c2f" /><Relationship Type="http://schemas.openxmlformats.org/officeDocument/2006/relationships/slideLayout" Target="/ppt/slideLayouts/slideLayout106.xml" Id="Rd08e6fcec6e24687" /><Relationship Type="http://schemas.openxmlformats.org/officeDocument/2006/relationships/slideLayout" Target="/ppt/slideLayouts/slideLayout107.xml" Id="R8a43f208aee04e8c" /><Relationship Type="http://schemas.openxmlformats.org/officeDocument/2006/relationships/slideLayout" Target="/ppt/slideLayouts/slideLayout108.xml" Id="R5db6a5750b834779" /><Relationship Type="http://schemas.openxmlformats.org/officeDocument/2006/relationships/slideLayout" Target="/ppt/slideLayouts/slideLayout109.xml" Id="Re6fa00f7e5bd4ead" /><Relationship Type="http://schemas.openxmlformats.org/officeDocument/2006/relationships/slideLayout" Target="/ppt/slideLayouts/slideLayout110.xml" Id="Rec85c336a3f8468b" /><Relationship Type="http://schemas.openxmlformats.org/officeDocument/2006/relationships/slideLayout" Target="/ppt/slideLayouts/slideLayout111.xml" Id="R3f9ed8336a914c83" /><Relationship Type="http://schemas.openxmlformats.org/officeDocument/2006/relationships/slideLayout" Target="/ppt/slideLayouts/slideLayout112.xml" Id="Re2c51b5f654b4e6d" /><Relationship Type="http://schemas.openxmlformats.org/officeDocument/2006/relationships/slideLayout" Target="/ppt/slideLayouts/slideLayout113.xml" Id="Rbeebd25514f24888" /><Relationship Type="http://schemas.openxmlformats.org/officeDocument/2006/relationships/slideLayout" Target="/ppt/slideLayouts/slideLayout114.xml" Id="R8c5ee9a09a4c4fdb" /><Relationship Type="http://schemas.openxmlformats.org/officeDocument/2006/relationships/slideLayout" Target="/ppt/slideLayouts/slideLayout115.xml" Id="R50a791eaef6b48d6" /><Relationship Type="http://schemas.openxmlformats.org/officeDocument/2006/relationships/slideLayout" Target="/ppt/slideLayouts/slideLayout116.xml" Id="R252b78f6b1e14fd6" /><Relationship Type="http://schemas.openxmlformats.org/officeDocument/2006/relationships/slideLayout" Target="/ppt/slideLayouts/slideLayout117.xml" Id="R2a6ca8e0f28346f9" /><Relationship Type="http://schemas.openxmlformats.org/officeDocument/2006/relationships/slideLayout" Target="/ppt/slideLayouts/slideLayout118.xml" Id="R07aedaae4c86435c" /><Relationship Type="http://schemas.openxmlformats.org/officeDocument/2006/relationships/slideLayout" Target="/ppt/slideLayouts/slideLayout119.xml" Id="R4c2a5138a37e44e0" /><Relationship Type="http://schemas.openxmlformats.org/officeDocument/2006/relationships/slideLayout" Target="/ppt/slideLayouts/slideLayout120.xml" Id="R3229235127c546b3" /><Relationship Type="http://schemas.openxmlformats.org/officeDocument/2006/relationships/slideLayout" Target="/ppt/slideLayouts/slideLayout121.xml" Id="R691a0cf2074642fe" /><Relationship Type="http://schemas.openxmlformats.org/officeDocument/2006/relationships/slideLayout" Target="/ppt/slideLayouts/slideLayout122.xml" Id="Re74575cc1ef74572" /><Relationship Type="http://schemas.openxmlformats.org/officeDocument/2006/relationships/slideLayout" Target="/ppt/slideLayouts/slideLayout123.xml" Id="Rde68649abe8e4617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 flipV="1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 sz="1834"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25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843b796705440c">
            <a:extLst>
              <a:ext uri="{96DAC541-7B7A-43D3-8B79-37D633B846F1}">
                <asvg:svgBlip xmlns:asvg="http://schemas.microsoft.com/office/drawing/2016/SVG/main" r:embed="R49d1c75fcdc2413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  <p:sp>
        <p:nvSpPr>
          <p:cNvPr id="12" name="Slide Number Placeholder 20">
            <a:extLst xmlns:a="http://schemas.openxmlformats.org/drawingml/2006/main">
              <a:ext uri="{FF2B5EF4-FFF2-40B4-BE49-F238E27FC236}">
                <a16:creationId xmlns:a16="http://schemas.microsoft.com/office/drawing/2014/main" id="{609FC892-4FB6-4384-5C29-EC6C9D8D3D5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641070" y="6629859"/>
            <a:ext cx="293815" cy="1100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/>
          <a:lstStyle xmlns:a="http://schemas.openxmlformats.org/drawingml/2006/main">
            <a:lvl1pPr algn="r">
              <a:buNone/>
              <a:defRPr sz="713">
                <a:solidFill>
                  <a:schemeClr val="tx1"/>
                </a:solidFill>
                <a:latin typeface="MetaPlusLF"/>
                <a:ea typeface="MetaPlusLF"/>
                <a:cs typeface="MetaPlusLF"/>
              </a:defRPr>
            </a:lvl1pPr>
          </a:lstStyle>
          <a:p xmlns:a="http://schemas.openxmlformats.org/drawingml/2006/main">
            <a:pPr algn="l">
              <a:buNone/>
            </a:pPr>
            <a:fld id="{F7021451-1387-4CA6-816F-3879F97B5CBC}" type="slidenum">
              <a:rPr b="0"/>
              <a:t>‹#›</a:t>
            </a:fld>
            <a:endParaRPr/>
          </a:p>
        </p:txBody>
      </p:sp>
      <p:sp>
        <p:nvSpPr>
          <p:cNvPr id="13" name="FESTO_NAME">
            <a:extLst xmlns:a="http://schemas.openxmlformats.org/drawingml/2006/main">
              <a:ext uri="{FF2B5EF4-FFF2-40B4-BE49-F238E27FC236}">
                <a16:creationId xmlns:a16="http://schemas.microsoft.com/office/drawing/2014/main" id="{6EC665EC-A235-0384-0096-D065C7B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815" y="6620687"/>
            <a:ext cx="189309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rPr sz="713">
                <a:latin typeface="+mn-lt"/>
                <a:ea typeface="+mn-lt"/>
                <a:cs typeface="+mn-lt"/>
              </a:rPr>
              <a:t> </a:t>
            </a: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4" name="FESTO_TITEL">
            <a:extLst xmlns:a="http://schemas.openxmlformats.org/drawingml/2006/main">
              <a:ext uri="{FF2B5EF4-FFF2-40B4-BE49-F238E27FC236}">
                <a16:creationId xmlns:a16="http://schemas.microsoft.com/office/drawing/2014/main" id="{96C49CE7-0E00-1C58-B84E-BEE8B7AF0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6955" y="6620687"/>
            <a:ext cx="389258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marL="0" marR="0" indent="0" algn="l" defTabSz="931779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sz="713" kern="1200">
              <a:solidFill>
                <a:schemeClr val="tx1"/>
              </a:solidFill>
              <a:latin typeface="MetaPlusLF"/>
              <a:ea typeface="MetaPlusLF"/>
              <a:cs typeface="MetaPlusLF"/>
            </a:endParaRPr>
          </a:p>
        </p:txBody>
      </p:sp>
      <p:sp>
        <p:nvSpPr>
          <p:cNvPr id="15" name="FESTO_ERSTELLT">
            <a:extLst xmlns:a="http://schemas.openxmlformats.org/drawingml/2006/main">
              <a:ext uri="{FF2B5EF4-FFF2-40B4-BE49-F238E27FC236}">
                <a16:creationId xmlns:a16="http://schemas.microsoft.com/office/drawing/2014/main" id="{8A181814-15C0-D7EB-E88A-88203F7E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6586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6" name="FESTO_GEAENDERT">
            <a:extLst xmlns:a="http://schemas.openxmlformats.org/drawingml/2006/main">
              <a:ext uri="{FF2B5EF4-FFF2-40B4-BE49-F238E27FC236}">
                <a16:creationId xmlns:a16="http://schemas.microsoft.com/office/drawing/2014/main" id="{232C6D20-7FE3-3DA3-1644-C5221DA6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7707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7" name="FESTO_STATUS1">
            <a:extLst xmlns:a="http://schemas.openxmlformats.org/drawingml/2006/main">
              <a:ext uri="{FF2B5EF4-FFF2-40B4-BE49-F238E27FC236}">
                <a16:creationId xmlns:a16="http://schemas.microsoft.com/office/drawing/2014/main" id="{E1373306-72B0-D218-F9A0-E86118B47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8828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  <p:sp>
        <p:nvSpPr>
          <p:cNvPr id="18" name="FESTO_VERTRAULICH1">
            <a:extLst xmlns:a="http://schemas.openxmlformats.org/drawingml/2006/main">
              <a:ext uri="{FF2B5EF4-FFF2-40B4-BE49-F238E27FC236}">
                <a16:creationId xmlns:a16="http://schemas.microsoft.com/office/drawing/2014/main" id="{DAF87E19-1DF2-9A79-CBA3-AEAA559B1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949" y="6620687"/>
            <a:ext cx="1284076" cy="1284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endParaRPr sz="713">
              <a:latin typeface="+mn-lt"/>
              <a:ea typeface="+mn-lt"/>
              <a:cs typeface="+mn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b1c981eb7bd4c0f"/>
    <p:sldLayoutId xmlns:r="http://schemas.openxmlformats.org/officeDocument/2006/relationships" id="2147483650" r:id="R00116aa52aa94533"/>
    <p:sldLayoutId xmlns:r="http://schemas.openxmlformats.org/officeDocument/2006/relationships" id="2147483651" r:id="Rab5d9bb393d34171"/>
    <p:sldLayoutId xmlns:r="http://schemas.openxmlformats.org/officeDocument/2006/relationships" id="2147483652" r:id="R275e16c6371f45ad"/>
    <p:sldLayoutId xmlns:r="http://schemas.openxmlformats.org/officeDocument/2006/relationships" id="2147483653" r:id="Rdcbd9d09274e430a"/>
    <p:sldLayoutId xmlns:r="http://schemas.openxmlformats.org/officeDocument/2006/relationships" id="2147483654" r:id="Rcdc5e696d11c4e97"/>
    <p:sldLayoutId xmlns:r="http://schemas.openxmlformats.org/officeDocument/2006/relationships" id="2147483655" r:id="Rb97c4ed248c34e83"/>
    <p:sldLayoutId xmlns:r="http://schemas.openxmlformats.org/officeDocument/2006/relationships" id="2147483656" r:id="R5dc8b12ef29a4943"/>
    <p:sldLayoutId xmlns:r="http://schemas.openxmlformats.org/officeDocument/2006/relationships" id="2147483657" r:id="R4563c20a12384363"/>
    <p:sldLayoutId xmlns:r="http://schemas.openxmlformats.org/officeDocument/2006/relationships" id="2147483658" r:id="Raf5aad2fa02f476c"/>
    <p:sldLayoutId xmlns:r="http://schemas.openxmlformats.org/officeDocument/2006/relationships" id="2147483659" r:id="Rdb5a6c7db61143f6"/>
    <p:sldLayoutId xmlns:r="http://schemas.openxmlformats.org/officeDocument/2006/relationships" id="2147483660" r:id="R2fec2c2537ec4ce4"/>
    <p:sldLayoutId xmlns:r="http://schemas.openxmlformats.org/officeDocument/2006/relationships" id="2147483661" r:id="Raf71b797e06c4150"/>
    <p:sldLayoutId xmlns:r="http://schemas.openxmlformats.org/officeDocument/2006/relationships" id="2147483662" r:id="R4aba4ed9fb8844f3"/>
    <p:sldLayoutId xmlns:r="http://schemas.openxmlformats.org/officeDocument/2006/relationships" id="2147483663" r:id="R120585b5fe2a49bd"/>
    <p:sldLayoutId xmlns:r="http://schemas.openxmlformats.org/officeDocument/2006/relationships" id="2147483664" r:id="R074be66590ec4a92"/>
    <p:sldLayoutId xmlns:r="http://schemas.openxmlformats.org/officeDocument/2006/relationships" id="2147483665" r:id="R53431e84d0444cbe"/>
    <p:sldLayoutId xmlns:r="http://schemas.openxmlformats.org/officeDocument/2006/relationships" id="2147483666" r:id="R8284f256b0d64336"/>
    <p:sldLayoutId xmlns:r="http://schemas.openxmlformats.org/officeDocument/2006/relationships" id="2147483667" r:id="R0327827b83324254"/>
    <p:sldLayoutId xmlns:r="http://schemas.openxmlformats.org/officeDocument/2006/relationships" id="2147483668" r:id="R61a5aa3dfc114bd0"/>
    <p:sldLayoutId xmlns:r="http://schemas.openxmlformats.org/officeDocument/2006/relationships" id="2147483669" r:id="R90ec1de6882241e5"/>
    <p:sldLayoutId xmlns:r="http://schemas.openxmlformats.org/officeDocument/2006/relationships" id="2147483670" r:id="R1e7652cc953d4457"/>
    <p:sldLayoutId xmlns:r="http://schemas.openxmlformats.org/officeDocument/2006/relationships" id="2147483671" r:id="R0caf3dce049f4e0d"/>
    <p:sldLayoutId xmlns:r="http://schemas.openxmlformats.org/officeDocument/2006/relationships" id="2147483672" r:id="Rc70b239de0b04c55"/>
    <p:sldLayoutId xmlns:r="http://schemas.openxmlformats.org/officeDocument/2006/relationships" id="2147483673" r:id="Rd327b0f237274d94"/>
    <p:sldLayoutId xmlns:r="http://schemas.openxmlformats.org/officeDocument/2006/relationships" id="2147483674" r:id="R4b28f70018fd45f4"/>
    <p:sldLayoutId xmlns:r="http://schemas.openxmlformats.org/officeDocument/2006/relationships" id="2147483675" r:id="R005f4e7c639e4f29"/>
    <p:sldLayoutId xmlns:r="http://schemas.openxmlformats.org/officeDocument/2006/relationships" id="2147483676" r:id="R5b197ed5a05940a1"/>
    <p:sldLayoutId xmlns:r="http://schemas.openxmlformats.org/officeDocument/2006/relationships" id="2147483677" r:id="Ra8511510c6304637"/>
    <p:sldLayoutId xmlns:r="http://schemas.openxmlformats.org/officeDocument/2006/relationships" id="2147483678" r:id="Re6bd74eb14b24a5c"/>
    <p:sldLayoutId xmlns:r="http://schemas.openxmlformats.org/officeDocument/2006/relationships" id="2147483679" r:id="Rf3e6d5dbc88c4259"/>
    <p:sldLayoutId xmlns:r="http://schemas.openxmlformats.org/officeDocument/2006/relationships" id="2147483680" r:id="R07d4d83dcc1e427d"/>
    <p:sldLayoutId xmlns:r="http://schemas.openxmlformats.org/officeDocument/2006/relationships" id="2147483681" r:id="R5a2508d323684676"/>
    <p:sldLayoutId xmlns:r="http://schemas.openxmlformats.org/officeDocument/2006/relationships" id="2147483682" r:id="Rd1a335ad51e74acd"/>
    <p:sldLayoutId xmlns:r="http://schemas.openxmlformats.org/officeDocument/2006/relationships" id="2147483683" r:id="R18d7d4b281e74db9"/>
    <p:sldLayoutId xmlns:r="http://schemas.openxmlformats.org/officeDocument/2006/relationships" id="2147483684" r:id="R9ca74f8146c64bf7"/>
    <p:sldLayoutId xmlns:r="http://schemas.openxmlformats.org/officeDocument/2006/relationships" id="2147483685" r:id="R56d48bb6f0d24bd7"/>
    <p:sldLayoutId xmlns:r="http://schemas.openxmlformats.org/officeDocument/2006/relationships" id="2147483686" r:id="R17e5fa3f79ea45b9"/>
    <p:sldLayoutId xmlns:r="http://schemas.openxmlformats.org/officeDocument/2006/relationships" id="2147483687" r:id="R691e2e0340854e85"/>
    <p:sldLayoutId xmlns:r="http://schemas.openxmlformats.org/officeDocument/2006/relationships" id="2147483688" r:id="Rce82664ddde44a5a"/>
    <p:sldLayoutId xmlns:r="http://schemas.openxmlformats.org/officeDocument/2006/relationships" id="2147483689" r:id="Re769b0b43a294b4e"/>
    <p:sldLayoutId xmlns:r="http://schemas.openxmlformats.org/officeDocument/2006/relationships" id="2147483690" r:id="R4735ebd5912d4f6d"/>
    <p:sldLayoutId xmlns:r="http://schemas.openxmlformats.org/officeDocument/2006/relationships" id="2147483691" r:id="R779d0ca983ab4508"/>
    <p:sldLayoutId xmlns:r="http://schemas.openxmlformats.org/officeDocument/2006/relationships" id="2147483692" r:id="R354a31b326824f0b"/>
    <p:sldLayoutId xmlns:r="http://schemas.openxmlformats.org/officeDocument/2006/relationships" id="2147483693" r:id="R7ecfbf0f22fc4c1d"/>
    <p:sldLayoutId xmlns:r="http://schemas.openxmlformats.org/officeDocument/2006/relationships" id="2147483694" r:id="R1092a0cd7ad54c5c"/>
    <p:sldLayoutId xmlns:r="http://schemas.openxmlformats.org/officeDocument/2006/relationships" id="2147483695" r:id="R52e33bab9dd846c6"/>
    <p:sldLayoutId xmlns:r="http://schemas.openxmlformats.org/officeDocument/2006/relationships" id="2147483696" r:id="R1999a511a0fe4ce9"/>
    <p:sldLayoutId xmlns:r="http://schemas.openxmlformats.org/officeDocument/2006/relationships" id="2147483697" r:id="R44d187320fcc4a9d"/>
    <p:sldLayoutId xmlns:r="http://schemas.openxmlformats.org/officeDocument/2006/relationships" id="2147483698" r:id="R08fe112c81a743c0"/>
    <p:sldLayoutId xmlns:r="http://schemas.openxmlformats.org/officeDocument/2006/relationships" id="2147483699" r:id="R0f235349fc544a51"/>
    <p:sldLayoutId xmlns:r="http://schemas.openxmlformats.org/officeDocument/2006/relationships" id="2147483700" r:id="R3a9bc777ae474db7"/>
    <p:sldLayoutId xmlns:r="http://schemas.openxmlformats.org/officeDocument/2006/relationships" id="2147483701" r:id="Re11a9f2c76ff48a4"/>
    <p:sldLayoutId xmlns:r="http://schemas.openxmlformats.org/officeDocument/2006/relationships" id="2147483702" r:id="Rf51a260bd0194d2b"/>
    <p:sldLayoutId xmlns:r="http://schemas.openxmlformats.org/officeDocument/2006/relationships" id="2147483703" r:id="R3db5672ef3f347b6"/>
    <p:sldLayoutId xmlns:r="http://schemas.openxmlformats.org/officeDocument/2006/relationships" id="2147483704" r:id="R49228fdafba34b2f"/>
    <p:sldLayoutId xmlns:r="http://schemas.openxmlformats.org/officeDocument/2006/relationships" id="2147483705" r:id="R73ab1c331c9240d2"/>
    <p:sldLayoutId xmlns:r="http://schemas.openxmlformats.org/officeDocument/2006/relationships" id="2147483706" r:id="R7b95770df4a34e84"/>
    <p:sldLayoutId xmlns:r="http://schemas.openxmlformats.org/officeDocument/2006/relationships" id="2147483707" r:id="Rc99094a20b214d2d"/>
    <p:sldLayoutId xmlns:r="http://schemas.openxmlformats.org/officeDocument/2006/relationships" id="2147483708" r:id="R4123e90e367b4665"/>
    <p:sldLayoutId xmlns:r="http://schemas.openxmlformats.org/officeDocument/2006/relationships" id="2147483709" r:id="R5ac271e6559442eb"/>
    <p:sldLayoutId xmlns:r="http://schemas.openxmlformats.org/officeDocument/2006/relationships" id="2147483710" r:id="R97900dfaaa334e4c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elplatzhalter 1">
            <a:extLst xmlns:a="http://schemas.openxmlformats.org/drawingml/2006/main">
              <a:ext uri="{FF2B5EF4-FFF2-40B4-BE49-F238E27FC236}">
                <a16:creationId xmlns:a16="http://schemas.microsoft.com/office/drawing/2014/main" id="{9E19FF3D-3158-4473-097E-33C8AE4BE9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59376" y="933490"/>
            <a:ext cx="8145797" cy="9545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t>Mastertitelformat bearbeiten</a:t>
            </a:r>
          </a:p>
        </p:txBody>
      </p:sp>
      <p:sp>
        <p:nvSpPr>
          <p:cNvPr id="3" name="Textplatzhalter 2">
            <a:extLst xmlns:a="http://schemas.openxmlformats.org/drawingml/2006/main">
              <a:ext uri="{FF2B5EF4-FFF2-40B4-BE49-F238E27FC236}">
                <a16:creationId xmlns:a16="http://schemas.microsoft.com/office/drawing/2014/main" id="{22682666-2C6C-E5F1-C947-2BE662E5A0C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59376" y="2475286"/>
            <a:ext cx="8145797" cy="40364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0" tIns="0" rIns="0" bIns="0">
            <a:noAutofit/>
          </a:bodyPr>
          <a:lstStyle xmlns:a="http://schemas.openxmlformats.org/drawingml/2006/main"/>
          <a:p xmlns:a="http://schemas.openxmlformats.org/drawingml/2006/main">
            <a:r>
              <a:t>Erste Ebene</a:t>
            </a:r>
          </a:p>
          <a:p xmlns:a="http://schemas.openxmlformats.org/drawingml/2006/main">
            <a:pPr lvl="1">
              <a:buNone/>
            </a:pPr>
            <a:r>
              <a:t>Zweite Ebene</a:t>
            </a:r>
          </a:p>
          <a:p xmlns:a="http://schemas.openxmlformats.org/drawingml/2006/main">
            <a:pPr lvl="2">
              <a:buNone/>
            </a:pPr>
            <a:r>
              <a:t>Dritte Ebene</a:t>
            </a:r>
          </a:p>
          <a:p xmlns:a="http://schemas.openxmlformats.org/drawingml/2006/main">
            <a:pPr lvl="3">
              <a:buNone/>
            </a:pPr>
            <a:r>
              <a:t>Vierte Ebene</a:t>
            </a:r>
          </a:p>
          <a:p xmlns:a="http://schemas.openxmlformats.org/drawingml/2006/main">
            <a:pPr lvl="4">
              <a:buNone/>
            </a:pPr>
            <a:r>
              <a:t>Fünfte Ebene</a:t>
            </a:r>
          </a:p>
          <a:p xmlns:a="http://schemas.openxmlformats.org/drawingml/2006/main">
            <a:pPr lvl="5">
              <a:buNone/>
            </a:pPr>
            <a:r>
              <a:t>Sechste Ebene</a:t>
            </a:r>
          </a:p>
          <a:p xmlns:a="http://schemas.openxmlformats.org/drawingml/2006/main">
            <a:pPr lvl="6">
              <a:buNone/>
            </a:pPr>
            <a:r>
              <a:t>Siebte Ebene</a:t>
            </a:r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Datumsplatzhalter 3">
            <a:extLst xmlns:a="http://schemas.openxmlformats.org/drawingml/2006/main">
              <a:ext uri="{FF2B5EF4-FFF2-40B4-BE49-F238E27FC236}">
                <a16:creationId xmlns:a16="http://schemas.microsoft.com/office/drawing/2014/main" id="{28957A2A-1041-5BB1-E888-C0F721CF074A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</a:p>
        </p:txBody>
      </p:sp>
      <p:sp>
        <p:nvSpPr>
          <p:cNvPr id="5" name="Fußzeilenplatzhalter 4">
            <a:extLst xmlns:a="http://schemas.openxmlformats.org/drawingml/2006/main">
              <a:ext uri="{FF2B5EF4-FFF2-40B4-BE49-F238E27FC236}">
                <a16:creationId xmlns:a16="http://schemas.microsoft.com/office/drawing/2014/main" id="{D73D2941-C5A4-CFD1-083E-302BCD9D294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1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r>
              <a:t>This function is not supported</a:t>
            </a:r>
            <a:endParaRPr/>
          </a:p>
        </p:txBody>
      </p:sp>
      <p:sp>
        <p:nvSpPr>
          <p:cNvPr id="6" name="Foliennummernplatzhalter 5">
            <a:extLst xmlns:a="http://schemas.openxmlformats.org/drawingml/2006/main">
              <a:ext uri="{FF2B5EF4-FFF2-40B4-BE49-F238E27FC236}">
                <a16:creationId xmlns:a16="http://schemas.microsoft.com/office/drawing/2014/main" id="{4E108AD6-599B-9F4F-EAE6-AAFAF4783E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2192000" y="0"/>
            <a:ext cx="0" cy="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none" lIns="0" tIns="0" rIns="0" bIns="0" anchor="ctr">
            <a:noAutofit/>
          </a:bodyPr>
          <a:lstStyle xmlns:a="http://schemas.openxmlformats.org/drawingml/2006/main">
            <a:lvl1pPr algn="r">
              <a:buNone/>
              <a:defRPr sz="102" b="0">
                <a:noFill/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fld id="{47323CBD-5182-48A7-9396-4CCEF101AAAE}" type="slidenum">
              <a:t>‹#›</a:t>
            </a:fld>
            <a:endParaRPr/>
          </a:p>
        </p:txBody>
      </p:sp>
      <p:sp>
        <p:nvSpPr>
          <p:cNvPr id="8" name="Rechteck 7">
            <a:extLst xmlns:a="http://schemas.openxmlformats.org/drawingml/2006/main">
              <a:ext uri="{FF2B5EF4-FFF2-40B4-BE49-F238E27FC236}">
                <a16:creationId xmlns:a16="http://schemas.microsoft.com/office/drawing/2014/main" id="{81EF3CD3-1DAA-0C1A-912E-7C42622C2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488561" y="1"/>
            <a:ext cx="1217350" cy="121735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216000" tIns="216000" rIns="216000" bIns="216000" anchor="ctr"/>
          <a:lstStyle xmlns:a="http://schemas.openxmlformats.org/drawingml/2006/main"/>
          <a:p xmlns:a="http://schemas.openxmlformats.org/drawingml/2006/main">
            <a:pPr algn="ctr">
              <a:spcBef>
                <a:spcPts val="611"/>
              </a:spcBef>
              <a:spcAft>
                <a:spcPts val="611"/>
              </a:spcAft>
              <a:buClr>
                <a:schemeClr val="bg1"/>
              </a:buClr>
              <a:buNone/>
            </a:pPr>
            <a:endParaRPr>
              <a:solidFill>
                <a:schemeClr val="bg1"/>
              </a:solidFill>
              <a:latin typeface="+mn-lt"/>
              <a:ea typeface="+mn-lt"/>
              <a:cs typeface="+mn-lt"/>
            </a:endParaRPr>
          </a:p>
        </p:txBody>
      </p:sp>
      <p:pic>
        <p:nvPicPr>
          <p:cNvPr id="16" name="Grafik 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a91bf8073d407a">
            <a:extLst>
              <a:ext uri="{96DAC541-7B7A-43D3-8B79-37D633B846F1}">
                <asvg:svgBlip xmlns:asvg="http://schemas.microsoft.com/office/drawing/2016/SVG/main" r:embed="R7d663c30ee114e06"/>
              </a:ext>
            </a:extLst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rot="0" flipH="0" flipV="0">
            <a:off x="10649620" y="893159"/>
            <a:ext cx="895232" cy="162409"/>
          </a:xfrm>
          <a:prstGeom xmlns:a="http://schemas.openxmlformats.org/drawingml/2006/main"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712" r:id="Rddbaf577e2de4982"/>
    <p:sldLayoutId xmlns:r="http://schemas.openxmlformats.org/officeDocument/2006/relationships" id="2147483713" r:id="R0da92ec31c274b57"/>
    <p:sldLayoutId xmlns:r="http://schemas.openxmlformats.org/officeDocument/2006/relationships" id="2147483714" r:id="Rf828f55961484410"/>
    <p:sldLayoutId xmlns:r="http://schemas.openxmlformats.org/officeDocument/2006/relationships" id="2147483715" r:id="R966c859d2500440d"/>
    <p:sldLayoutId xmlns:r="http://schemas.openxmlformats.org/officeDocument/2006/relationships" id="2147483716" r:id="R98b2e057bafe4536"/>
    <p:sldLayoutId xmlns:r="http://schemas.openxmlformats.org/officeDocument/2006/relationships" id="2147483717" r:id="Rf6ecd0808f7e4083"/>
    <p:sldLayoutId xmlns:r="http://schemas.openxmlformats.org/officeDocument/2006/relationships" id="2147483718" r:id="R845ad4a10a3948aa"/>
    <p:sldLayoutId xmlns:r="http://schemas.openxmlformats.org/officeDocument/2006/relationships" id="2147483719" r:id="R225d6a1ce9ba4e72"/>
    <p:sldLayoutId xmlns:r="http://schemas.openxmlformats.org/officeDocument/2006/relationships" id="2147483720" r:id="Rf8c2e07eb11e4979"/>
    <p:sldLayoutId xmlns:r="http://schemas.openxmlformats.org/officeDocument/2006/relationships" id="2147483721" r:id="Rfbc2f864e9184d7c"/>
    <p:sldLayoutId xmlns:r="http://schemas.openxmlformats.org/officeDocument/2006/relationships" id="2147483722" r:id="Rb093f4ca76784525"/>
    <p:sldLayoutId xmlns:r="http://schemas.openxmlformats.org/officeDocument/2006/relationships" id="2147483723" r:id="R42e1842a8a764c98"/>
    <p:sldLayoutId xmlns:r="http://schemas.openxmlformats.org/officeDocument/2006/relationships" id="2147483724" r:id="R2c87b7f5c51949bd"/>
    <p:sldLayoutId xmlns:r="http://schemas.openxmlformats.org/officeDocument/2006/relationships" id="2147483725" r:id="R8378d05d55a74248"/>
    <p:sldLayoutId xmlns:r="http://schemas.openxmlformats.org/officeDocument/2006/relationships" id="2147483726" r:id="R5ad4678c68de4489"/>
    <p:sldLayoutId xmlns:r="http://schemas.openxmlformats.org/officeDocument/2006/relationships" id="2147483727" r:id="R66156c11d1d7496b"/>
    <p:sldLayoutId xmlns:r="http://schemas.openxmlformats.org/officeDocument/2006/relationships" id="2147483728" r:id="Ra12ef5e6f09b4734"/>
    <p:sldLayoutId xmlns:r="http://schemas.openxmlformats.org/officeDocument/2006/relationships" id="2147483729" r:id="Rd7f56e8f90db46e2"/>
    <p:sldLayoutId xmlns:r="http://schemas.openxmlformats.org/officeDocument/2006/relationships" id="2147483730" r:id="R38a74d564cb54d14"/>
    <p:sldLayoutId xmlns:r="http://schemas.openxmlformats.org/officeDocument/2006/relationships" id="2147483731" r:id="R51e0c4c865e4462c"/>
    <p:sldLayoutId xmlns:r="http://schemas.openxmlformats.org/officeDocument/2006/relationships" id="2147483732" r:id="Ra3eafb3c60a04249"/>
    <p:sldLayoutId xmlns:r="http://schemas.openxmlformats.org/officeDocument/2006/relationships" id="2147483733" r:id="R9ffb8e8825c9497f"/>
    <p:sldLayoutId xmlns:r="http://schemas.openxmlformats.org/officeDocument/2006/relationships" id="2147483734" r:id="R8ebc53dc9f384d6d"/>
    <p:sldLayoutId xmlns:r="http://schemas.openxmlformats.org/officeDocument/2006/relationships" id="2147483735" r:id="R311ae5e40f184cdf"/>
    <p:sldLayoutId xmlns:r="http://schemas.openxmlformats.org/officeDocument/2006/relationships" id="2147483736" r:id="R94d9c21126564ffa"/>
    <p:sldLayoutId xmlns:r="http://schemas.openxmlformats.org/officeDocument/2006/relationships" id="2147483737" r:id="Re41b6ffeae88410e"/>
    <p:sldLayoutId xmlns:r="http://schemas.openxmlformats.org/officeDocument/2006/relationships" id="2147483738" r:id="R31af8fd81de54624"/>
    <p:sldLayoutId xmlns:r="http://schemas.openxmlformats.org/officeDocument/2006/relationships" id="2147483739" r:id="Ra9b63597951d4cee"/>
    <p:sldLayoutId xmlns:r="http://schemas.openxmlformats.org/officeDocument/2006/relationships" id="2147483740" r:id="Rf1be54991cc046ee"/>
    <p:sldLayoutId xmlns:r="http://schemas.openxmlformats.org/officeDocument/2006/relationships" id="2147483741" r:id="Rf982d3683e984f3b"/>
    <p:sldLayoutId xmlns:r="http://schemas.openxmlformats.org/officeDocument/2006/relationships" id="2147483742" r:id="Red0da20dbc2b4e2a"/>
    <p:sldLayoutId xmlns:r="http://schemas.openxmlformats.org/officeDocument/2006/relationships" id="2147483743" r:id="R58cedb759f0a4fca"/>
    <p:sldLayoutId xmlns:r="http://schemas.openxmlformats.org/officeDocument/2006/relationships" id="2147483744" r:id="Re4451485049f475c"/>
    <p:sldLayoutId xmlns:r="http://schemas.openxmlformats.org/officeDocument/2006/relationships" id="2147483745" r:id="R78fb4cd2acef4f89"/>
    <p:sldLayoutId xmlns:r="http://schemas.openxmlformats.org/officeDocument/2006/relationships" id="2147483746" r:id="Rd552fbd7dcf24bbe"/>
    <p:sldLayoutId xmlns:r="http://schemas.openxmlformats.org/officeDocument/2006/relationships" id="2147483747" r:id="R85368fcd86ca4dc0"/>
    <p:sldLayoutId xmlns:r="http://schemas.openxmlformats.org/officeDocument/2006/relationships" id="2147483748" r:id="R9bcb61705fbb4cd5"/>
    <p:sldLayoutId xmlns:r="http://schemas.openxmlformats.org/officeDocument/2006/relationships" id="2147483749" r:id="Re538c9cda6fa4bf0"/>
    <p:sldLayoutId xmlns:r="http://schemas.openxmlformats.org/officeDocument/2006/relationships" id="2147483750" r:id="R0e66cbd552ae4fea"/>
    <p:sldLayoutId xmlns:r="http://schemas.openxmlformats.org/officeDocument/2006/relationships" id="2147483751" r:id="R7bc1c3206dfb49af"/>
    <p:sldLayoutId xmlns:r="http://schemas.openxmlformats.org/officeDocument/2006/relationships" id="2147483752" r:id="R39a64476649e4593"/>
    <p:sldLayoutId xmlns:r="http://schemas.openxmlformats.org/officeDocument/2006/relationships" id="2147483753" r:id="R673cf744d1d8489c"/>
    <p:sldLayoutId xmlns:r="http://schemas.openxmlformats.org/officeDocument/2006/relationships" id="2147483754" r:id="Re7cd9cb3e5864c2f"/>
    <p:sldLayoutId xmlns:r="http://schemas.openxmlformats.org/officeDocument/2006/relationships" id="2147483755" r:id="Rd08e6fcec6e24687"/>
    <p:sldLayoutId xmlns:r="http://schemas.openxmlformats.org/officeDocument/2006/relationships" id="2147483756" r:id="R8a43f208aee04e8c"/>
    <p:sldLayoutId xmlns:r="http://schemas.openxmlformats.org/officeDocument/2006/relationships" id="2147483757" r:id="R5db6a5750b834779"/>
    <p:sldLayoutId xmlns:r="http://schemas.openxmlformats.org/officeDocument/2006/relationships" id="2147483758" r:id="Re6fa00f7e5bd4ead"/>
    <p:sldLayoutId xmlns:r="http://schemas.openxmlformats.org/officeDocument/2006/relationships" id="2147483759" r:id="Rec85c336a3f8468b"/>
    <p:sldLayoutId xmlns:r="http://schemas.openxmlformats.org/officeDocument/2006/relationships" id="2147483760" r:id="R3f9ed8336a914c83"/>
    <p:sldLayoutId xmlns:r="http://schemas.openxmlformats.org/officeDocument/2006/relationships" id="2147483761" r:id="Re2c51b5f654b4e6d"/>
    <p:sldLayoutId xmlns:r="http://schemas.openxmlformats.org/officeDocument/2006/relationships" id="2147483762" r:id="Rbeebd25514f24888"/>
    <p:sldLayoutId xmlns:r="http://schemas.openxmlformats.org/officeDocument/2006/relationships" id="2147483763" r:id="R8c5ee9a09a4c4fdb"/>
    <p:sldLayoutId xmlns:r="http://schemas.openxmlformats.org/officeDocument/2006/relationships" id="2147483764" r:id="R50a791eaef6b48d6"/>
    <p:sldLayoutId xmlns:r="http://schemas.openxmlformats.org/officeDocument/2006/relationships" id="2147483765" r:id="R252b78f6b1e14fd6"/>
    <p:sldLayoutId xmlns:r="http://schemas.openxmlformats.org/officeDocument/2006/relationships" id="2147483766" r:id="R2a6ca8e0f28346f9"/>
    <p:sldLayoutId xmlns:r="http://schemas.openxmlformats.org/officeDocument/2006/relationships" id="2147483767" r:id="R07aedaae4c86435c"/>
    <p:sldLayoutId xmlns:r="http://schemas.openxmlformats.org/officeDocument/2006/relationships" id="2147483768" r:id="R4c2a5138a37e44e0"/>
    <p:sldLayoutId xmlns:r="http://schemas.openxmlformats.org/officeDocument/2006/relationships" id="2147483769" r:id="R3229235127c546b3"/>
    <p:sldLayoutId xmlns:r="http://schemas.openxmlformats.org/officeDocument/2006/relationships" id="2147483770" r:id="R691a0cf2074642fe"/>
    <p:sldLayoutId xmlns:r="http://schemas.openxmlformats.org/officeDocument/2006/relationships" id="2147483771" r:id="Re74575cc1ef74572"/>
    <p:sldLayoutId xmlns:r="http://schemas.openxmlformats.org/officeDocument/2006/relationships" id="2147483772" r:id="Rde68649abe8e4617"/>
  </p:sldLayoutIdLst>
  <p:hf sldNum="0" hdr="0" ftr="0" dt="0"/>
  <p:txStyles>
    <p:titleStyle>
      <a:lvl1pPr xmlns:a="http://schemas.openxmlformats.org/drawingml/2006/main" algn="l" defTabSz="931865">
        <a:lnSpc>
          <a:spcPct val="90000"/>
        </a:lnSpc>
        <a:spcBef>
          <a:spcPct val="0"/>
        </a:spcBef>
        <a:buNone/>
        <a:defRPr sz="3465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0" indent="0" algn="l" defTabSz="931865">
        <a:lnSpc>
          <a:spcPct val="100000"/>
        </a:lnSpc>
        <a:spcBef>
          <a:spcPts val="611"/>
        </a:spcBef>
        <a:spcAft>
          <a:spcPts val="611"/>
        </a:spcAft>
        <a:buFont typeface="Arial"/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Arial"/>
        <a:buChar char="−"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256813" indent="-256813" algn="l" defTabSz="931865">
        <a:lnSpc>
          <a:spcPct val="100000"/>
        </a:lnSpc>
        <a:spcBef>
          <a:spcPts val="611"/>
        </a:spcBef>
        <a:spcAft>
          <a:spcPts val="611"/>
        </a:spcAft>
        <a:buClr>
          <a:schemeClr val="accent4"/>
        </a:buClr>
        <a:buFont typeface="+mj-lt"/>
        <a:buAutoNum type="arabi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513626" indent="-256813" algn="l" defTabSz="931865">
        <a:lnSpc>
          <a:spcPct val="100000"/>
        </a:lnSpc>
        <a:spcBef>
          <a:spcPts val="0"/>
        </a:spcBef>
        <a:spcAft>
          <a:spcPts val="611"/>
        </a:spcAft>
        <a:buClr>
          <a:schemeClr val="accent4"/>
        </a:buClr>
        <a:buFont typeface="+mj-lt"/>
        <a:buAutoNum type="alphaLcPeriod"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0" indent="0" algn="l" defTabSz="931865">
        <a:lnSpc>
          <a:spcPct val="100000"/>
        </a:lnSpc>
        <a:spcBef>
          <a:spcPts val="1223"/>
        </a:spcBef>
        <a:spcAft>
          <a:spcPts val="1223"/>
        </a:spcAft>
        <a:buFont typeface="Arial"/>
        <a:buNone/>
        <a:defRPr sz="2242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0" indent="0" algn="l" defTabSz="931865">
        <a:lnSpc>
          <a:spcPct val="100000"/>
        </a:lnSpc>
        <a:spcBef>
          <a:spcPts val="306"/>
        </a:spcBef>
        <a:spcAft>
          <a:spcPts val="306"/>
        </a:spcAft>
        <a:buFont typeface="Arial"/>
        <a:buNone/>
        <a:defRPr sz="1223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6593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3186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9779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6373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329663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95595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61528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727460" algn="l" defTabSz="931865">
        <a:buNone/>
        <a:defRPr sz="1834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20">
          <p15:clr>
            <a:srgbClr xmlns:a="http://schemas.openxmlformats.org/drawingml/2006/main" val="A4A3A4"/>
          </p15:clr>
        </p15:guide>
        <p15:guide id="2" pos="3768">
          <p15:clr>
            <a:srgbClr xmlns:a="http://schemas.openxmlformats.org/drawingml/2006/main" val="A4A3A4"/>
          </p15:clr>
        </p15:guide>
        <p15:guide id="3" orient="horz" pos="2165">
          <p15:clr>
            <a:srgbClr xmlns:a="http://schemas.openxmlformats.org/drawingml/2006/main" val="A4A3A4"/>
          </p15:clr>
        </p15:guide>
        <p15:guide id="4" orient="horz" pos="2755">
          <p15:clr>
            <a:srgbClr xmlns:a="http://schemas.openxmlformats.org/drawingml/2006/main" val="A4A3A4"/>
          </p15:clr>
        </p15:guide>
        <p15:guide id="5" orient="horz" pos="2800">
          <p15:clr>
            <a:srgbClr xmlns:a="http://schemas.openxmlformats.org/drawingml/2006/main" val="A4A3A4"/>
          </p15:clr>
        </p15:guide>
        <p15:guide id="6" orient="horz" pos="3390">
          <p15:clr>
            <a:srgbClr xmlns:a="http://schemas.openxmlformats.org/drawingml/2006/main" val="A4A3A4"/>
          </p15:clr>
        </p15:guide>
        <p15:guide id="7" orient="horz" pos="3435">
          <p15:clr>
            <a:srgbClr xmlns:a="http://schemas.openxmlformats.org/drawingml/2006/main" val="A4A3A4"/>
          </p15:clr>
        </p15:guide>
        <p15:guide id="8" orient="horz" pos="4025">
          <p15:clr>
            <a:srgbClr xmlns:a="http://schemas.openxmlformats.org/drawingml/2006/main" val="5ACBF0"/>
          </p15:clr>
        </p15:guide>
        <p15:guide id="9" orient="horz" pos="1530">
          <p15:clr>
            <a:srgbClr xmlns:a="http://schemas.openxmlformats.org/drawingml/2006/main" val="A4A3A4"/>
          </p15:clr>
        </p15:guide>
        <p15:guide id="10" orient="horz" pos="1484">
          <p15:clr>
            <a:srgbClr xmlns:a="http://schemas.openxmlformats.org/drawingml/2006/main" val="A4A3A4"/>
          </p15:clr>
        </p15:guide>
        <p15:guide id="11" orient="horz" pos="895">
          <p15:clr>
            <a:srgbClr xmlns:a="http://schemas.openxmlformats.org/drawingml/2006/main" val="A4A3A4"/>
          </p15:clr>
        </p15:guide>
        <p15:guide id="12" orient="horz" pos="849">
          <p15:clr>
            <a:srgbClr xmlns:a="http://schemas.openxmlformats.org/drawingml/2006/main" val="A4A3A4"/>
          </p15:clr>
        </p15:guide>
        <p15:guide id="13" orient="horz" pos="260">
          <p15:clr>
            <a:srgbClr xmlns:a="http://schemas.openxmlformats.org/drawingml/2006/main" val="5ACBF0"/>
          </p15:clr>
        </p15:guide>
        <p15:guide id="14" pos="3723">
          <p15:clr>
            <a:srgbClr xmlns:a="http://schemas.openxmlformats.org/drawingml/2006/main" val="A4A3A4"/>
          </p15:clr>
        </p15:guide>
        <p15:guide id="15" pos="3133">
          <p15:clr>
            <a:srgbClr xmlns:a="http://schemas.openxmlformats.org/drawingml/2006/main" val="A4A3A4"/>
          </p15:clr>
        </p15:guide>
        <p15:guide id="16" pos="2453">
          <p15:clr>
            <a:srgbClr xmlns:a="http://schemas.openxmlformats.org/drawingml/2006/main" val="A4A3A4"/>
          </p15:clr>
        </p15:guide>
        <p15:guide id="17" pos="2498">
          <p15:clr>
            <a:srgbClr xmlns:a="http://schemas.openxmlformats.org/drawingml/2006/main" val="A4A3A4"/>
          </p15:clr>
        </p15:guide>
        <p15:guide id="18" pos="3088">
          <p15:clr>
            <a:srgbClr xmlns:a="http://schemas.openxmlformats.org/drawingml/2006/main" val="A4A3A4"/>
          </p15:clr>
        </p15:guide>
        <p15:guide id="19" pos="1863">
          <p15:clr>
            <a:srgbClr xmlns:a="http://schemas.openxmlformats.org/drawingml/2006/main" val="A4A3A4"/>
          </p15:clr>
        </p15:guide>
        <p15:guide id="20" pos="1818">
          <p15:clr>
            <a:srgbClr xmlns:a="http://schemas.openxmlformats.org/drawingml/2006/main" val="A4A3A4"/>
          </p15:clr>
        </p15:guide>
        <p15:guide id="21" pos="1228">
          <p15:clr>
            <a:srgbClr xmlns:a="http://schemas.openxmlformats.org/drawingml/2006/main" val="A4A3A4"/>
          </p15:clr>
        </p15:guide>
        <p15:guide id="22" pos="1183">
          <p15:clr>
            <a:srgbClr xmlns:a="http://schemas.openxmlformats.org/drawingml/2006/main" val="A4A3A4"/>
          </p15:clr>
        </p15:guide>
        <p15:guide id="23" pos="593">
          <p15:clr>
            <a:srgbClr xmlns:a="http://schemas.openxmlformats.org/drawingml/2006/main" val="A4A3A4"/>
          </p15:clr>
        </p15:guide>
        <p15:guide id="24" pos="547">
          <p15:clr>
            <a:srgbClr xmlns:a="http://schemas.openxmlformats.org/drawingml/2006/main" val="A4A3A4"/>
          </p15:clr>
        </p15:guide>
        <p15:guide id="25" pos="4358">
          <p15:clr>
            <a:srgbClr xmlns:a="http://schemas.openxmlformats.org/drawingml/2006/main" val="A4A3A4"/>
          </p15:clr>
        </p15:guide>
        <p15:guide id="26" pos="4403">
          <p15:clr>
            <a:srgbClr xmlns:a="http://schemas.openxmlformats.org/drawingml/2006/main" val="A4A3A4"/>
          </p15:clr>
        </p15:guide>
        <p15:guide id="27" pos="4993">
          <p15:clr>
            <a:srgbClr xmlns:a="http://schemas.openxmlformats.org/drawingml/2006/main" val="A4A3A4"/>
          </p15:clr>
        </p15:guide>
        <p15:guide id="28" pos="5038">
          <p15:clr>
            <a:srgbClr xmlns:a="http://schemas.openxmlformats.org/drawingml/2006/main" val="A4A3A4"/>
          </p15:clr>
        </p15:guide>
        <p15:guide id="29" pos="5673">
          <p15:clr>
            <a:srgbClr xmlns:a="http://schemas.openxmlformats.org/drawingml/2006/main" val="A4A3A4"/>
          </p15:clr>
        </p15:guide>
        <p15:guide id="30" pos="5628">
          <p15:clr>
            <a:srgbClr xmlns:a="http://schemas.openxmlformats.org/drawingml/2006/main" val="A4A3A4"/>
          </p15:clr>
        </p15:guide>
        <p15:guide id="31" pos="6263">
          <p15:clr>
            <a:srgbClr xmlns:a="http://schemas.openxmlformats.org/drawingml/2006/main" val="A4A3A4"/>
          </p15:clr>
        </p15:guide>
        <p15:guide id="32" pos="6308">
          <p15:clr>
            <a:srgbClr xmlns:a="http://schemas.openxmlformats.org/drawingml/2006/main" val="A4A3A4"/>
          </p15:clr>
        </p15:guide>
        <p15:guide id="33" pos="6898">
          <p15:clr>
            <a:srgbClr xmlns:a="http://schemas.openxmlformats.org/drawingml/2006/main" val="A4A3A4"/>
          </p15:clr>
        </p15:guide>
        <p15:guide id="34" pos="6943">
          <p15:clr>
            <a:srgbClr xmlns:a="http://schemas.openxmlformats.org/drawingml/2006/main" val="A4A3A4"/>
          </p15:clr>
        </p15:guide>
        <p15:guide id="35" pos="230">
          <p15:clr>
            <a:srgbClr xmlns:a="http://schemas.openxmlformats.org/drawingml/2006/main" val="5ACBF0"/>
          </p15:clr>
        </p15:guide>
        <p15:guide id="36" pos="7306">
          <p15:clr>
            <a:srgbClr xmlns:a="http://schemas.openxmlformats.org/drawingml/2006/main" val="5ACBF0"/>
          </p15:clr>
        </p15:guide>
        <p15:guide id="37" orient="horz" pos="577">
          <p15:clr>
            <a:srgbClr xmlns:a="http://schemas.openxmlformats.org/drawingml/2006/main" val="5ACBF0"/>
          </p15:clr>
        </p15:guide>
        <p15:guide id="38" orient="horz" pos="1167">
          <p15:clr>
            <a:srgbClr xmlns:a="http://schemas.openxmlformats.org/drawingml/2006/main" val="5ACBF0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Festo - external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1b3d4d97a2e4c56" /><Relationship Type="http://schemas.openxmlformats.org/officeDocument/2006/relationships/image" Target="/ppt/media/image6.png" Id="Rc22b1454150f4d08" /><Relationship Type="http://schemas.openxmlformats.org/officeDocument/2006/relationships/notesSlide" Target="/ppt/notesSlides/notesSlide1.xml" Id="R4dd296ebf41244a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536433f81896437e" /><Relationship Type="http://schemas.openxmlformats.org/officeDocument/2006/relationships/image" Target="/ppt/media/image7.png" Id="Rd0da02a73f9b45c0" /><Relationship Type="http://schemas.openxmlformats.org/officeDocument/2006/relationships/notesSlide" Target="/ppt/notesSlides/notesSlide2.xml" Id="Rc008a1a5d33945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8c78ecd828994d63" /><Relationship Type="http://schemas.openxmlformats.org/officeDocument/2006/relationships/notesSlide" Target="/ppt/notesSlides/notesSlide3.xml" Id="R2f18cc0674a64d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0b35c1a3adf4414c" /><Relationship Type="http://schemas.openxmlformats.org/officeDocument/2006/relationships/notesSlide" Target="/ppt/notesSlides/notesSlide4.xml" Id="Rc5708a5589ca496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24d4ba2779984186" /><Relationship Type="http://schemas.openxmlformats.org/officeDocument/2006/relationships/notesSlide" Target="/ppt/notesSlides/notesSlide5.xml" Id="Rb41c8c06e78f41f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cc91e85445564751" /><Relationship Type="http://schemas.openxmlformats.org/officeDocument/2006/relationships/notesSlide" Target="/ppt/notesSlides/notesSlide6.xml" Id="Ra11f497f60fb462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636ee2cf9ddc4d59" /><Relationship Type="http://schemas.openxmlformats.org/officeDocument/2006/relationships/image" Target="/ppt/media/image8.png" Id="Rb2d2a0c2e08e43bf" /><Relationship Type="http://schemas.openxmlformats.org/officeDocument/2006/relationships/notesSlide" Target="/ppt/notesSlides/notesSlide7.xml" Id="R392711e9367544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dbc61175dcb54769" /><Relationship Type="http://schemas.openxmlformats.org/officeDocument/2006/relationships/notesSlide" Target="/ppt/notesSlides/notesSlide8.xml" Id="R3455d5549b064e2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4.xml" Id="R73d99be1ca3543b4" /><Relationship Type="http://schemas.openxmlformats.org/officeDocument/2006/relationships/notesSlide" Target="/ppt/notesSlides/notesSlide9.xml" Id="R289353c928bd48a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C00331-F7F7-44F4-BA44-6A1F5166E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90650"/>
            <a:ext cx="4953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D0031-D0DF-4B97-9969-2AF50938B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4095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복잡한 모션 제어를 간단한 앱으로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BDE8CB-AF71-4F2E-8D8D-5C3D7E45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143250"/>
            <a:ext cx="2190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dedicated controller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9212C50-4E66-4FC6-A033-53A0312EA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619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Low-code sequence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F82726-35F7-4955-9A49-6CDFDA689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95750"/>
            <a:ext cx="22860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and virtual devices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2b1454150f4d08"/>
          <a:srcRect xmlns:a="http://schemas.openxmlformats.org/drawingml/2006/main" l="3770" t="0" r="377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857750" y="1333500"/>
            <a:ext cx="6572250" cy="4000500"/>
          </a:xfrm>
          <a:prstGeom xmlns:a="http://schemas.openxmlformats.org/drawingml/2006/main" prst="roundRect">
            <a:avLst>
              <a:gd name="adj" fmla="val 3810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0DB399-86A9-4039-A3F2-94D3EDB2A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Customer overview</a:t>
            </a:r>
          </a:p>
        </p:txBody>
      </p:sp>
    </p:spTree>
    <p:extLst>
      <p:ext uri="{BB962C8B-B14F-4D97-AF65-F5344CB8AC3E}">
        <p14:creationId xmlns:p14="http://schemas.microsoft.com/office/powerpoint/2010/main" val="111224250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6FDE25F-AEF7-4640-A55D-AAE66CD27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B542E3-78F1-466A-B81C-FBA228D2C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9B74AE-CFDB-450D-A5C7-D4785D5AE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value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EB44EB-5CD6-49A4-AAD3-3AEEAD6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DFAAD1-63D2-4934-8511-DF48A0A43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5BE917-C140-4EC9-82C3-8FB2332AD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43125"/>
            <a:ext cx="609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69"/>
          </a:bodyPr>
          <a:lstStyle xmlns:a="http://schemas.openxmlformats.org/drawingml/2006/main"/>
          <a:p xmlns:a="http://schemas.openxmlformats.org/drawingml/2006/main">
            <a:pPr>
              <a:buNone/>
              <a:defRPr sz="19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9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reduces custom control work between the application and the devices.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07F72A-2BC2-440C-9BD3-667EF6D4A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447D3F-9EA6-4CA2-9829-7D252CC0D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PC application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0F161B-97BE-4448-84AD-960838FFD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C9A239-5937-4933-9E42-A4B6C3D28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96B05F-7CD8-4FED-AABE-3B068B68E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8FA3C5-D326-40A3-B05F-76410C47A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543300"/>
            <a:ext cx="8572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30EA9A-E2CE-4DA4-A334-4008F451C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333750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AX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3023B1-AF0D-4D94-84FC-DE24556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4171950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and I/O</a:t>
            </a:r>
          </a:p>
        </p:txBody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da02a73f9b45c0"/>
          <a:stretch xmlns:a="http://schemas.openxmlformats.org/drawingml/2006/main"/>
        </p:blipFill>
        <p:spPr>
          <a:xfrm xmlns:a="http://schemas.openxmlformats.org/drawingml/2006/main">
            <a:off x="7667625" y="2047875"/>
            <a:ext cx="2857500" cy="2857500"/>
          </a:xfrm>
          <a:prstGeom xmlns:a="http://schemas.openxmlformats.org/drawingml/2006/main" prst="roundRect">
            <a:avLst>
              <a:gd name="adj" fmla="val 5333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C2AEAC-6CE0-494C-9EE2-C8A25CFC7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95875"/>
            <a:ext cx="3905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849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the sequence.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Let the server handle motion commands, feedback, and recovery.</a:t>
            </a:r>
          </a:p>
        </p:txBody>
      </p:sp>
    </p:spTree>
    <p:extLst>
      <p:ext uri="{BB962C8B-B14F-4D97-AF65-F5344CB8AC3E}">
        <p14:creationId xmlns:p14="http://schemas.microsoft.com/office/powerpoint/2010/main" val="189028160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FBD2354-8C6F-4A8C-9695-005169413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437EBD-7270-4A46-9F13-0ECCAE27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B283E73-6C29-4B0A-974B-9370BBD32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934911-080B-45E2-8629-D9FC37D8A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C8C44C-F05F-4311-ADFD-5BA47ED2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503312-D7BA-42E7-B1DF-2F767F9CF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90750"/>
            <a:ext cx="10191750" cy="3476625"/>
          </a:xfrm>
          <a:prstGeom xmlns:a="http://schemas.openxmlformats.org/drawingml/2006/main" prst="roundRect">
            <a:avLst>
              <a:gd name="adj" fmla="val 219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8A4D01-B8BE-473C-AB52-06A9CA71C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8600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0FD3A5-6CE5-4C8E-8DBE-8B3F4A37D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4315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6500454-3829-453D-A5A8-DED0BE478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2362200"/>
            <a:ext cx="12001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0588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 Authority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04CBD1-D251-44D2-970C-9F432D0DD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62200"/>
            <a:ext cx="1104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Bus Reconnect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26911E-0261-4D72-8435-C95B37351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62200"/>
            <a:ext cx="8953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09A9D4-EF05-44BB-B72D-0A88E15C7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763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9756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Disconnect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6040B77-F208-4036-A600-DBCA6777A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704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Server: normal   Initialized: yes   Process data valid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4F677D5-5C66-4928-9FC5-9E4D73D7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D93DD4-189D-497C-9E91-6238B8C1E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available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33B696-FE9D-4C34-8AE7-BEF679D0A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9146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E80294-8DFE-4FB4-B43F-04BC9BAD0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7425" y="28765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Connected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5DB445-B04D-4986-BAFA-73A8300C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0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BF0048-69AE-49C8-8891-3BCE44DA0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1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095953-7E3C-42C5-BE54-43FF98A4D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2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1881D6-A85F-4B3C-91EC-8986DA1FD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33750"/>
            <a:ext cx="15240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 3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normal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700870-D71C-4342-9972-0248DF3E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33750"/>
            <a:ext cx="180975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7F09F6-9687-4640-B1D1-03304AA9C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662363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B19CBC-9FA1-4C71-BEF7-F8955EEE0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990975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79BA133-C66A-4580-9F38-AFB79705B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4319588"/>
            <a:ext cx="16573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21AA390-978A-4361-85A6-3ABF7AA95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66616"/>
            <a:ext cx="161925" cy="3291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903B9-65F6-44C2-8FCF-DD69C34B1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91625" y="4002024"/>
            <a:ext cx="161925" cy="4937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7A96505-E297-4968-9C64-F2306F137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4063746"/>
            <a:ext cx="161925" cy="432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8BB30F-BC87-49F4-8F0E-FFFC5BA2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5975" y="3816858"/>
            <a:ext cx="161925" cy="6789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4D81D48-9F34-4C1F-9FE0-C4946B90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930015"/>
            <a:ext cx="161925" cy="56578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DD9B1F-68F9-4FF0-97A8-69D906C43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652266"/>
            <a:ext cx="161925" cy="84353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C1D8E0-4EE5-46AD-A7B4-74DD5AA5D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7625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050">
                <a:solidFill>
                  <a:srgbClr val="52616B"/>
                </a:solidFill>
                <a:latin typeface="Arial"/>
                <a:ea typeface="Arial"/>
                <a:cs typeface="Arial"/>
              </a:rPr>
              <a:t>Position / velocity feedback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98219D3-8F88-4A36-80A1-124CC2AE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09587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Manual setup and commissioning can start from a ready-made panel.</a:t>
            </a:r>
          </a:p>
        </p:txBody>
      </p:sp>
    </p:spTree>
    <p:extLst>
      <p:ext uri="{BB962C8B-B14F-4D97-AF65-F5344CB8AC3E}">
        <p14:creationId xmlns:p14="http://schemas.microsoft.com/office/powerpoint/2010/main" val="1075963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46C8F61-7FE8-4340-A53E-468A3620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F8B699B-9929-460E-9325-19401EE48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02DC42-1024-4EEA-BD45-1EDD57CAF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Visual motion sequence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9AC825-FD8F-46F3-8C11-664EF2F69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487E32-9129-4782-971D-1FB832320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CE0BBF-AA5B-41FD-BB51-A94C1BC86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86000"/>
            <a:ext cx="1038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7EA00C-F5B0-473B-A82F-FD213F26D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812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BB266B-812D-4D59-8D1A-0298AD59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reference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0D1283B-52AE-434B-BAB3-2A68E25D7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051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94F76F-D305-4507-8164-DB9D86FD3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0, 1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060576-D4F8-4B1D-B628-846C2F20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 axes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2, 3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3D3880-9825-496B-8365-126BA5D24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Set 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9FED70-CB06-421B-A3AB-FA41ABEF2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76550"/>
            <a:ext cx="14287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 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AB1BF55-1B05-4822-A3E0-168ACC2C8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105150"/>
            <a:ext cx="12192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Finish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130A19-9C91-4EB2-9057-F8CA398CA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9CA12B-80FB-4E44-A62E-08124D71D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F23FF5-4F95-4BB3-BB74-AD9D5B38C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164AAD-43D0-4038-99F9-FE8632E6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38475"/>
            <a:ext cx="4191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F1EE23-0D55-4197-B98B-A2454B577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038475"/>
            <a:ext cx="285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33FA44-F060-49CF-BF73-AD2B1BEF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857750"/>
            <a:ext cx="790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652"/>
          </a:bodyPr>
          <a:lstStyle xmlns:a="http://schemas.openxmlformats.org/drawingml/2006/main"/>
          <a:p xmlns:a="http://schemas.openxmlformats.org/drawingml/2006/main">
            <a:pPr>
              <a:buNone/>
              <a:defRPr sz="17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Prebuilt nodes make a sequence easy to assemble and modify.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7E92486-E79B-468E-B31F-2D1337205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762500"/>
            <a:ext cx="2667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870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 PLC-style motion code required</a:t>
            </a:r>
          </a:p>
        </p:txBody>
      </p:sp>
    </p:spTree>
    <p:extLst>
      <p:ext uri="{BB962C8B-B14F-4D97-AF65-F5344CB8AC3E}">
        <p14:creationId xmlns:p14="http://schemas.microsoft.com/office/powerpoint/2010/main" val="65360604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A1A2743-B9AB-449F-AFD0-961B07C72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E08905-9524-45E2-A4A1-A58A9CA5E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67ACAF-BA51-4CCB-A464-56BBE933E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example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1358D3-F5C5-4BB7-95B3-C4C9C0C1F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09ABF-CEA9-4112-A6F5-E87FFE2D7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95D71E-7089-4C13-9519-E0CCFAE9D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71700"/>
            <a:ext cx="10382250" cy="3524250"/>
          </a:xfrm>
          <a:prstGeom xmlns:a="http://schemas.openxmlformats.org/drawingml/2006/main" prst="roundRect">
            <a:avLst>
              <a:gd name="adj" fmla="val 216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416861-20C7-455A-9E21-24964CCA3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101917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9269C5-31F5-41B5-AF2C-939390091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866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Node-RED flow editor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7BD5D9-66BA-48C1-9CAE-CF4312232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Motion Server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D50C36-B065-4FCD-9A3B-07A17919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Request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C7ACF9-5361-4273-93E6-AD727D19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Axis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Move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4DCCE6-76AD-4D86-802B-126D136C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Output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F5A6A5F-2D07-4397-9287-18B65352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05125"/>
            <a:ext cx="12858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Wait</a:t>
            </a:r>
          </a:p>
          <a:p xmlns:a="http://schemas.openxmlformats.org/drawingml/2006/main">
            <a:pPr algn="ctr">
              <a:buNone/>
              <a:defRPr sz="112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Input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852D40-48C6-407E-9CE2-88C54CC3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30194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E1CFCA-2D1E-427A-9171-C00C8124D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0194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811491-7881-4A98-A85C-32B10D752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0194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6EAB092-1FA3-43B2-8096-1C3A05E4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019425"/>
            <a:ext cx="4000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E4F9C7-ACA0-4D1D-AD2F-97D442DDD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52875"/>
            <a:ext cx="4524375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0FCC347-901D-4BD8-B166-D1CA1AEDE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1148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Dashboard controls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20EE104-89D2-4445-B30A-CB804C2CD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14850"/>
            <a:ext cx="7810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1A36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1A36A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1A36A"/>
                </a:solidFill>
                <a:latin typeface="Arial"/>
                <a:ea typeface="Arial"/>
                <a:cs typeface="Arial"/>
              </a:rPr>
              <a:t>Connect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0B46A-5C1A-4D79-B264-2B09F7E47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514850"/>
            <a:ext cx="857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Authority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922005-436A-47D0-A8F9-A6866CA0A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514850"/>
            <a:ext cx="7239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Enable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AE8F60-6919-42E5-A6B9-6B962217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514850"/>
            <a:ext cx="11430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Start sequence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973EB02-9F2F-49F8-B99F-155CF628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52875"/>
            <a:ext cx="4286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D02F6C-DDCE-43F9-933B-E35B5018F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14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459B8BF-1D6B-4311-80FF-7178F797C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958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E438CA8-4C88-4564-AD3E-E4F4097C0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605338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990BBC7-BBA5-450B-8856-AA3F2AC5E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714875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9819222-19BD-410C-8194-550CBD427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824413"/>
            <a:ext cx="1466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5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9FF8B21-6BD0-416B-B9D2-694A6DBAF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732782"/>
            <a:ext cx="130175" cy="487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C97D8EF-0F14-4F6B-9CB5-1CFBE3A1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26250" y="4708398"/>
            <a:ext cx="130175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895F62-A2E2-4D1A-BB05-A2F29D8D0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1675" y="4717542"/>
            <a:ext cx="130175" cy="640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7C23A2-D1FE-4EB6-A97C-5E7E22B3D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4680966"/>
            <a:ext cx="130175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1174F76-784F-41F8-AA7A-FAC7E7BC1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2525" y="4697730"/>
            <a:ext cx="130175" cy="8382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4C8E4AD-2F5F-4454-A4F8-4DBC6F2F0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7950" y="4656582"/>
            <a:ext cx="130175" cy="1249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C5F0D2-24EB-4B1E-AB8B-530AD6EB6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767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3A6B73B-28C0-4D96-A3FD-0CE17A296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4386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Server connected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3BE31F2-6B11-4B02-BFF4-785B9A721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43450"/>
            <a:ext cx="142875" cy="1428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18B6EA5-B363-4618-AB11-83DDDBB0E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705350"/>
            <a:ext cx="114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308"/>
          </a:bodyPr>
          <a:lstStyle xmlns:a="http://schemas.openxmlformats.org/drawingml/2006/main"/>
          <a:p xmlns:a="http://schemas.openxmlformats.org/drawingml/2006/main">
            <a:pPr>
              <a:buNone/>
              <a:defRPr sz="975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975">
                <a:solidFill>
                  <a:srgbClr val="52616B"/>
                </a:solidFill>
                <a:latin typeface="Arial"/>
                <a:ea typeface="Arial"/>
                <a:cs typeface="Arial"/>
              </a:rPr>
              <a:t>Authority held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4ABAD00-7DE0-46B0-B668-9F95A7FDB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219700"/>
            <a:ext cx="809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952"/>
          </a:bodyPr>
          <a:lstStyle xmlns:a="http://schemas.openxmlformats.org/drawingml/2006/main"/>
          <a:p xmlns:a="http://schemas.openxmlformats.org/drawingml/2006/main">
            <a:pPr>
              <a:buNone/>
              <a:defRPr sz="15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Customers can assemble a simple motion sequence by connecting prepared nodes.</a:t>
            </a:r>
          </a:p>
        </p:txBody>
      </p:sp>
    </p:spTree>
    <p:extLst>
      <p:ext uri="{BB962C8B-B14F-4D97-AF65-F5344CB8AC3E}">
        <p14:creationId xmlns:p14="http://schemas.microsoft.com/office/powerpoint/2010/main" val="16297301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44D8EFC-D4D9-4978-8EEB-2BDB6B13A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56C1F5-DE4D-44AF-8549-A5591C6D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EA212E1-6989-41F7-BB19-1597A4394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operation screen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08648E-EFF5-4090-906E-672A0A7BC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390F35-A1F2-4064-9994-60685CFB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0658BC-7D50-42DE-A3E1-5052BD696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10191750" cy="3429000"/>
          </a:xfrm>
          <a:prstGeom xmlns:a="http://schemas.openxmlformats.org/drawingml/2006/main" prst="roundRect">
            <a:avLst>
              <a:gd name="adj" fmla="val 222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8E0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C794CE-0BD8-44C5-8E63-6D9038EF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05050"/>
            <a:ext cx="100012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7FAFC"/>
          </a:solidFill>
          <a:ln xmlns:a="http://schemas.openxmlformats.org/drawingml/2006/main" w="9525">
            <a:solidFill>
              <a:srgbClr val="E1E8EE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BD4E4C-9642-4ED2-B268-E65A044B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8477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>
              <a:buNone/>
              <a:defRPr sz="13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 Control Panel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3B2FB6-F53C-49C6-88DB-8DB207A91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800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>
              <a:buNone/>
              <a:defRPr sz="13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350">
                <a:solidFill>
                  <a:srgbClr val="52616B"/>
                </a:solidFill>
                <a:latin typeface="Arial"/>
                <a:ea typeface="Arial"/>
                <a:cs typeface="Arial"/>
              </a:rPr>
              <a:t>CPX-AP-I-EC   Modules: IOL, DI, DO, AI, AO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D1654B-6C09-4E6D-86E6-37659FC5F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Digital input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1525C0-23F0-4576-9376-EFD074D3B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24C288-DC16-4FA3-ABEB-CE0F5FD36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4CD87D-D509-40BA-913E-49374546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6D6029-9E18-4962-A868-DA025FFF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CD45EF-E226-493B-9E03-CD5B0438B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BEE22F-8894-46B7-874A-A4542DC84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48A78F-2E7C-41C2-AD2E-F60979B3E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03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D53B7D1-8844-440E-B17D-E4BDFE4DE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57625"/>
            <a:ext cx="123825" cy="123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AC6C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627A87-645F-4D3A-B563-692CB65E6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333750"/>
            <a:ext cx="1714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Analog value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05982-52F1-4F2E-B526-EE82F80A8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FFB66-558C-4021-935F-7132FAFDF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848100"/>
            <a:ext cx="681038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438612B-70AB-402B-B4C8-C95F94AD6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F55B2A-08BD-4E20-9899-D3E027807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105275"/>
            <a:ext cx="34671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88507B-C762-40F7-A169-54878C84E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12382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D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BB231D-CE5A-4CBE-A39B-7FC921B6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4362450"/>
            <a:ext cx="916305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4999E1F-0BFF-4C0B-8219-55D0FEAC2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333750"/>
            <a:ext cx="19050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IO-Link sensor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4DE8DCB-4C68-4139-96E5-3BE52249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76675"/>
            <a:ext cx="1619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Profile 2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Vibration and temperature</a:t>
            </a:r>
          </a:p>
          <a:p xmlns:a="http://schemas.openxmlformats.org/drawingml/2006/main">
            <a:pPr algn="ctr">
              <a:buNone/>
              <a:defRPr sz="1200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read/write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813F8AA-E777-48BF-918C-0103CC381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333750"/>
            <a:ext cx="20955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storage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7EDC36-267D-43C3-A099-786F67542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7429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Volatile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E41D062-A563-4786-B038-A4A508D23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943350"/>
            <a:ext cx="952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Non-volatile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FFFD8E-D8EB-46B6-B33A-0579FDCEA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48250"/>
            <a:ext cx="857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I/O status and parameter access use the same Motion Server connection.</a:t>
            </a:r>
          </a:p>
        </p:txBody>
      </p:sp>
    </p:spTree>
    <p:extLst>
      <p:ext uri="{BB962C8B-B14F-4D97-AF65-F5344CB8AC3E}">
        <p14:creationId xmlns:p14="http://schemas.microsoft.com/office/powerpoint/2010/main" val="51939030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D7EE8B-2325-4957-B350-6B9D1BE6C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DF3114-6EA2-4DED-8071-A51C555B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B7DE7A-4D80-40AB-BC94-9733DD13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devices and virtual tests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FC09DC-5100-4FC8-BA45-4D53E2C19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EDB4733-DB0B-46B1-8B74-35C7827C9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d2a0c2e08e43bf"/>
          <a:srcRect xmlns:a="http://schemas.openxmlformats.org/drawingml/2006/main" l="0" t="21810" r="0" b="2181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000" y="2190750"/>
            <a:ext cx="9906000" cy="3143250"/>
          </a:xfrm>
          <a:prstGeom xmlns:a="http://schemas.openxmlformats.org/drawingml/2006/main" prst="roundRect">
            <a:avLst>
              <a:gd name="adj" fmla="val 4848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2C7742-C791-49ED-9ED9-FE30A152C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F2EDFF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Virtual device test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29F958-9953-4194-B032-D8C932E71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5524500"/>
            <a:ext cx="18097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EAF6FB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Same command flow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34BD60-BC2A-461D-990C-BC5957D42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524500"/>
            <a:ext cx="200025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EAFBF3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Real EtherCAT system</a:t>
            </a:r>
          </a:p>
        </p:txBody>
      </p:sp>
    </p:spTree>
    <p:extLst>
      <p:ext uri="{BB962C8B-B14F-4D97-AF65-F5344CB8AC3E}">
        <p14:creationId xmlns:p14="http://schemas.microsoft.com/office/powerpoint/2010/main" val="98684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0DCF3A-0A50-4A7A-B043-D360B3E2D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187D5D-1070-48F1-8CB5-0D3C12B08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EDDC5D-06A6-454A-B050-F7B3B103E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Operating controls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C89B4C-4327-4F87-A82F-4023C104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7F6160-BBA2-47E3-A867-87E37B95D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41D9C-BC68-4759-A133-487F0E433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AUTH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97E39B-8FC5-4D5E-B565-074C0F017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314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Command authority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7393F98-5AC9-463F-A2F9-8F1303943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A36A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9CBC22-5ACA-4AF7-8065-4BE96F5B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3852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Live feedback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1E7C42-1DEA-4A5C-9202-593DED7C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8C2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9C99B13-A34F-48C4-8E77-6B56E323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Fault reset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068315-78FE-4612-9903-E9D8A61B2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2524125"/>
            <a:ext cx="723900" cy="723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39C5F4-897A-41EC-8986-339296C6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05775" y="3362325"/>
            <a:ext cx="137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491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Parameter access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E63B74-A2B6-4806-A085-C83853D9B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29125"/>
            <a:ext cx="87630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Common tasks are available as ready-made commands, so the customer application can stay focused on sequence logic.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9B4290-6B5C-4F71-9671-501E1177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76875"/>
            <a:ext cx="819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1500">
                <a:solidFill>
                  <a:srgbClr val="52616B"/>
                </a:solidFill>
                <a:latin typeface="Arial"/>
                <a:ea typeface="Arial"/>
                <a:cs typeface="Arial"/>
              </a:rPr>
              <a:t>Examples: enable, move, stop, fault reset, bus reconnect, I/O read/write</a:t>
            </a:r>
          </a:p>
        </p:txBody>
      </p:sp>
    </p:spTree>
    <p:extLst>
      <p:ext uri="{BB962C8B-B14F-4D97-AF65-F5344CB8AC3E}">
        <p14:creationId xmlns:p14="http://schemas.microsoft.com/office/powerpoint/2010/main" val="21121115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1AC1DEC-954A-4A30-B4CE-8A44D017C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12395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BC41F1-56A0-407C-BD1D-9F0BD2EE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31445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1CA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C8EC1B-FB39-480F-A2AF-FEFCC11A8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543050"/>
            <a:ext cx="7429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25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Best fit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30106D-92E9-4F8E-A2C6-6F2DBA55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38900"/>
            <a:ext cx="647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Motion Server overview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F6893F-6F4C-444E-BDE9-EFB40AD2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1450" y="6438900"/>
            <a:ext cx="2667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750">
                <a:solidFill>
                  <a:srgbClr val="52616B"/>
                </a:solidFill>
                <a:latin typeface="Arial"/>
                <a:ea typeface="Arial"/>
                <a:cs typeface="Arial"/>
              </a:defRPr>
            </a:pPr>
            <a:r>
              <a:rPr sz="750">
                <a:solidFill>
                  <a:srgbClr val="52616B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525EEA-5871-4805-AF95-327E37936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6FB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Customer demo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Show motion quickly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3870CD-A0FB-4513-947D-98EC025E44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AFBF3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Lab system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Test devices and sequences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98C014-DEA3-4B0C-ADA8-4B1DD329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71750"/>
            <a:ext cx="266700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2EDFF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Small machine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Build application logic first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D889DD2-45BE-44E9-B700-B1EFF755D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5E194E-5535-4D59-9BF4-24CD72B71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971800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7B7E7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2F93D0-134D-4BAB-AEBC-726DBC6C8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8763000" cy="762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FF4E8"/>
          </a:solidFill>
          <a:ln xmlns:a="http://schemas.openxmlformats.org/drawingml/2006/main" w="9525">
            <a:solidFill>
              <a:srgbClr val="D7E3EA"/>
            </a:solidFill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1F2933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F2933"/>
                </a:solidFill>
                <a:latin typeface="Arial"/>
                <a:ea typeface="Arial"/>
                <a:cs typeface="Arial"/>
              </a:rPr>
              <a:t>Next step: connect a device, open the panel, and build the first Node-RED sequence.</a:t>
            </a:r>
          </a:p>
        </p:txBody>
      </p:sp>
    </p:spTree>
    <p:extLst>
      <p:ext uri="{BB962C8B-B14F-4D97-AF65-F5344CB8AC3E}">
        <p14:creationId xmlns:p14="http://schemas.microsoft.com/office/powerpoint/2010/main" val="1203733630"/>
      </p:ext>
    </p:extLst>
  </p:cSld>
</p:sld>
</file>

<file path=ppt/theme/theme1.xml><?xml version="1.0" encoding="utf-8"?>
<a:theme xmlns:a="http://schemas.openxmlformats.org/drawingml/2006/main" name="Festo">
  <a:themeElements>
    <a:clrScheme name="Festo">
      <a:dk1>
        <a:srgbClr val="333333"/>
      </a:dk1>
      <a:lt1>
        <a:srgbClr val="FFFFFF"/>
      </a:lt1>
      <a:dk2>
        <a:srgbClr val="333333"/>
      </a:dk2>
      <a:lt2>
        <a:srgbClr val="FFFFFF"/>
      </a:lt2>
      <a:accent1>
        <a:srgbClr val="717D86"/>
      </a:accent1>
      <a:accent2>
        <a:srgbClr val="B6BEC6"/>
      </a:accent2>
      <a:accent3>
        <a:srgbClr val="E5E8EB"/>
      </a:accent3>
      <a:accent4>
        <a:srgbClr val="0091DC"/>
      </a:accent4>
      <a:accent5>
        <a:srgbClr val="48B9EB"/>
      </a:accent5>
      <a:accent6>
        <a:srgbClr val="C8E6FA"/>
      </a:accent6>
      <a:hlink>
        <a:srgbClr val="333333"/>
      </a:hlink>
      <a:folHlink>
        <a:srgbClr val="717D86"/>
      </a:folHlink>
    </a:clrScheme>
    <a:fontScheme name="Benutzerdefiniert 4">
      <a:majorFont>
        <a:latin typeface="Festo"/>
        <a:ea typeface=""/>
        <a:cs typeface=""/>
      </a:majorFont>
      <a:minorFont>
        <a:latin typeface="Festo"/>
        <a:ea typeface=""/>
        <a:cs typeface=""/>
      </a:minorFont>
    </a:fontScheme>
    <a:fmtScheme name="Festo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2026-09-07T09:33:34.7610000Z</dcterms:created>
  <dcterms:modified xsi:type="dcterms:W3CDTF">2026-09-07T09:33:34.7610000Z</dcterms:modified>
</coreProperties>
</file>